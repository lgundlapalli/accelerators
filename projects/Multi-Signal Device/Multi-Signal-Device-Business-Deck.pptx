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Continuous Multi-Signal
Patient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E1F2"/>
                </a:solidFill>
                <a:latin typeface="Calibri"/>
              </a:rPr>
              <a:t>A Next-Generation Wearable Platform for Clinical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64008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8172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From Device to Decision — in Seconds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Multi-Signal Device Platform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564"/>
                </a:solidFill>
                <a:latin typeface="Calibri"/>
              </a:rPr>
              <a:t>Patients Deteriorate Between Check-ins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3840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1097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Clinicians see patients for minutes.
Risks develop over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3840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Fragmented point-in-time vitals miss
early warning signs.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566160" cy="38404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Escalation decisions rely on intuition —
not continuous signal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Multi-Signal Device Platform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564"/>
                </a:solidFill>
                <a:latin typeface="Calibri"/>
              </a:rPr>
              <a:t>One Wearable. Six Signals. Real-Time Clinical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3474720" cy="1645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91440" cy="1645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Bio-impedance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Fluid / Tissue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474720" cy="1645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91440" cy="1645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Hemodynamic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474720" cy="1645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91440" cy="1645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Tissue Acidity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63240"/>
            <a:ext cx="3474720" cy="1645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063240"/>
            <a:ext cx="91440" cy="1645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291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SpO₂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Oxygen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063240"/>
            <a:ext cx="3474720" cy="1645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063240"/>
            <a:ext cx="91440" cy="1645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291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H₂O₂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Oxidative Stress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063240"/>
            <a:ext cx="3474720" cy="164592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063240"/>
            <a:ext cx="91440" cy="1645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291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Temperature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Fever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11247120" cy="5943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023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Continuous monitoring  →  AI risk scoring  →  Actionable insight inside your EMR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Multi-Signal Device Platform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564"/>
                </a:solidFill>
                <a:latin typeface="Calibri"/>
              </a:rPr>
              <a:t>Simple for Clinicians. Powerful Under the Hood.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383280" cy="41148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E1F2"/>
                </a:solidFill>
                <a:latin typeface="Calibri"/>
              </a:rPr>
              <a:t>Patient wears device.
Signals stream continuously.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383280" cy="4114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089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E1F2"/>
                </a:solidFill>
                <a:latin typeface="Calibri"/>
              </a:rPr>
              <a:t>AI computes risk score (0–100)
and generates a clinical summary.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383280" cy="4114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E1F2"/>
                </a:solidFill>
                <a:latin typeface="Calibri"/>
              </a:rPr>
              <a:t>Risk scores, SOAP notes, and escalation
alerts appear inside Epic or Cerner —
no new app to learn.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0C0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0C0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Multi-Signal Device Platform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564"/>
                </a:solidFill>
                <a:latin typeface="Calibri"/>
              </a:rPr>
              <a:t>Why This Platform Is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1945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Works Inside
Your EMR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No new login. Clinicians see insights in Epic, Cerner, or any FHIR system they already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280160"/>
            <a:ext cx="5303520" cy="21945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280160"/>
            <a:ext cx="530352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630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Patient Privacy
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86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No patient records stored on our platform. Zero PII. Fully HIPAA-aligned.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303520" cy="21945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30352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AI That Explains
Itself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Every risk score comes with cited signal evidence — not a black box.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657600"/>
            <a:ext cx="5303520" cy="21945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657600"/>
            <a:ext cx="530352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8404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Grows With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663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Start with 2 signals. Add 4 more as clinical validation expands. Pay for what you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Multi-Signal Device Platform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564"/>
                </a:solidFill>
                <a:latin typeface="Calibri"/>
              </a:rPr>
              <a:t>A Phased Path to Full Clinical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4937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566160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Gen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  <a:latin typeface="Calibri"/>
              </a:rPr>
              <a:t>Bio-impedance + 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Threshold alerting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Patient 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Device fleet monitoring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188720"/>
            <a:ext cx="3566160" cy="4937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356616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Gen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  <a:latin typeface="Calibri"/>
              </a:rPr>
              <a:t>+ pH + SpO₂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AI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LLM clinical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SOAP draft 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63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EMR embedding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188720"/>
            <a:ext cx="3566160" cy="493776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1188720"/>
            <a:ext cx="3566160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Gen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Population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  <a:latin typeface="Calibri"/>
              </a:rPr>
              <a:t>+ H₂O₂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Full composite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Oxidative stress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4023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• Population health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Multi-Signal Device Platform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564"/>
                </a:solidFill>
                <a:latin typeface="Calibri"/>
              </a:rPr>
              <a:t>Designed for Every Member of the Care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474720" cy="20116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3474720" cy="1097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Plain-language vitals and
alerts on their 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474720" cy="20116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47472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Clinician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Risk scores and AI summaries
where they already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474720" cy="20116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474720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Care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Shared visibility into
patient status in real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3474720" cy="20116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3474720" cy="10972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49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Anonymized signal data
for clinical studies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566160"/>
            <a:ext cx="3474720" cy="20116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566160"/>
            <a:ext cx="347472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749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Hospital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97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Fleet oversight, utilization
reports, and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474720" cy="20116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566160"/>
            <a:ext cx="3474720" cy="10972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749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564"/>
                </a:solidFill>
                <a:latin typeface="Calibri"/>
              </a:rPr>
              <a:t>Corporate 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297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Enterprise configuration,
security, and audit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Multi-Signal Device Platform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564"/>
                </a:solidFill>
                <a:latin typeface="Calibri"/>
              </a:rPr>
              <a:t>Works With Any Hospital System — Out of the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3200400" cy="16459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200400" cy="16459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Oracle Cerner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63040"/>
            <a:ext cx="3200400" cy="16459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63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Any FHIR R4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11247120" cy="2011680"/>
          </a:xfrm>
          <a:prstGeom prst="rect">
            <a:avLst/>
          </a:prstGeom>
          <a:solidFill>
            <a:srgbClr val="D9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109728" cy="20116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564"/>
                </a:solidFill>
                <a:latin typeface="Calibri"/>
              </a:rPr>
              <a:t>SMART on FHIR standard — mandated by the 21st Century Cures Act — means no custom integration per hospital. One certification works everywhere.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Multi-Signal Device Platform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564"/>
                </a:solidFill>
                <a:latin typeface="Calibri"/>
              </a:rPr>
              <a:t>Outcomes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560320" cy="3474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&lt;30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661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9E1F2"/>
                </a:solidFill>
                <a:latin typeface="Calibri"/>
              </a:rPr>
              <a:t>from signal observation
to risk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7414377200" y="1463040"/>
            <a:ext cx="2560320" cy="3474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7414514360" y="21031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&lt;60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7414514360" y="35661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9E1F2"/>
                </a:solidFill>
                <a:latin typeface="Calibri"/>
              </a:rPr>
              <a:t>from AI alert to care
team escalation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4828297200" y="1463040"/>
            <a:ext cx="2560320" cy="3474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4828434360" y="21031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Zero PII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4828434360" y="35661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9E1F2"/>
                </a:solidFill>
                <a:latin typeface="Calibri"/>
              </a:rPr>
              <a:t>stored on the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242217200" y="1463040"/>
            <a:ext cx="2560320" cy="3474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242354360" y="21031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 Generations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2242354360" y="35661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9E1F2"/>
                </a:solidFill>
                <a:latin typeface="Calibri"/>
              </a:rPr>
              <a:t>of expanding clinical
capability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Let's Build the Future of
Continuous Care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0058400" cy="1005840"/>
          </a:xfrm>
          <a:prstGeom prst="rect">
            <a:avLst/>
          </a:prstGeom>
          <a:solidFill>
            <a:srgbClr val="28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9144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  Clinical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E1F2"/>
                </a:solidFill>
                <a:latin typeface="Calibri"/>
              </a:rPr>
              <a:t>Select a hospital partner for Gen 2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10058400" cy="1005840"/>
          </a:xfrm>
          <a:prstGeom prst="rect">
            <a:avLst/>
          </a:prstGeom>
          <a:solidFill>
            <a:srgbClr val="28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474720"/>
            <a:ext cx="9144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  EMR Certification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E1F2"/>
                </a:solidFill>
                <a:latin typeface="Calibri"/>
              </a:rPr>
              <a:t>Submit Epic App Orchard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10058400" cy="1005840"/>
          </a:xfrm>
          <a:prstGeom prst="rect">
            <a:avLst/>
          </a:prstGeom>
          <a:solidFill>
            <a:srgbClr val="28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663440"/>
            <a:ext cx="91440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54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  Regulatory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66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E1F2"/>
                </a:solidFill>
                <a:latin typeface="Calibri"/>
              </a:rPr>
              <a:t>Initiate FDA SaMD determination for CDS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0C0"/>
                </a:solidFill>
                <a:latin typeface="Calibri"/>
              </a:rPr>
              <a:t>Enterprise Architecture  ·  Multi-Signal Device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