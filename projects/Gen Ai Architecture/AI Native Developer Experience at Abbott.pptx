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tags/tag1.xml" ContentType="application/vnd.openxmlformats-officedocument.presentationml.tags+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slideLayouts/slideLayout193.xml" ContentType="application/vnd.openxmlformats-officedocument.presentationml.slideLayout+xml"/>
  <Override PartName="/ppt/slideLayouts/slideLayout194.xml" ContentType="application/vnd.openxmlformats-officedocument.presentationml.slideLayout+xml"/>
  <Override PartName="/ppt/slideLayouts/slideLayout195.xml" ContentType="application/vnd.openxmlformats-officedocument.presentationml.slideLayout+xml"/>
  <Override PartName="/ppt/theme/theme3.xml" ContentType="application/vnd.openxmlformats-officedocument.theme+xml"/>
  <Override PartName="/ppt/slideLayouts/slideLayout196.xml" ContentType="application/vnd.openxmlformats-officedocument.presentationml.slideLayout+xml"/>
  <Override PartName="/ppt/slideLayouts/slideLayout197.xml" ContentType="application/vnd.openxmlformats-officedocument.presentationml.slideLayout+xml"/>
  <Override PartName="/ppt/slideLayouts/slideLayout198.xml" ContentType="application/vnd.openxmlformats-officedocument.presentationml.slideLayout+xml"/>
  <Override PartName="/ppt/slideLayouts/slideLayout199.xml" ContentType="application/vnd.openxmlformats-officedocument.presentationml.slideLayout+xml"/>
  <Override PartName="/ppt/slideLayouts/slideLayout200.xml" ContentType="application/vnd.openxmlformats-officedocument.presentationml.slideLayout+xml"/>
  <Override PartName="/ppt/slideLayouts/slideLayout201.xml" ContentType="application/vnd.openxmlformats-officedocument.presentationml.slideLayout+xml"/>
  <Override PartName="/ppt/slideLayouts/slideLayout202.xml" ContentType="application/vnd.openxmlformats-officedocument.presentationml.slideLayout+xml"/>
  <Override PartName="/ppt/slideLayouts/slideLayout203.xml" ContentType="application/vnd.openxmlformats-officedocument.presentationml.slideLayout+xml"/>
  <Override PartName="/ppt/slideLayouts/slideLayout204.xml" ContentType="application/vnd.openxmlformats-officedocument.presentationml.slideLayout+xml"/>
  <Override PartName="/ppt/slideLayouts/slideLayout205.xml" ContentType="application/vnd.openxmlformats-officedocument.presentationml.slideLayout+xml"/>
  <Override PartName="/ppt/slideLayouts/slideLayout206.xml" ContentType="application/vnd.openxmlformats-officedocument.presentationml.slideLayout+xml"/>
  <Override PartName="/ppt/slideLayouts/slideLayout207.xml" ContentType="application/vnd.openxmlformats-officedocument.presentationml.slideLayout+xml"/>
  <Override PartName="/ppt/slideLayouts/slideLayout208.xml" ContentType="application/vnd.openxmlformats-officedocument.presentationml.slideLayout+xml"/>
  <Override PartName="/ppt/slideLayouts/slideLayout209.xml" ContentType="application/vnd.openxmlformats-officedocument.presentationml.slideLayout+xml"/>
  <Override PartName="/ppt/slideLayouts/slideLayout210.xml" ContentType="application/vnd.openxmlformats-officedocument.presentationml.slideLayout+xml"/>
  <Override PartName="/ppt/slideLayouts/slideLayout211.xml" ContentType="application/vnd.openxmlformats-officedocument.presentationml.slideLayout+xml"/>
  <Override PartName="/ppt/slideLayouts/slideLayout212.xml" ContentType="application/vnd.openxmlformats-officedocument.presentationml.slideLayout+xml"/>
  <Override PartName="/ppt/slideLayouts/slideLayout213.xml" ContentType="application/vnd.openxmlformats-officedocument.presentationml.slideLayout+xml"/>
  <Override PartName="/ppt/slideLayouts/slideLayout214.xml" ContentType="application/vnd.openxmlformats-officedocument.presentationml.slideLayout+xml"/>
  <Override PartName="/ppt/slideLayouts/slideLayout215.xml" ContentType="application/vnd.openxmlformats-officedocument.presentationml.slideLayout+xml"/>
  <Override PartName="/ppt/slideLayouts/slideLayout216.xml" ContentType="application/vnd.openxmlformats-officedocument.presentationml.slideLayout+xml"/>
  <Override PartName="/ppt/slideLayouts/slideLayout217.xml" ContentType="application/vnd.openxmlformats-officedocument.presentationml.slideLayout+xml"/>
  <Override PartName="/ppt/slideLayouts/slideLayout218.xml" ContentType="application/vnd.openxmlformats-officedocument.presentationml.slideLayout+xml"/>
  <Override PartName="/ppt/slideLayouts/slideLayout219.xml" ContentType="application/vnd.openxmlformats-officedocument.presentationml.slideLayout+xml"/>
  <Override PartName="/ppt/slideLayouts/slideLayout220.xml" ContentType="application/vnd.openxmlformats-officedocument.presentationml.slideLayout+xml"/>
  <Override PartName="/ppt/slideLayouts/slideLayout221.xml" ContentType="application/vnd.openxmlformats-officedocument.presentationml.slideLayout+xml"/>
  <Override PartName="/ppt/slideLayouts/slideLayout222.xml" ContentType="application/vnd.openxmlformats-officedocument.presentationml.slideLayout+xml"/>
  <Override PartName="/ppt/theme/theme4.xml" ContentType="application/vnd.openxmlformats-officedocument.theme+xml"/>
  <Override PartName="/ppt/tags/tag14.xml" ContentType="application/vnd.openxmlformats-officedocument.presentationml.tags+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 id="2147483787" r:id="rId2"/>
    <p:sldMasterId id="2147483839" r:id="rId3"/>
    <p:sldMasterId id="2147483858" r:id="rId4"/>
  </p:sldMasterIdLst>
  <p:notesMasterIdLst>
    <p:notesMasterId r:id="rId21"/>
  </p:notesMasterIdLst>
  <p:sldIdLst>
    <p:sldId id="258" r:id="rId5"/>
    <p:sldId id="259" r:id="rId6"/>
    <p:sldId id="2147483595" r:id="rId7"/>
    <p:sldId id="2147483613" r:id="rId8"/>
    <p:sldId id="2147483617" r:id="rId9"/>
    <p:sldId id="2147483614" r:id="rId10"/>
    <p:sldId id="2147483593" r:id="rId11"/>
    <p:sldId id="2147483615" r:id="rId12"/>
    <p:sldId id="2147483611" r:id="rId13"/>
    <p:sldId id="2147483606" r:id="rId14"/>
    <p:sldId id="2147483605" r:id="rId15"/>
    <p:sldId id="2147483607" r:id="rId16"/>
    <p:sldId id="2147483608" r:id="rId17"/>
    <p:sldId id="2147483609" r:id="rId18"/>
    <p:sldId id="2147483610" r:id="rId19"/>
    <p:sldId id="2147483616"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45946B17-FB74-13F6-49A2-CD579D4C755D}" name="Bi, Sylvia Wenzhao" initials="SB" userId="S::wenzhaosylvia.bi@abbott.com::48072ffd-69db-4e4a-9ed0-f0b80a7f1d64" providerId="AD"/>
  <p188:author id="{8A212724-5BC0-2C2C-34A9-154B47540651}" name="Feeney, Patrick" initials="PF" userId="S::patrick.feeney1@abbott.com::8a2a93e4-3a83-4cd6-b78c-d66cfea05415" providerId="AD"/>
  <p188:author id="{DD362E29-1A35-D13D-0FAC-1C3D721BE1BB}" name="Luthra, Nitesh" initials="NL" userId="S::nitesh.luthra@abbott.com::e9743704-87a6-48ef-8550-b2aae39e11d9" providerId="AD"/>
  <p188:author id="{C5658676-B9C4-BE48-1E9E-CD0379D89950}" name="Wood, Nick" initials="WN" userId="S::nick.wood@abbott.com::c95fb682-1527-4ab2-8265-9291ebcc79ce" providerId="AD"/>
  <p188:author id="{A36F2F93-1628-1DC9-69C0-D9C2BF2A4F41}" name="Sunol, Jacob" initials="SJ" userId="S::jacob.sunol@abbott.com::66099418-9b1f-4b5f-a9e2-8c5fb42dc976" providerId="AD"/>
  <p188:author id="{DB4862D4-D693-489A-A4FE-C56974AF5D9D}" name="Roberts, Michael" initials="RM" userId="S::michael.roberts2@abbott.com::11911092-4a30-4634-aac2-6c96ade1edba" providerId="AD"/>
  <p188:author id="{1A60BBDA-A048-211E-A3F2-F76F30ED772F}" name="Gundlapalli, Lalitha" initials="" userId="S::lalitha.gundlapalli@abbott.com::0e085f56-c6fb-4d16-9a08-809ac474a722" providerId="AD"/>
  <p188:author id="{BD1A7CDC-5739-B72D-E977-AD3A566A8E77}" name="Janaes, Kevin J" initials="JK" userId="S::kevin.janaes@abbott.com::fdb54a4f-2939-4148-9fee-1311d9996a50" providerId="AD"/>
  <p188:author id="{9C5B76E0-CDF0-450B-64CE-96A36281B34B}" name="Schullian, John M" initials="JS" userId="S::john.schullian@abbott.com::a29daf7e-d0fd-4c9b-bb1d-7c33b627ace2"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34"/>
  </p:normalViewPr>
  <p:slideViewPr>
    <p:cSldViewPr snapToGrid="0">
      <p:cViewPr varScale="1">
        <p:scale>
          <a:sx n="100" d="100"/>
          <a:sy n="100" d="100"/>
        </p:scale>
        <p:origin x="904"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8/10/relationships/authors" Target="authors.xml"/><Relationship Id="rId3" Type="http://schemas.openxmlformats.org/officeDocument/2006/relationships/slideMaster" Target="slideMasters/slideMaster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54D9ACD-A297-2941-A240-A01452C399D9}" type="datetimeFigureOut">
              <a:rPr lang="en-US" smtClean="0"/>
              <a:t>5/7/26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26CDAE2-1329-3F4C-885A-E247AF24EE78}" type="slidenum">
              <a:rPr lang="en-US" smtClean="0"/>
              <a:t>‹#›</a:t>
            </a:fld>
            <a:endParaRPr lang="en-US"/>
          </a:p>
        </p:txBody>
      </p:sp>
    </p:spTree>
    <p:extLst>
      <p:ext uri="{BB962C8B-B14F-4D97-AF65-F5344CB8AC3E}">
        <p14:creationId xmlns:p14="http://schemas.microsoft.com/office/powerpoint/2010/main" val="17909508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7600" cy="3486150"/>
          </a:xfrm>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48808A1-0A63-488B-A893-6B9315BFD5A9}"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1563474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E1EEE18-8F3D-4CB3-B090-6249C20A5AF8}"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2486025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CCABC8-A233-E720-6959-E45D514769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BCBB61-C06F-6179-7DB9-23ABAA8C9485}"/>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D2E3E7D6-6139-1A7C-F854-9D63F84E85A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66E5FE11-9515-1AF6-AEBD-D9BDD3EDA5D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E1EEE18-8F3D-4CB3-B090-6249C20A5AF8}"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62406042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696DA0-0A18-48E3-B022-19DC6ABA59A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62CE6F-B323-EA4D-39A5-232DB97F18B3}"/>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A7C0FF44-A242-01F9-DF12-074D3C94A0C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3D5A4711-6C6C-BEBC-AC5E-DACBDF350D7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E1EEE18-8F3D-4CB3-B090-6249C20A5AF8}"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54706552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8B4E53-0B2A-6D6D-86A2-C62C295B4AA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0566A2-DF4E-5F60-2BFC-479FDFB3D247}"/>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813C5BB1-F908-0267-DEE2-1518C30B3D6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89EE944-7525-8597-0416-EADA0E04100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E1EEE18-8F3D-4CB3-B090-6249C20A5AF8}"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15015095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3DEE53-C170-391F-8693-B9797A0314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CACD8A7-4C63-AEC2-EC39-74DE97B65501}"/>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A76CF933-8E57-E580-FCA2-A5F4B0F2529B}"/>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3515D600-F39B-BC0A-A8D1-60ECEE8E056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E1EEE18-8F3D-4CB3-B090-6249C20A5AF8}"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26225028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AFD972-DD12-BE24-86CA-57E6ACDCEC5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A351AD-01AC-1A4F-1EC0-B090B8B75099}"/>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64DCC758-CE22-C28D-0930-EEF78304ECE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6F4BD78-9DD5-F2E4-641C-D6FEA64C7ED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E1EEE18-8F3D-4CB3-B090-6249C20A5AF8}"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82108583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00762A-6D26-C740-87DF-04C6927686A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257466E-82A2-309D-20BC-08F2B0EC79CD}"/>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6CF42D67-80DF-DB5E-5809-40AD45974A5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73682C0-249D-66B7-28A1-DBAC7B6719A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E1EEE18-8F3D-4CB3-B090-6249C20A5AF8}"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34738990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A4F8BC-B210-CDA8-D5C7-89D71EBB21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7049DE-5F1A-7B10-0561-FC1ED6DFF06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CBB64AB-72A8-B3DC-1F5D-563323331C5B}"/>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EE18F32-6400-D401-E16D-5BF977EABE8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E1EEE18-8F3D-4CB3-B090-6249C20A5AF8}"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04439141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117720-E641-E27E-4015-28010F0939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6D8DB4-EA5B-B20B-F031-3AAFC7F4BB72}"/>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DCF130A7-6A15-A06F-C5CF-B37326D043BB}"/>
              </a:ext>
            </a:extLst>
          </p:cNvPr>
          <p:cNvSpPr>
            <a:spLocks noGrp="1"/>
          </p:cNvSpPr>
          <p:nvPr>
            <p:ph type="body" idx="1"/>
          </p:nvPr>
        </p:nvSpPr>
        <p:spPr/>
        <p:txBody>
          <a:bodyPr/>
          <a:lstStyle/>
          <a:p>
            <a:r>
              <a:rPr lang="en-US" err="1"/>
              <a:t>NewRelic</a:t>
            </a:r>
            <a:r>
              <a:rPr lang="en-US"/>
              <a:t> is existing tool that now being trialed across multiple AI projects for adoption across the enterprise. </a:t>
            </a:r>
            <a:r>
              <a:rPr lang="en-US" err="1"/>
              <a:t>LangSmith</a:t>
            </a:r>
            <a:r>
              <a:rPr lang="en-US"/>
              <a:t>/</a:t>
            </a:r>
            <a:r>
              <a:rPr lang="en-US" err="1"/>
              <a:t>LangFuse</a:t>
            </a:r>
            <a:r>
              <a:rPr lang="en-US"/>
              <a:t>  is actively used for pilot projects by Abbott teams. </a:t>
            </a:r>
            <a:r>
              <a:rPr kumimoji="0" lang="en-US" sz="1200" b="0" i="0" u="none" strike="noStrike" kern="1200" cap="none" spc="0" normalizeH="0" baseline="0" noProof="0" err="1">
                <a:ln>
                  <a:noFill/>
                </a:ln>
                <a:solidFill>
                  <a:prstClr val="white"/>
                </a:solidFill>
                <a:effectLst/>
                <a:uLnTx/>
                <a:uFillTx/>
                <a:latin typeface="Georgia"/>
                <a:ea typeface="+mn-ea"/>
                <a:cs typeface="+mn-cs"/>
              </a:rPr>
              <a:t>doption</a:t>
            </a:r>
            <a:endParaRPr lang="en-US"/>
          </a:p>
        </p:txBody>
      </p:sp>
      <p:sp>
        <p:nvSpPr>
          <p:cNvPr id="4" name="Slide Number Placeholder 3">
            <a:extLst>
              <a:ext uri="{FF2B5EF4-FFF2-40B4-BE49-F238E27FC236}">
                <a16:creationId xmlns:a16="http://schemas.microsoft.com/office/drawing/2014/main" id="{E2EEA004-DD2E-AF4D-B50D-B8C82BA00AA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E1EEE18-8F3D-4CB3-B090-6249C20A5AF8}"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1764278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222B97-7D45-2721-28C5-C606128F73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04A5E4-876C-9DB2-ECAC-8E1B8C7AF9A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A2C1D1DF-041F-19DF-333F-407C013121D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B7DD681-0B43-FEB6-EAAF-80581D87B8D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E1EEE18-8F3D-4CB3-B090-6249C20A5AF8}"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74301125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2AB025-38C3-9935-48AD-FD9F091088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50DA60-F159-527E-B0B9-7B3B1CBE6D01}"/>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94E2AF7F-4925-4F7E-6862-36A5828F146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B0B103C1-1BD0-9546-CC40-3798AE64C41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E1EEE18-8F3D-4CB3-B090-6249C20A5AF8}"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28636314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6.svg"/><Relationship Id="rId1" Type="http://schemas.openxmlformats.org/officeDocument/2006/relationships/slideMaster" Target="../slideMasters/slideMaster1.xml"/><Relationship Id="rId4" Type="http://schemas.openxmlformats.org/officeDocument/2006/relationships/image" Target="../media/image7.sv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8.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8.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2.svg"/><Relationship Id="rId1" Type="http://schemas.openxmlformats.org/officeDocument/2006/relationships/slideMaster" Target="../slideMasters/slideMaster1.xml"/><Relationship Id="rId4" Type="http://schemas.openxmlformats.org/officeDocument/2006/relationships/image" Target="../media/image12.svg"/></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Master" Target="../slideMasters/slideMaster1.xml"/><Relationship Id="rId4" Type="http://schemas.openxmlformats.org/officeDocument/2006/relationships/image" Target="../media/image12.svg"/></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svg"/><Relationship Id="rId1" Type="http://schemas.openxmlformats.org/officeDocument/2006/relationships/slideMaster" Target="../slideMasters/slideMaster1.xml"/><Relationship Id="rId4" Type="http://schemas.openxmlformats.org/officeDocument/2006/relationships/image" Target="../media/image13.svg"/></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14.sv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15.sv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6.svg"/><Relationship Id="rId1" Type="http://schemas.openxmlformats.org/officeDocument/2006/relationships/slideMaster" Target="../slideMasters/slideMaster1.xml"/><Relationship Id="rId4" Type="http://schemas.openxmlformats.org/officeDocument/2006/relationships/image" Target="../media/image7.svg"/></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8.sv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8.sv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6.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87.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88.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4.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115.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116.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2.xml"/></Relationships>
</file>

<file path=ppt/slideLayouts/_rels/slideLayout12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2.xml"/></Relationships>
</file>

<file path=ppt/slideLayouts/_rels/slideLayout12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slideMaster" Target="../slideMasters/slideMaster2.xml"/><Relationship Id="rId1" Type="http://schemas.openxmlformats.org/officeDocument/2006/relationships/tags" Target="../tags/tag2.xml"/></Relationships>
</file>

<file path=ppt/slideLayouts/_rels/slideLayout13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2.xml"/></Relationships>
</file>

<file path=ppt/slideLayouts/_rels/slideLayout131.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3.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3.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4.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2.xml"/></Relationships>
</file>

<file path=ppt/slideLayouts/_rels/slideLayout15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Master" Target="../slideMasters/slideMaster2.xml"/></Relationships>
</file>

<file path=ppt/slideLayouts/_rels/slideLayout15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2.xml"/></Relationships>
</file>

<file path=ppt/slideLayouts/_rels/slideLayout15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Master" Target="../slideMasters/slideMaster2.xml"/></Relationships>
</file>

<file path=ppt/slideLayouts/_rels/slideLayout15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2.xml"/></Relationships>
</file>

<file path=ppt/slideLayouts/_rels/slideLayout155.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5.xml"/></Relationships>
</file>

<file path=ppt/slideLayouts/_rels/slideLayout156.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6.xml"/></Relationships>
</file>

<file path=ppt/slideLayouts/_rels/slideLayout157.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7.xml"/></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2.xml"/></Relationships>
</file>

<file path=ppt/slideLayouts/_rels/slideLayout16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2.xml"/></Relationships>
</file>

<file path=ppt/slideLayouts/_rels/slideLayout16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slideMaster" Target="../slideMasters/slideMaster2.xml"/><Relationship Id="rId1" Type="http://schemas.openxmlformats.org/officeDocument/2006/relationships/tags" Target="../tags/tag8.xml"/></Relationships>
</file>

<file path=ppt/slideLayouts/_rels/slideLayout16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2.xml"/></Relationships>
</file>

<file path=ppt/slideLayouts/_rels/slideLayout164.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9.xml"/></Relationships>
</file>

<file path=ppt/slideLayouts/_rels/slideLayout1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2.xml"/></Relationships>
</file>

<file path=ppt/slideLayouts/_rels/slideLayout173.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10.xml"/></Relationships>
</file>

<file path=ppt/slideLayouts/_rels/slideLayout174.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11.xml"/></Relationships>
</file>

<file path=ppt/slideLayouts/_rels/slideLayout175.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12.xml"/></Relationships>
</file>

<file path=ppt/slideLayouts/_rels/slideLayout17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slideMaster" Target="../slideMasters/slideMaster2.xml"/><Relationship Id="rId1" Type="http://schemas.openxmlformats.org/officeDocument/2006/relationships/tags" Target="../tags/tag13.xml"/></Relationships>
</file>

<file path=ppt/slideLayouts/_rels/slideLayout178.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image" Target="../media/image17.png"/><Relationship Id="rId1" Type="http://schemas.openxmlformats.org/officeDocument/2006/relationships/slideMaster" Target="../slideMasters/slideMaster3.xml"/></Relationships>
</file>

<file path=ppt/slideLayouts/_rels/slideLayout17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3.xml"/></Relationships>
</file>

<file path=ppt/slideLayouts/_rels/slideLayout18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4.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Master" Target="../slideMasters/slideMaster3.xml"/></Relationships>
</file>

<file path=ppt/slideLayouts/_rels/slideLayout185.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Master" Target="../slideMasters/slideMaster3.xml"/></Relationships>
</file>

<file path=ppt/slideLayouts/_rels/slideLayout186.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Master" Target="../slideMasters/slideMaster3.xml"/></Relationships>
</file>

<file path=ppt/slideLayouts/_rels/slideLayout187.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Master" Target="../slideMasters/slideMaster3.xml"/></Relationships>
</file>

<file path=ppt/slideLayouts/_rels/slideLayout18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4.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image" Target="../media/image17.png"/><Relationship Id="rId1" Type="http://schemas.openxmlformats.org/officeDocument/2006/relationships/slideMaster" Target="../slideMasters/slideMaster3.xml"/></Relationships>
</file>

<file path=ppt/slideLayouts/_rels/slideLayout195.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image" Target="../media/image19.png"/><Relationship Id="rId1" Type="http://schemas.openxmlformats.org/officeDocument/2006/relationships/slideMaster" Target="../slideMasters/slideMaster3.xml"/></Relationships>
</file>

<file path=ppt/slideLayouts/_rels/slideLayout19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4.xml"/></Relationships>
</file>

<file path=ppt/slideLayouts/_rels/slideLayout19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4.xml"/></Relationships>
</file>

<file path=ppt/slideLayouts/_rels/slideLayout19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4.xml"/></Relationships>
</file>

<file path=ppt/slideLayouts/_rels/slideLayout19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4.xml"/></Relationships>
</file>

<file path=ppt/slideLayouts/_rels/slideLayout200.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tags" Target="../tags/tag14.xml"/></Relationships>
</file>

<file path=ppt/slideLayouts/_rels/slideLayout20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4.xml"/></Relationships>
</file>

<file path=ppt/slideLayouts/_rels/slideLayout22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Master" Target="../slideMasters/slideMaster4.xml"/></Relationships>
</file>

<file path=ppt/slideLayouts/_rels/slideLayout22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4.xml"/></Relationships>
</file>

<file path=ppt/slideLayouts/_rels/slideLayout22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3_Title Slide">
    <p:bg bwMode="gray">
      <p:bgPr>
        <a:solidFill>
          <a:schemeClr val="tx2"/>
        </a:solidFill>
        <a:effectLst/>
      </p:bgPr>
    </p:bg>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8AFC241D-8FE8-045A-9C58-FF93C735A83C}"/>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832753" y="5489460"/>
            <a:ext cx="688689" cy="784341"/>
          </a:xfrm>
          <a:prstGeom prst="rect">
            <a:avLst/>
          </a:prstGeom>
        </p:spPr>
      </p:pic>
      <p:sp>
        <p:nvSpPr>
          <p:cNvPr id="7" name="Text Placeholder 4">
            <a:extLst>
              <a:ext uri="{FF2B5EF4-FFF2-40B4-BE49-F238E27FC236}">
                <a16:creationId xmlns:a16="http://schemas.microsoft.com/office/drawing/2014/main" id="{DD9DA071-70D9-5990-B4D4-2E5E78971429}"/>
              </a:ext>
            </a:extLst>
          </p:cNvPr>
          <p:cNvSpPr>
            <a:spLocks noGrp="1"/>
          </p:cNvSpPr>
          <p:nvPr>
            <p:ph type="body" sz="quarter" idx="10" hasCustomPrompt="1"/>
          </p:nvPr>
        </p:nvSpPr>
        <p:spPr bwMode="gray">
          <a:xfrm>
            <a:off x="670559" y="5114567"/>
            <a:ext cx="6763172" cy="374893"/>
          </a:xfrm>
          <a:prstGeom prst="rect">
            <a:avLst/>
          </a:prstGeom>
        </p:spPr>
        <p:txBody>
          <a:bodyPr/>
          <a:lstStyle>
            <a:lvl1pPr>
              <a:defRPr sz="1867" b="0" i="0">
                <a:solidFill>
                  <a:srgbClr val="002A3A"/>
                </a:solidFill>
                <a:latin typeface="+mn-lt"/>
              </a:defRPr>
            </a:lvl1pPr>
          </a:lstStyle>
          <a:p>
            <a:pPr lvl="0"/>
            <a:r>
              <a:rPr lang="en-US"/>
              <a:t>Speaker Name, Information, or Delete</a:t>
            </a:r>
          </a:p>
        </p:txBody>
      </p:sp>
      <p:sp>
        <p:nvSpPr>
          <p:cNvPr id="11" name="Title 1">
            <a:extLst>
              <a:ext uri="{FF2B5EF4-FFF2-40B4-BE49-F238E27FC236}">
                <a16:creationId xmlns:a16="http://schemas.microsoft.com/office/drawing/2014/main" id="{1432615C-4AB7-5FA3-A9E5-BDE255BC26DC}"/>
              </a:ext>
            </a:extLst>
          </p:cNvPr>
          <p:cNvSpPr>
            <a:spLocks noGrp="1"/>
          </p:cNvSpPr>
          <p:nvPr>
            <p:ph type="ctrTitle" hasCustomPrompt="1"/>
          </p:nvPr>
        </p:nvSpPr>
        <p:spPr bwMode="gray">
          <a:xfrm>
            <a:off x="670560" y="3437469"/>
            <a:ext cx="9092005" cy="1478039"/>
          </a:xfrm>
        </p:spPr>
        <p:txBody>
          <a:bodyPr/>
          <a:lstStyle>
            <a:lvl1pPr algn="l">
              <a:lnSpc>
                <a:spcPct val="90000"/>
              </a:lnSpc>
              <a:defRPr sz="5867" b="0" cap="none" spc="0" baseline="0">
                <a:solidFill>
                  <a:srgbClr val="002A3A"/>
                </a:solidFill>
                <a:latin typeface="+mj-lt"/>
              </a:defRPr>
            </a:lvl1pPr>
          </a:lstStyle>
          <a:p>
            <a:r>
              <a:rPr lang="en-US"/>
              <a:t>Click to edit master title style</a:t>
            </a:r>
          </a:p>
        </p:txBody>
      </p:sp>
      <p:sp>
        <p:nvSpPr>
          <p:cNvPr id="2" name="Subtitle 2">
            <a:extLst>
              <a:ext uri="{FF2B5EF4-FFF2-40B4-BE49-F238E27FC236}">
                <a16:creationId xmlns:a16="http://schemas.microsoft.com/office/drawing/2014/main" id="{FA13A010-D954-66F9-2596-471ABDC8F039}"/>
              </a:ext>
            </a:extLst>
          </p:cNvPr>
          <p:cNvSpPr>
            <a:spLocks noGrp="1"/>
          </p:cNvSpPr>
          <p:nvPr>
            <p:ph type="subTitle" idx="1" hasCustomPrompt="1"/>
          </p:nvPr>
        </p:nvSpPr>
        <p:spPr bwMode="gray">
          <a:xfrm>
            <a:off x="670561" y="2659171"/>
            <a:ext cx="10850881" cy="640080"/>
          </a:xfrm>
          <a:prstGeom prst="rect">
            <a:avLst/>
          </a:prstGeom>
        </p:spPr>
        <p:txBody>
          <a:bodyPr rIns="0" bIns="0" anchor="b" anchorCtr="0"/>
          <a:lstStyle>
            <a:lvl1pPr marL="0" indent="0" algn="l">
              <a:lnSpc>
                <a:spcPct val="100000"/>
              </a:lnSpc>
              <a:buNone/>
              <a:defRPr sz="2400" b="0" cap="all" spc="200" baseline="0">
                <a:solidFill>
                  <a:schemeClr val="tx1"/>
                </a:solidFill>
                <a:latin typeface="+mn-lt"/>
                <a:cs typeface="Calibri" panose="020F0502020204030204" pitchFamily="34" charset="0"/>
              </a:defRPr>
            </a:lvl1pPr>
            <a:lvl2pPr marL="609570" indent="0" algn="ctr">
              <a:buNone/>
              <a:defRPr>
                <a:solidFill>
                  <a:schemeClr val="tx1">
                    <a:tint val="75000"/>
                  </a:schemeClr>
                </a:solidFill>
              </a:defRPr>
            </a:lvl2pPr>
            <a:lvl3pPr marL="1219140" indent="0" algn="ctr">
              <a:buNone/>
              <a:defRPr>
                <a:solidFill>
                  <a:schemeClr val="tx1">
                    <a:tint val="75000"/>
                  </a:schemeClr>
                </a:solidFill>
              </a:defRPr>
            </a:lvl3pPr>
            <a:lvl4pPr marL="1828709" indent="0" algn="ctr">
              <a:buNone/>
              <a:defRPr>
                <a:solidFill>
                  <a:schemeClr val="tx1">
                    <a:tint val="75000"/>
                  </a:schemeClr>
                </a:solidFill>
              </a:defRPr>
            </a:lvl4pPr>
            <a:lvl5pPr marL="2438278" indent="0" algn="ctr">
              <a:buNone/>
              <a:defRPr>
                <a:solidFill>
                  <a:schemeClr val="tx1">
                    <a:tint val="75000"/>
                  </a:schemeClr>
                </a:solidFill>
              </a:defRPr>
            </a:lvl5pPr>
            <a:lvl6pPr marL="3047848" indent="0" algn="ctr">
              <a:buNone/>
              <a:defRPr>
                <a:solidFill>
                  <a:schemeClr val="tx1">
                    <a:tint val="75000"/>
                  </a:schemeClr>
                </a:solidFill>
              </a:defRPr>
            </a:lvl6pPr>
            <a:lvl7pPr marL="3657418" indent="0" algn="ctr">
              <a:buNone/>
              <a:defRPr>
                <a:solidFill>
                  <a:schemeClr val="tx1">
                    <a:tint val="75000"/>
                  </a:schemeClr>
                </a:solidFill>
              </a:defRPr>
            </a:lvl7pPr>
            <a:lvl8pPr marL="4266987" indent="0" algn="ctr">
              <a:buNone/>
              <a:defRPr>
                <a:solidFill>
                  <a:schemeClr val="tx1">
                    <a:tint val="75000"/>
                  </a:schemeClr>
                </a:solidFill>
              </a:defRPr>
            </a:lvl8pPr>
            <a:lvl9pPr marL="4876557" indent="0" algn="ctr">
              <a:buNone/>
              <a:defRPr>
                <a:solidFill>
                  <a:schemeClr val="tx1">
                    <a:tint val="75000"/>
                  </a:schemeClr>
                </a:solidFill>
              </a:defRPr>
            </a:lvl9pPr>
          </a:lstStyle>
          <a:p>
            <a:r>
              <a:rPr lang="en-US"/>
              <a:t>CLICK TO EDIT MASTER SUBTITLE STYLE</a:t>
            </a:r>
          </a:p>
        </p:txBody>
      </p:sp>
      <p:sp>
        <p:nvSpPr>
          <p:cNvPr id="4" name="Content Placeholder 2">
            <a:extLst>
              <a:ext uri="{FF2B5EF4-FFF2-40B4-BE49-F238E27FC236}">
                <a16:creationId xmlns:a16="http://schemas.microsoft.com/office/drawing/2014/main" id="{878BDC3E-8393-C7FB-3A20-4D5027731F73}"/>
              </a:ext>
            </a:extLst>
          </p:cNvPr>
          <p:cNvSpPr txBox="1">
            <a:spLocks/>
          </p:cNvSpPr>
          <p:nvPr userDrawn="1"/>
        </p:nvSpPr>
        <p:spPr bwMode="gray">
          <a:xfrm>
            <a:off x="670562" y="6343414"/>
            <a:ext cx="5082732" cy="374895"/>
          </a:xfrm>
          <a:prstGeom prst="rect">
            <a:avLst/>
          </a:prstGeom>
        </p:spPr>
        <p:txBody>
          <a:bodyPr vert="horz" lIns="0" tIns="0" rIns="0" bIns="0" anchor="b" anchorCtr="0"/>
          <a:lstStyle>
            <a:lvl1pPr marL="0" indent="0" algn="l" defTabSz="457200" rtl="0" eaLnBrk="1" latinLnBrk="0" hangingPunct="1">
              <a:spcBef>
                <a:spcPct val="20000"/>
              </a:spcBef>
              <a:buFont typeface="Arial"/>
              <a:buNone/>
              <a:defRPr sz="900" kern="1200">
                <a:solidFill>
                  <a:schemeClr val="tx1"/>
                </a:solidFill>
                <a:latin typeface="Georgia"/>
                <a:ea typeface="+mn-ea"/>
                <a:cs typeface="Georgia"/>
              </a:defRPr>
            </a:lvl1pPr>
            <a:lvl2pPr marL="457200" indent="0" algn="l" defTabSz="457200" rtl="0" eaLnBrk="1" latinLnBrk="0" hangingPunct="1">
              <a:spcBef>
                <a:spcPct val="20000"/>
              </a:spcBef>
              <a:buFont typeface="Arial"/>
              <a:buNone/>
              <a:defRPr sz="900" kern="1200">
                <a:solidFill>
                  <a:schemeClr val="tx1"/>
                </a:solidFill>
                <a:latin typeface="Georgia"/>
                <a:ea typeface="+mn-ea"/>
                <a:cs typeface="Georgia"/>
              </a:defRPr>
            </a:lvl2pPr>
            <a:lvl3pPr marL="914400" indent="0" algn="l" defTabSz="457200" rtl="0" eaLnBrk="1" latinLnBrk="0" hangingPunct="1">
              <a:spcBef>
                <a:spcPct val="20000"/>
              </a:spcBef>
              <a:buFont typeface="Arial"/>
              <a:buNone/>
              <a:defRPr sz="900" kern="1200">
                <a:solidFill>
                  <a:schemeClr val="tx1"/>
                </a:solidFill>
                <a:latin typeface="Georgia"/>
                <a:ea typeface="+mn-ea"/>
                <a:cs typeface="Georgia"/>
              </a:defRPr>
            </a:lvl3pPr>
            <a:lvl4pPr marL="1371600" indent="0" algn="l" defTabSz="457200" rtl="0" eaLnBrk="1" latinLnBrk="0" hangingPunct="1">
              <a:spcBef>
                <a:spcPct val="20000"/>
              </a:spcBef>
              <a:buFont typeface="Arial"/>
              <a:buNone/>
              <a:defRPr sz="900" kern="1200">
                <a:solidFill>
                  <a:schemeClr val="tx1"/>
                </a:solidFill>
                <a:latin typeface="Georgia"/>
                <a:ea typeface="+mn-ea"/>
                <a:cs typeface="Georgia"/>
              </a:defRPr>
            </a:lvl4pPr>
            <a:lvl5pPr marL="1828800" indent="0" algn="l" defTabSz="457200" rtl="0" eaLnBrk="1" latinLnBrk="0" hangingPunct="1">
              <a:spcBef>
                <a:spcPct val="20000"/>
              </a:spcBef>
              <a:buFont typeface="Arial"/>
              <a:buNone/>
              <a:defRPr sz="900" kern="1200">
                <a:solidFill>
                  <a:schemeClr val="tx1"/>
                </a:solidFill>
                <a:latin typeface="Georgia"/>
                <a:ea typeface="+mn-ea"/>
                <a:cs typeface="Georgia"/>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l" defTabSz="609570" rtl="0" eaLnBrk="1" fontAlgn="auto" latinLnBrk="0" hangingPunct="1">
              <a:lnSpc>
                <a:spcPct val="100000"/>
              </a:lnSpc>
              <a:spcBef>
                <a:spcPts val="0"/>
              </a:spcBef>
              <a:spcAft>
                <a:spcPts val="0"/>
              </a:spcAft>
              <a:buClrTx/>
              <a:buSzTx/>
              <a:buFont typeface="Arial"/>
              <a:buNone/>
              <a:tabLst/>
              <a:defRPr/>
            </a:pPr>
            <a:r>
              <a:rPr lang="en-US" sz="933" kern="1200">
                <a:solidFill>
                  <a:schemeClr val="tx1"/>
                </a:solidFill>
                <a:latin typeface="+mn-lt"/>
                <a:ea typeface="+mn-ea"/>
                <a:cs typeface="Calibri" panose="020F0502020204030204" pitchFamily="34" charset="0"/>
              </a:rPr>
              <a:t>The sensor housing, </a:t>
            </a:r>
            <a:r>
              <a:rPr lang="en-US" sz="933" kern="1200" err="1">
                <a:solidFill>
                  <a:schemeClr val="tx1"/>
                </a:solidFill>
                <a:latin typeface="+mn-lt"/>
                <a:ea typeface="+mn-ea"/>
                <a:cs typeface="Calibri" panose="020F0502020204030204" pitchFamily="34" charset="0"/>
              </a:rPr>
              <a:t>FreeStyle</a:t>
            </a:r>
            <a:r>
              <a:rPr lang="en-US" sz="933" kern="1200">
                <a:solidFill>
                  <a:schemeClr val="tx1"/>
                </a:solidFill>
                <a:latin typeface="+mn-lt"/>
                <a:ea typeface="+mn-ea"/>
                <a:cs typeface="Calibri" panose="020F0502020204030204" pitchFamily="34" charset="0"/>
              </a:rPr>
              <a:t>, Libre, and related brand marks are marks of Abbott.</a:t>
            </a:r>
          </a:p>
          <a:p>
            <a:pPr>
              <a:spcBef>
                <a:spcPts val="0"/>
              </a:spcBef>
            </a:pPr>
            <a:r>
              <a:rPr lang="en-US" sz="933" kern="1200">
                <a:solidFill>
                  <a:schemeClr val="tx1"/>
                </a:solidFill>
                <a:latin typeface="+mn-lt"/>
                <a:ea typeface="+mn-ea"/>
                <a:cs typeface="Calibri" panose="020F0502020204030204" pitchFamily="34" charset="0"/>
              </a:rPr>
              <a:t>Proprietary and confidential — do not distribute. ADC-XXXXX v1.0</a:t>
            </a:r>
          </a:p>
        </p:txBody>
      </p:sp>
      <p:pic>
        <p:nvPicPr>
          <p:cNvPr id="3" name="Graphic 2">
            <a:extLst>
              <a:ext uri="{FF2B5EF4-FFF2-40B4-BE49-F238E27FC236}">
                <a16:creationId xmlns:a16="http://schemas.microsoft.com/office/drawing/2014/main" id="{6C4C91D0-5653-D1DB-252C-B47C9242FF45}"/>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660402" y="493185"/>
            <a:ext cx="2735913" cy="954617"/>
          </a:xfrm>
          <a:prstGeom prst="rect">
            <a:avLst/>
          </a:prstGeom>
        </p:spPr>
      </p:pic>
    </p:spTree>
    <p:extLst>
      <p:ext uri="{BB962C8B-B14F-4D97-AF65-F5344CB8AC3E}">
        <p14:creationId xmlns:p14="http://schemas.microsoft.com/office/powerpoint/2010/main" val="3707150472"/>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E16D6E74-3911-4251-9210-E9AF0CB4653E}"/>
              </a:ext>
            </a:extLst>
          </p:cNvPr>
          <p:cNvSpPr>
            <a:spLocks noGrp="1"/>
          </p:cNvSpPr>
          <p:nvPr>
            <p:ph type="body" sz="quarter" idx="10" hasCustomPrompt="1"/>
          </p:nvPr>
        </p:nvSpPr>
        <p:spPr>
          <a:xfrm>
            <a:off x="670564" y="355600"/>
            <a:ext cx="6989233" cy="348813"/>
          </a:xfrm>
          <a:prstGeom prst="rect">
            <a:avLst/>
          </a:prstGeom>
        </p:spPr>
        <p:txBody>
          <a:bodyPr>
            <a:noAutofit/>
          </a:bodyPr>
          <a:lstStyle>
            <a:lvl1pPr>
              <a:defRPr sz="1200" b="0" cap="all" spc="200" baseline="0">
                <a:solidFill>
                  <a:srgbClr val="222731"/>
                </a:solidFill>
                <a:latin typeface="+mn-lt"/>
              </a:defRPr>
            </a:lvl1pPr>
            <a:lvl2pPr marL="0" indent="0">
              <a:buNone/>
              <a:defRPr/>
            </a:lvl2pPr>
          </a:lstStyle>
          <a:p>
            <a:pPr lvl="0"/>
            <a:r>
              <a:rPr lang="en-US"/>
              <a:t>Eyebrow CALIBRI LIGHT 9Pt</a:t>
            </a:r>
          </a:p>
        </p:txBody>
      </p:sp>
      <p:sp>
        <p:nvSpPr>
          <p:cNvPr id="15" name="Content Placeholder 9">
            <a:extLst>
              <a:ext uri="{FF2B5EF4-FFF2-40B4-BE49-F238E27FC236}">
                <a16:creationId xmlns:a16="http://schemas.microsoft.com/office/drawing/2014/main" id="{DCEC16E3-E9C3-470B-B2C9-CBD23EA9860F}"/>
              </a:ext>
            </a:extLst>
          </p:cNvPr>
          <p:cNvSpPr>
            <a:spLocks noGrp="1"/>
          </p:cNvSpPr>
          <p:nvPr>
            <p:ph sz="quarter" idx="14"/>
          </p:nvPr>
        </p:nvSpPr>
        <p:spPr>
          <a:xfrm>
            <a:off x="670560" y="2289453"/>
            <a:ext cx="10861040" cy="3927515"/>
          </a:xfrm>
        </p:spPr>
        <p:txBody>
          <a:bodyPr/>
          <a:lstStyle>
            <a:lvl2pPr>
              <a:defRPr sz="2133"/>
            </a:lvl2pPr>
            <a:lvl3pPr>
              <a:defRPr sz="1867"/>
            </a:lvl3pPr>
            <a:lvl4pPr>
              <a:defRPr sz="1600"/>
            </a:lvl4pPr>
            <a:lvl5pPr>
              <a:defRPr sz="1600"/>
            </a:lvl5pPr>
          </a:lstStyle>
          <a:p>
            <a:pPr lvl="0"/>
            <a:r>
              <a:rPr lang="en-US"/>
              <a:t>Click to edit Master text styles</a:t>
            </a:r>
          </a:p>
          <a:p>
            <a:pPr lvl="1"/>
            <a:r>
              <a:rPr lang="en-US"/>
              <a:t>Second level</a:t>
            </a:r>
          </a:p>
          <a:p>
            <a:pPr lvl="2"/>
            <a:r>
              <a:rPr lang="en-US"/>
              <a:t>Third level</a:t>
            </a:r>
          </a:p>
        </p:txBody>
      </p:sp>
      <p:sp>
        <p:nvSpPr>
          <p:cNvPr id="16" name="Text Placeholder 4">
            <a:extLst>
              <a:ext uri="{FF2B5EF4-FFF2-40B4-BE49-F238E27FC236}">
                <a16:creationId xmlns:a16="http://schemas.microsoft.com/office/drawing/2014/main" id="{5D5EEAD8-45FF-4137-A993-0E3B0A63B7A6}"/>
              </a:ext>
            </a:extLst>
          </p:cNvPr>
          <p:cNvSpPr>
            <a:spLocks noGrp="1"/>
          </p:cNvSpPr>
          <p:nvPr>
            <p:ph type="body" sz="quarter" idx="15" hasCustomPrompt="1"/>
          </p:nvPr>
        </p:nvSpPr>
        <p:spPr>
          <a:xfrm>
            <a:off x="670984" y="1778002"/>
            <a:ext cx="10860616" cy="520700"/>
          </a:xfrm>
          <a:prstGeom prst="rect">
            <a:avLst/>
          </a:prstGeom>
        </p:spPr>
        <p:txBody>
          <a:bodyPr>
            <a:noAutofit/>
          </a:bodyPr>
          <a:lstStyle>
            <a:lvl1pPr>
              <a:defRPr sz="2133" b="1" cap="none" baseline="0">
                <a:solidFill>
                  <a:schemeClr val="accent3"/>
                </a:solidFill>
                <a:latin typeface="+mj-lt"/>
              </a:defRPr>
            </a:lvl1pPr>
          </a:lstStyle>
          <a:p>
            <a:pPr lvl="0"/>
            <a:r>
              <a:rPr lang="en-US"/>
              <a:t>Subtitle Calibri 16pt Bold, Blue</a:t>
            </a:r>
          </a:p>
        </p:txBody>
      </p:sp>
      <p:sp>
        <p:nvSpPr>
          <p:cNvPr id="7" name="Title 6">
            <a:extLst>
              <a:ext uri="{FF2B5EF4-FFF2-40B4-BE49-F238E27FC236}">
                <a16:creationId xmlns:a16="http://schemas.microsoft.com/office/drawing/2014/main" id="{1B071053-E294-48B6-82D4-81528F06E152}"/>
              </a:ext>
            </a:extLst>
          </p:cNvPr>
          <p:cNvSpPr>
            <a:spLocks noGrp="1"/>
          </p:cNvSpPr>
          <p:nvPr>
            <p:ph type="title"/>
          </p:nvPr>
        </p:nvSpPr>
        <p:spPr/>
        <p:txBody>
          <a:bodyPr/>
          <a:lstStyle>
            <a:lvl1pPr>
              <a:defRPr>
                <a:solidFill>
                  <a:schemeClr val="tx1"/>
                </a:solidFill>
              </a:defRPr>
            </a:lvl1pPr>
          </a:lstStyle>
          <a:p>
            <a:r>
              <a:rPr lang="en-US"/>
              <a:t>Click to edit Master title style</a:t>
            </a:r>
            <a:endParaRPr lang="en-IN"/>
          </a:p>
        </p:txBody>
      </p:sp>
      <p:sp>
        <p:nvSpPr>
          <p:cNvPr id="5" name="Slide Number Placeholder 4">
            <a:extLst>
              <a:ext uri="{FF2B5EF4-FFF2-40B4-BE49-F238E27FC236}">
                <a16:creationId xmlns:a16="http://schemas.microsoft.com/office/drawing/2014/main" id="{FE19A2EC-AC9D-E1AE-A7D9-2E9D5B9D1094}"/>
              </a:ext>
            </a:extLst>
          </p:cNvPr>
          <p:cNvSpPr>
            <a:spLocks noGrp="1"/>
          </p:cNvSpPr>
          <p:nvPr>
            <p:ph type="sldNum" sz="quarter" idx="18"/>
          </p:nvPr>
        </p:nvSpPr>
        <p:spPr>
          <a:xfrm>
            <a:off x="11092520" y="6419110"/>
            <a:ext cx="554360" cy="366183"/>
          </a:xfrm>
          <a:prstGeom prst="rect">
            <a:avLst/>
          </a:prstGeom>
        </p:spPr>
        <p:txBody>
          <a:bodyPr/>
          <a:lstStyle/>
          <a:p>
            <a:pPr>
              <a:defRPr/>
            </a:pPr>
            <a:fld id="{7B2119CD-3B2D-4CEB-B404-D2E3F8CD6D69}" type="slidenum">
              <a:rPr lang="en-IN" smtClean="0"/>
              <a:pPr>
                <a:defRPr/>
              </a:pPr>
              <a:t>‹#›</a:t>
            </a:fld>
            <a:endParaRPr lang="en-IN"/>
          </a:p>
        </p:txBody>
      </p:sp>
      <p:sp>
        <p:nvSpPr>
          <p:cNvPr id="3" name="Footer Placeholder 4">
            <a:extLst>
              <a:ext uri="{FF2B5EF4-FFF2-40B4-BE49-F238E27FC236}">
                <a16:creationId xmlns:a16="http://schemas.microsoft.com/office/drawing/2014/main" id="{3E51A97F-75B2-2A80-2664-972D70236BE9}"/>
              </a:ext>
            </a:extLst>
          </p:cNvPr>
          <p:cNvSpPr>
            <a:spLocks noGrp="1"/>
          </p:cNvSpPr>
          <p:nvPr>
            <p:ph type="ftr" sz="quarter" idx="3"/>
          </p:nvPr>
        </p:nvSpPr>
        <p:spPr>
          <a:xfrm>
            <a:off x="8372590" y="6413433"/>
            <a:ext cx="2646393" cy="374235"/>
          </a:xfrm>
          <a:prstGeom prst="rect">
            <a:avLst/>
          </a:prstGeom>
        </p:spPr>
        <p:txBody>
          <a:bodyPr vert="horz" lIns="91440" tIns="45720" rIns="91440" bIns="45720" rtlCol="0" anchor="b" anchorCtr="0"/>
          <a:lstStyle>
            <a:lvl1pPr algn="ctr">
              <a:defRPr lang="en-US" sz="933" kern="1200" dirty="0" smtClean="0">
                <a:solidFill>
                  <a:schemeClr val="tx1"/>
                </a:solidFill>
                <a:latin typeface="+mn-lt"/>
                <a:ea typeface="+mn-ea"/>
                <a:cs typeface="+mn-cs"/>
              </a:defRPr>
            </a:lvl1pPr>
          </a:lstStyle>
          <a:p>
            <a:r>
              <a:rPr lang="en-US"/>
              <a:t>ADC Innovation Pipeline |  1-Aug-25</a:t>
            </a:r>
          </a:p>
        </p:txBody>
      </p:sp>
    </p:spTree>
    <p:extLst>
      <p:ext uri="{BB962C8B-B14F-4D97-AF65-F5344CB8AC3E}">
        <p14:creationId xmlns:p14="http://schemas.microsoft.com/office/powerpoint/2010/main" val="460639664"/>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 2">
    <p:bg bwMode="gray">
      <p:bgPr>
        <a:solidFill>
          <a:schemeClr val="tx1"/>
        </a:solidFill>
        <a:effectLst/>
      </p:bgPr>
    </p:bg>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6F9AB58D-2506-7123-BA16-FEF09C6366FE}"/>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60402" y="493185"/>
            <a:ext cx="2735913" cy="954617"/>
          </a:xfrm>
          <a:prstGeom prst="rect">
            <a:avLst/>
          </a:prstGeom>
        </p:spPr>
      </p:pic>
      <p:sp>
        <p:nvSpPr>
          <p:cNvPr id="7" name="Text Placeholder 4">
            <a:extLst>
              <a:ext uri="{FF2B5EF4-FFF2-40B4-BE49-F238E27FC236}">
                <a16:creationId xmlns:a16="http://schemas.microsoft.com/office/drawing/2014/main" id="{DD9DA071-70D9-5990-B4D4-2E5E78971429}"/>
              </a:ext>
            </a:extLst>
          </p:cNvPr>
          <p:cNvSpPr>
            <a:spLocks noGrp="1"/>
          </p:cNvSpPr>
          <p:nvPr>
            <p:ph type="body" sz="quarter" idx="10" hasCustomPrompt="1"/>
          </p:nvPr>
        </p:nvSpPr>
        <p:spPr bwMode="gray">
          <a:xfrm>
            <a:off x="670560" y="5128700"/>
            <a:ext cx="6763173" cy="374893"/>
          </a:xfrm>
          <a:prstGeom prst="rect">
            <a:avLst/>
          </a:prstGeom>
        </p:spPr>
        <p:txBody>
          <a:bodyPr/>
          <a:lstStyle>
            <a:lvl1pPr>
              <a:defRPr sz="1867" b="0" i="0">
                <a:solidFill>
                  <a:schemeClr val="bg1"/>
                </a:solidFill>
                <a:latin typeface="+mn-lt"/>
              </a:defRPr>
            </a:lvl1pPr>
          </a:lstStyle>
          <a:p>
            <a:pPr lvl="0"/>
            <a:r>
              <a:rPr lang="en-US"/>
              <a:t>Speaker Name, Information, or Delete</a:t>
            </a:r>
          </a:p>
        </p:txBody>
      </p:sp>
      <p:sp>
        <p:nvSpPr>
          <p:cNvPr id="11" name="Title 1">
            <a:extLst>
              <a:ext uri="{FF2B5EF4-FFF2-40B4-BE49-F238E27FC236}">
                <a16:creationId xmlns:a16="http://schemas.microsoft.com/office/drawing/2014/main" id="{1432615C-4AB7-5FA3-A9E5-BDE255BC26DC}"/>
              </a:ext>
            </a:extLst>
          </p:cNvPr>
          <p:cNvSpPr>
            <a:spLocks noGrp="1"/>
          </p:cNvSpPr>
          <p:nvPr>
            <p:ph type="ctrTitle" hasCustomPrompt="1"/>
          </p:nvPr>
        </p:nvSpPr>
        <p:spPr bwMode="gray">
          <a:xfrm>
            <a:off x="670560" y="3437469"/>
            <a:ext cx="9092005" cy="1497391"/>
          </a:xfrm>
        </p:spPr>
        <p:txBody>
          <a:bodyPr/>
          <a:lstStyle>
            <a:lvl1pPr algn="l">
              <a:lnSpc>
                <a:spcPct val="90000"/>
              </a:lnSpc>
              <a:defRPr sz="5867" b="0" cap="none" spc="0" baseline="0">
                <a:solidFill>
                  <a:schemeClr val="bg1"/>
                </a:solidFill>
                <a:latin typeface="+mj-lt"/>
              </a:defRPr>
            </a:lvl1pPr>
          </a:lstStyle>
          <a:p>
            <a:r>
              <a:rPr lang="en-US"/>
              <a:t>Click to edit master title style</a:t>
            </a:r>
          </a:p>
        </p:txBody>
      </p:sp>
      <p:sp>
        <p:nvSpPr>
          <p:cNvPr id="8" name="Subtitle 2">
            <a:extLst>
              <a:ext uri="{FF2B5EF4-FFF2-40B4-BE49-F238E27FC236}">
                <a16:creationId xmlns:a16="http://schemas.microsoft.com/office/drawing/2014/main" id="{ADFBFAD9-2E4A-C130-2CC9-E0C8C6176BE6}"/>
              </a:ext>
            </a:extLst>
          </p:cNvPr>
          <p:cNvSpPr>
            <a:spLocks noGrp="1"/>
          </p:cNvSpPr>
          <p:nvPr>
            <p:ph type="subTitle" idx="1" hasCustomPrompt="1"/>
          </p:nvPr>
        </p:nvSpPr>
        <p:spPr bwMode="gray">
          <a:xfrm>
            <a:off x="670561" y="2659171"/>
            <a:ext cx="10850881" cy="640080"/>
          </a:xfrm>
          <a:prstGeom prst="rect">
            <a:avLst/>
          </a:prstGeom>
        </p:spPr>
        <p:txBody>
          <a:bodyPr rIns="0" bIns="0" anchor="b" anchorCtr="0"/>
          <a:lstStyle>
            <a:lvl1pPr marL="0" indent="0" algn="l">
              <a:lnSpc>
                <a:spcPct val="100000"/>
              </a:lnSpc>
              <a:buNone/>
              <a:defRPr sz="2400" b="0" cap="all" spc="200" baseline="0">
                <a:solidFill>
                  <a:schemeClr val="tx2"/>
                </a:solidFill>
                <a:latin typeface="+mn-lt"/>
                <a:cs typeface="Calibri" panose="020F0502020204030204" pitchFamily="34" charset="0"/>
              </a:defRPr>
            </a:lvl1pPr>
            <a:lvl2pPr marL="609570" indent="0" algn="ctr">
              <a:buNone/>
              <a:defRPr>
                <a:solidFill>
                  <a:schemeClr val="tx1">
                    <a:tint val="75000"/>
                  </a:schemeClr>
                </a:solidFill>
              </a:defRPr>
            </a:lvl2pPr>
            <a:lvl3pPr marL="1219140" indent="0" algn="ctr">
              <a:buNone/>
              <a:defRPr>
                <a:solidFill>
                  <a:schemeClr val="tx1">
                    <a:tint val="75000"/>
                  </a:schemeClr>
                </a:solidFill>
              </a:defRPr>
            </a:lvl3pPr>
            <a:lvl4pPr marL="1828709" indent="0" algn="ctr">
              <a:buNone/>
              <a:defRPr>
                <a:solidFill>
                  <a:schemeClr val="tx1">
                    <a:tint val="75000"/>
                  </a:schemeClr>
                </a:solidFill>
              </a:defRPr>
            </a:lvl4pPr>
            <a:lvl5pPr marL="2438278" indent="0" algn="ctr">
              <a:buNone/>
              <a:defRPr>
                <a:solidFill>
                  <a:schemeClr val="tx1">
                    <a:tint val="75000"/>
                  </a:schemeClr>
                </a:solidFill>
              </a:defRPr>
            </a:lvl5pPr>
            <a:lvl6pPr marL="3047848" indent="0" algn="ctr">
              <a:buNone/>
              <a:defRPr>
                <a:solidFill>
                  <a:schemeClr val="tx1">
                    <a:tint val="75000"/>
                  </a:schemeClr>
                </a:solidFill>
              </a:defRPr>
            </a:lvl6pPr>
            <a:lvl7pPr marL="3657418" indent="0" algn="ctr">
              <a:buNone/>
              <a:defRPr>
                <a:solidFill>
                  <a:schemeClr val="tx1">
                    <a:tint val="75000"/>
                  </a:schemeClr>
                </a:solidFill>
              </a:defRPr>
            </a:lvl7pPr>
            <a:lvl8pPr marL="4266987" indent="0" algn="ctr">
              <a:buNone/>
              <a:defRPr>
                <a:solidFill>
                  <a:schemeClr val="tx1">
                    <a:tint val="75000"/>
                  </a:schemeClr>
                </a:solidFill>
              </a:defRPr>
            </a:lvl8pPr>
            <a:lvl9pPr marL="4876557" indent="0" algn="ctr">
              <a:buNone/>
              <a:defRPr>
                <a:solidFill>
                  <a:schemeClr val="tx1">
                    <a:tint val="75000"/>
                  </a:schemeClr>
                </a:solidFill>
              </a:defRPr>
            </a:lvl9pPr>
          </a:lstStyle>
          <a:p>
            <a:r>
              <a:rPr lang="en-US"/>
              <a:t>CLICK TO EDIT MASTER SUBTITLE STYLE</a:t>
            </a:r>
          </a:p>
        </p:txBody>
      </p:sp>
      <p:sp>
        <p:nvSpPr>
          <p:cNvPr id="3" name="Content Placeholder 2">
            <a:extLst>
              <a:ext uri="{FF2B5EF4-FFF2-40B4-BE49-F238E27FC236}">
                <a16:creationId xmlns:a16="http://schemas.microsoft.com/office/drawing/2014/main" id="{AD6C172F-02E3-8D07-D890-5C14DC1A758D}"/>
              </a:ext>
            </a:extLst>
          </p:cNvPr>
          <p:cNvSpPr txBox="1">
            <a:spLocks/>
          </p:cNvSpPr>
          <p:nvPr userDrawn="1"/>
        </p:nvSpPr>
        <p:spPr bwMode="gray">
          <a:xfrm>
            <a:off x="670562" y="6343414"/>
            <a:ext cx="5082732" cy="374895"/>
          </a:xfrm>
          <a:prstGeom prst="rect">
            <a:avLst/>
          </a:prstGeom>
        </p:spPr>
        <p:txBody>
          <a:bodyPr vert="horz" lIns="0" tIns="0" rIns="0" bIns="0" anchor="b" anchorCtr="0"/>
          <a:lstStyle>
            <a:lvl1pPr marL="0" indent="0" algn="l" defTabSz="457200" rtl="0" eaLnBrk="1" latinLnBrk="0" hangingPunct="1">
              <a:spcBef>
                <a:spcPct val="20000"/>
              </a:spcBef>
              <a:buFont typeface="Arial"/>
              <a:buNone/>
              <a:defRPr sz="900" kern="1200">
                <a:solidFill>
                  <a:schemeClr val="tx1"/>
                </a:solidFill>
                <a:latin typeface="Georgia"/>
                <a:ea typeface="+mn-ea"/>
                <a:cs typeface="Georgia"/>
              </a:defRPr>
            </a:lvl1pPr>
            <a:lvl2pPr marL="457200" indent="0" algn="l" defTabSz="457200" rtl="0" eaLnBrk="1" latinLnBrk="0" hangingPunct="1">
              <a:spcBef>
                <a:spcPct val="20000"/>
              </a:spcBef>
              <a:buFont typeface="Arial"/>
              <a:buNone/>
              <a:defRPr sz="900" kern="1200">
                <a:solidFill>
                  <a:schemeClr val="tx1"/>
                </a:solidFill>
                <a:latin typeface="Georgia"/>
                <a:ea typeface="+mn-ea"/>
                <a:cs typeface="Georgia"/>
              </a:defRPr>
            </a:lvl2pPr>
            <a:lvl3pPr marL="914400" indent="0" algn="l" defTabSz="457200" rtl="0" eaLnBrk="1" latinLnBrk="0" hangingPunct="1">
              <a:spcBef>
                <a:spcPct val="20000"/>
              </a:spcBef>
              <a:buFont typeface="Arial"/>
              <a:buNone/>
              <a:defRPr sz="900" kern="1200">
                <a:solidFill>
                  <a:schemeClr val="tx1"/>
                </a:solidFill>
                <a:latin typeface="Georgia"/>
                <a:ea typeface="+mn-ea"/>
                <a:cs typeface="Georgia"/>
              </a:defRPr>
            </a:lvl3pPr>
            <a:lvl4pPr marL="1371600" indent="0" algn="l" defTabSz="457200" rtl="0" eaLnBrk="1" latinLnBrk="0" hangingPunct="1">
              <a:spcBef>
                <a:spcPct val="20000"/>
              </a:spcBef>
              <a:buFont typeface="Arial"/>
              <a:buNone/>
              <a:defRPr sz="900" kern="1200">
                <a:solidFill>
                  <a:schemeClr val="tx1"/>
                </a:solidFill>
                <a:latin typeface="Georgia"/>
                <a:ea typeface="+mn-ea"/>
                <a:cs typeface="Georgia"/>
              </a:defRPr>
            </a:lvl4pPr>
            <a:lvl5pPr marL="1828800" indent="0" algn="l" defTabSz="457200" rtl="0" eaLnBrk="1" latinLnBrk="0" hangingPunct="1">
              <a:spcBef>
                <a:spcPct val="20000"/>
              </a:spcBef>
              <a:buFont typeface="Arial"/>
              <a:buNone/>
              <a:defRPr sz="900" kern="1200">
                <a:solidFill>
                  <a:schemeClr val="tx1"/>
                </a:solidFill>
                <a:latin typeface="Georgia"/>
                <a:ea typeface="+mn-ea"/>
                <a:cs typeface="Georgia"/>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l" defTabSz="609570" rtl="0" eaLnBrk="1" fontAlgn="auto" latinLnBrk="0" hangingPunct="1">
              <a:lnSpc>
                <a:spcPct val="100000"/>
              </a:lnSpc>
              <a:spcBef>
                <a:spcPts val="0"/>
              </a:spcBef>
              <a:spcAft>
                <a:spcPts val="0"/>
              </a:spcAft>
              <a:buClrTx/>
              <a:buSzTx/>
              <a:buFont typeface="Arial"/>
              <a:buNone/>
              <a:tabLst/>
              <a:defRPr/>
            </a:pPr>
            <a:r>
              <a:rPr lang="en-US" sz="933" kern="1200">
                <a:solidFill>
                  <a:schemeClr val="bg1"/>
                </a:solidFill>
                <a:latin typeface="+mn-lt"/>
                <a:ea typeface="+mn-ea"/>
                <a:cs typeface="Calibri" panose="020F0502020204030204" pitchFamily="34" charset="0"/>
              </a:rPr>
              <a:t>The sensor housing, </a:t>
            </a:r>
            <a:r>
              <a:rPr lang="en-US" sz="933" kern="1200" err="1">
                <a:solidFill>
                  <a:schemeClr val="bg1"/>
                </a:solidFill>
                <a:latin typeface="+mn-lt"/>
                <a:ea typeface="+mn-ea"/>
                <a:cs typeface="Calibri" panose="020F0502020204030204" pitchFamily="34" charset="0"/>
              </a:rPr>
              <a:t>FreeStyle</a:t>
            </a:r>
            <a:r>
              <a:rPr lang="en-US" sz="933" kern="1200">
                <a:solidFill>
                  <a:schemeClr val="bg1"/>
                </a:solidFill>
                <a:latin typeface="+mn-lt"/>
                <a:ea typeface="+mn-ea"/>
                <a:cs typeface="Calibri" panose="020F0502020204030204" pitchFamily="34" charset="0"/>
              </a:rPr>
              <a:t>, Libre, and related brand marks are marks of Abbott.</a:t>
            </a:r>
          </a:p>
          <a:p>
            <a:pPr>
              <a:spcBef>
                <a:spcPts val="0"/>
              </a:spcBef>
            </a:pPr>
            <a:r>
              <a:rPr lang="en-US" sz="933" kern="1200">
                <a:solidFill>
                  <a:schemeClr val="bg1"/>
                </a:solidFill>
                <a:latin typeface="+mn-lt"/>
                <a:ea typeface="+mn-ea"/>
                <a:cs typeface="Calibri" panose="020F0502020204030204" pitchFamily="34" charset="0"/>
              </a:rPr>
              <a:t>Proprietary and confidential — do not distribute. ADC-XXXXX v1.0</a:t>
            </a:r>
          </a:p>
        </p:txBody>
      </p:sp>
      <p:pic>
        <p:nvPicPr>
          <p:cNvPr id="13" name="Graphic 12">
            <a:extLst>
              <a:ext uri="{FF2B5EF4-FFF2-40B4-BE49-F238E27FC236}">
                <a16:creationId xmlns:a16="http://schemas.microsoft.com/office/drawing/2014/main" id="{8A3F46E9-5A5F-48A1-4914-418375E5A036}"/>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0836309" y="5489459"/>
            <a:ext cx="685131" cy="780288"/>
          </a:xfrm>
          <a:prstGeom prst="rect">
            <a:avLst/>
          </a:prstGeom>
        </p:spPr>
      </p:pic>
    </p:spTree>
    <p:extLst>
      <p:ext uri="{BB962C8B-B14F-4D97-AF65-F5344CB8AC3E}">
        <p14:creationId xmlns:p14="http://schemas.microsoft.com/office/powerpoint/2010/main" val="1349000286"/>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 3">
    <p:bg bwMode="gray">
      <p:bgPr>
        <a:solidFill>
          <a:schemeClr val="bg1"/>
        </a:solidFill>
        <a:effectLst/>
      </p:bgPr>
    </p:bg>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7E76DE39-55B9-A41A-3D56-961A4943BAF8}"/>
              </a:ext>
            </a:extLst>
          </p:cNvPr>
          <p:cNvPicPr>
            <a:picLocks noChangeAspect="1"/>
          </p:cNvPicPr>
          <p:nvPr userDrawn="1"/>
        </p:nvPicPr>
        <p:blipFill>
          <a:blip>
            <a:extLst>
              <a:ext uri="{96DAC541-7B7A-43D3-8B79-37D633B846F1}">
                <asvg:svgBlip xmlns:asvg="http://schemas.microsoft.com/office/drawing/2016/SVG/main" r:embed="rId2"/>
              </a:ext>
            </a:extLst>
          </a:blip>
          <a:srcRect t="16335"/>
          <a:stretch/>
        </p:blipFill>
        <p:spPr>
          <a:xfrm>
            <a:off x="6705601" y="2"/>
            <a:ext cx="5241985" cy="4385732"/>
          </a:xfrm>
          <a:prstGeom prst="rect">
            <a:avLst/>
          </a:prstGeom>
        </p:spPr>
      </p:pic>
      <p:pic>
        <p:nvPicPr>
          <p:cNvPr id="8" name="Graphic 7">
            <a:extLst>
              <a:ext uri="{FF2B5EF4-FFF2-40B4-BE49-F238E27FC236}">
                <a16:creationId xmlns:a16="http://schemas.microsoft.com/office/drawing/2014/main" id="{8AFC241D-8FE8-045A-9C58-FF93C735A83C}"/>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0832753" y="5489460"/>
            <a:ext cx="688689" cy="784341"/>
          </a:xfrm>
          <a:prstGeom prst="rect">
            <a:avLst/>
          </a:prstGeom>
        </p:spPr>
      </p:pic>
      <p:sp>
        <p:nvSpPr>
          <p:cNvPr id="7" name="Text Placeholder 4">
            <a:extLst>
              <a:ext uri="{FF2B5EF4-FFF2-40B4-BE49-F238E27FC236}">
                <a16:creationId xmlns:a16="http://schemas.microsoft.com/office/drawing/2014/main" id="{DD9DA071-70D9-5990-B4D4-2E5E78971429}"/>
              </a:ext>
            </a:extLst>
          </p:cNvPr>
          <p:cNvSpPr>
            <a:spLocks noGrp="1"/>
          </p:cNvSpPr>
          <p:nvPr>
            <p:ph type="body" sz="quarter" idx="10" hasCustomPrompt="1"/>
          </p:nvPr>
        </p:nvSpPr>
        <p:spPr bwMode="gray">
          <a:xfrm>
            <a:off x="670559" y="5476931"/>
            <a:ext cx="6763172" cy="374893"/>
          </a:xfrm>
          <a:prstGeom prst="rect">
            <a:avLst/>
          </a:prstGeom>
        </p:spPr>
        <p:txBody>
          <a:bodyPr/>
          <a:lstStyle>
            <a:lvl1pPr>
              <a:defRPr sz="1867" b="0" i="0">
                <a:solidFill>
                  <a:schemeClr val="tx1"/>
                </a:solidFill>
                <a:latin typeface="+mn-lt"/>
              </a:defRPr>
            </a:lvl1pPr>
          </a:lstStyle>
          <a:p>
            <a:pPr lvl="0"/>
            <a:r>
              <a:rPr lang="en-US"/>
              <a:t>Speaker Name, Information, or Delete</a:t>
            </a:r>
          </a:p>
        </p:txBody>
      </p:sp>
      <p:sp>
        <p:nvSpPr>
          <p:cNvPr id="11" name="Title 1">
            <a:extLst>
              <a:ext uri="{FF2B5EF4-FFF2-40B4-BE49-F238E27FC236}">
                <a16:creationId xmlns:a16="http://schemas.microsoft.com/office/drawing/2014/main" id="{1432615C-4AB7-5FA3-A9E5-BDE255BC26DC}"/>
              </a:ext>
            </a:extLst>
          </p:cNvPr>
          <p:cNvSpPr>
            <a:spLocks noGrp="1"/>
          </p:cNvSpPr>
          <p:nvPr>
            <p:ph type="ctrTitle" hasCustomPrompt="1"/>
          </p:nvPr>
        </p:nvSpPr>
        <p:spPr bwMode="gray">
          <a:xfrm>
            <a:off x="670561" y="3335869"/>
            <a:ext cx="6729307" cy="1999159"/>
          </a:xfrm>
        </p:spPr>
        <p:txBody>
          <a:bodyPr/>
          <a:lstStyle>
            <a:lvl1pPr algn="l">
              <a:lnSpc>
                <a:spcPct val="90000"/>
              </a:lnSpc>
              <a:defRPr sz="5867" b="0" cap="none" spc="0" baseline="0">
                <a:solidFill>
                  <a:srgbClr val="002A3A"/>
                </a:solidFill>
                <a:latin typeface="+mj-lt"/>
              </a:defRPr>
            </a:lvl1pPr>
          </a:lstStyle>
          <a:p>
            <a:r>
              <a:rPr lang="en-US"/>
              <a:t>Click to edit master title style</a:t>
            </a:r>
          </a:p>
        </p:txBody>
      </p:sp>
      <p:sp>
        <p:nvSpPr>
          <p:cNvPr id="2" name="Subtitle 2">
            <a:extLst>
              <a:ext uri="{FF2B5EF4-FFF2-40B4-BE49-F238E27FC236}">
                <a16:creationId xmlns:a16="http://schemas.microsoft.com/office/drawing/2014/main" id="{FA13A010-D954-66F9-2596-471ABDC8F039}"/>
              </a:ext>
            </a:extLst>
          </p:cNvPr>
          <p:cNvSpPr>
            <a:spLocks noGrp="1"/>
          </p:cNvSpPr>
          <p:nvPr>
            <p:ph type="subTitle" idx="1" hasCustomPrompt="1"/>
          </p:nvPr>
        </p:nvSpPr>
        <p:spPr bwMode="gray">
          <a:xfrm>
            <a:off x="670561" y="2472904"/>
            <a:ext cx="5425441" cy="640080"/>
          </a:xfrm>
          <a:prstGeom prst="rect">
            <a:avLst/>
          </a:prstGeom>
        </p:spPr>
        <p:txBody>
          <a:bodyPr rIns="0" bIns="0" anchor="b" anchorCtr="0"/>
          <a:lstStyle>
            <a:lvl1pPr marL="0" indent="0" algn="l">
              <a:lnSpc>
                <a:spcPct val="100000"/>
              </a:lnSpc>
              <a:buNone/>
              <a:defRPr sz="2133" b="1" cap="all" spc="200" baseline="0">
                <a:solidFill>
                  <a:schemeClr val="tx1"/>
                </a:solidFill>
                <a:latin typeface="Calibri" panose="020F0502020204030204" pitchFamily="34" charset="0"/>
                <a:cs typeface="Calibri" panose="020F0502020204030204" pitchFamily="34" charset="0"/>
              </a:defRPr>
            </a:lvl1pPr>
            <a:lvl2pPr marL="609570" indent="0" algn="ctr">
              <a:buNone/>
              <a:defRPr>
                <a:solidFill>
                  <a:schemeClr val="tx1">
                    <a:tint val="75000"/>
                  </a:schemeClr>
                </a:solidFill>
              </a:defRPr>
            </a:lvl2pPr>
            <a:lvl3pPr marL="1219140" indent="0" algn="ctr">
              <a:buNone/>
              <a:defRPr>
                <a:solidFill>
                  <a:schemeClr val="tx1">
                    <a:tint val="75000"/>
                  </a:schemeClr>
                </a:solidFill>
              </a:defRPr>
            </a:lvl3pPr>
            <a:lvl4pPr marL="1828709" indent="0" algn="ctr">
              <a:buNone/>
              <a:defRPr>
                <a:solidFill>
                  <a:schemeClr val="tx1">
                    <a:tint val="75000"/>
                  </a:schemeClr>
                </a:solidFill>
              </a:defRPr>
            </a:lvl4pPr>
            <a:lvl5pPr marL="2438278" indent="0" algn="ctr">
              <a:buNone/>
              <a:defRPr>
                <a:solidFill>
                  <a:schemeClr val="tx1">
                    <a:tint val="75000"/>
                  </a:schemeClr>
                </a:solidFill>
              </a:defRPr>
            </a:lvl5pPr>
            <a:lvl6pPr marL="3047848" indent="0" algn="ctr">
              <a:buNone/>
              <a:defRPr>
                <a:solidFill>
                  <a:schemeClr val="tx1">
                    <a:tint val="75000"/>
                  </a:schemeClr>
                </a:solidFill>
              </a:defRPr>
            </a:lvl6pPr>
            <a:lvl7pPr marL="3657418" indent="0" algn="ctr">
              <a:buNone/>
              <a:defRPr>
                <a:solidFill>
                  <a:schemeClr val="tx1">
                    <a:tint val="75000"/>
                  </a:schemeClr>
                </a:solidFill>
              </a:defRPr>
            </a:lvl7pPr>
            <a:lvl8pPr marL="4266987" indent="0" algn="ctr">
              <a:buNone/>
              <a:defRPr>
                <a:solidFill>
                  <a:schemeClr val="tx1">
                    <a:tint val="75000"/>
                  </a:schemeClr>
                </a:solidFill>
              </a:defRPr>
            </a:lvl8pPr>
            <a:lvl9pPr marL="4876557" indent="0" algn="ctr">
              <a:buNone/>
              <a:defRPr>
                <a:solidFill>
                  <a:schemeClr val="tx1">
                    <a:tint val="75000"/>
                  </a:schemeClr>
                </a:solidFill>
              </a:defRPr>
            </a:lvl9pPr>
          </a:lstStyle>
          <a:p>
            <a:r>
              <a:rPr lang="en-US"/>
              <a:t>CLICK TO EDIT MASTER SUBTITLE STYLE</a:t>
            </a:r>
          </a:p>
        </p:txBody>
      </p:sp>
      <p:sp>
        <p:nvSpPr>
          <p:cNvPr id="4" name="Content Placeholder 2">
            <a:extLst>
              <a:ext uri="{FF2B5EF4-FFF2-40B4-BE49-F238E27FC236}">
                <a16:creationId xmlns:a16="http://schemas.microsoft.com/office/drawing/2014/main" id="{878BDC3E-8393-C7FB-3A20-4D5027731F73}"/>
              </a:ext>
            </a:extLst>
          </p:cNvPr>
          <p:cNvSpPr txBox="1">
            <a:spLocks/>
          </p:cNvSpPr>
          <p:nvPr userDrawn="1"/>
        </p:nvSpPr>
        <p:spPr bwMode="gray">
          <a:xfrm>
            <a:off x="670562" y="6343414"/>
            <a:ext cx="5082732" cy="374895"/>
          </a:xfrm>
          <a:prstGeom prst="rect">
            <a:avLst/>
          </a:prstGeom>
        </p:spPr>
        <p:txBody>
          <a:bodyPr vert="horz" lIns="0" tIns="0" rIns="0" bIns="0" anchor="b" anchorCtr="0"/>
          <a:lstStyle>
            <a:lvl1pPr marL="0" indent="0" algn="l" defTabSz="457200" rtl="0" eaLnBrk="1" latinLnBrk="0" hangingPunct="1">
              <a:spcBef>
                <a:spcPct val="20000"/>
              </a:spcBef>
              <a:buFont typeface="Arial"/>
              <a:buNone/>
              <a:defRPr sz="900" kern="1200">
                <a:solidFill>
                  <a:schemeClr val="tx1"/>
                </a:solidFill>
                <a:latin typeface="Georgia"/>
                <a:ea typeface="+mn-ea"/>
                <a:cs typeface="Georgia"/>
              </a:defRPr>
            </a:lvl1pPr>
            <a:lvl2pPr marL="457200" indent="0" algn="l" defTabSz="457200" rtl="0" eaLnBrk="1" latinLnBrk="0" hangingPunct="1">
              <a:spcBef>
                <a:spcPct val="20000"/>
              </a:spcBef>
              <a:buFont typeface="Arial"/>
              <a:buNone/>
              <a:defRPr sz="900" kern="1200">
                <a:solidFill>
                  <a:schemeClr val="tx1"/>
                </a:solidFill>
                <a:latin typeface="Georgia"/>
                <a:ea typeface="+mn-ea"/>
                <a:cs typeface="Georgia"/>
              </a:defRPr>
            </a:lvl2pPr>
            <a:lvl3pPr marL="914400" indent="0" algn="l" defTabSz="457200" rtl="0" eaLnBrk="1" latinLnBrk="0" hangingPunct="1">
              <a:spcBef>
                <a:spcPct val="20000"/>
              </a:spcBef>
              <a:buFont typeface="Arial"/>
              <a:buNone/>
              <a:defRPr sz="900" kern="1200">
                <a:solidFill>
                  <a:schemeClr val="tx1"/>
                </a:solidFill>
                <a:latin typeface="Georgia"/>
                <a:ea typeface="+mn-ea"/>
                <a:cs typeface="Georgia"/>
              </a:defRPr>
            </a:lvl3pPr>
            <a:lvl4pPr marL="1371600" indent="0" algn="l" defTabSz="457200" rtl="0" eaLnBrk="1" latinLnBrk="0" hangingPunct="1">
              <a:spcBef>
                <a:spcPct val="20000"/>
              </a:spcBef>
              <a:buFont typeface="Arial"/>
              <a:buNone/>
              <a:defRPr sz="900" kern="1200">
                <a:solidFill>
                  <a:schemeClr val="tx1"/>
                </a:solidFill>
                <a:latin typeface="Georgia"/>
                <a:ea typeface="+mn-ea"/>
                <a:cs typeface="Georgia"/>
              </a:defRPr>
            </a:lvl4pPr>
            <a:lvl5pPr marL="1828800" indent="0" algn="l" defTabSz="457200" rtl="0" eaLnBrk="1" latinLnBrk="0" hangingPunct="1">
              <a:spcBef>
                <a:spcPct val="20000"/>
              </a:spcBef>
              <a:buFont typeface="Arial"/>
              <a:buNone/>
              <a:defRPr sz="900" kern="1200">
                <a:solidFill>
                  <a:schemeClr val="tx1"/>
                </a:solidFill>
                <a:latin typeface="Georgia"/>
                <a:ea typeface="+mn-ea"/>
                <a:cs typeface="Georgia"/>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l" defTabSz="609570" rtl="0" eaLnBrk="1" fontAlgn="auto" latinLnBrk="0" hangingPunct="1">
              <a:lnSpc>
                <a:spcPct val="100000"/>
              </a:lnSpc>
              <a:spcBef>
                <a:spcPts val="0"/>
              </a:spcBef>
              <a:spcAft>
                <a:spcPts val="0"/>
              </a:spcAft>
              <a:buClrTx/>
              <a:buSzTx/>
              <a:buFont typeface="Arial"/>
              <a:buNone/>
              <a:tabLst/>
              <a:defRPr/>
            </a:pPr>
            <a:r>
              <a:rPr lang="en-US" sz="933" kern="1200">
                <a:solidFill>
                  <a:schemeClr val="tx1"/>
                </a:solidFill>
                <a:latin typeface="+mn-lt"/>
                <a:ea typeface="+mn-ea"/>
                <a:cs typeface="Calibri" panose="020F0502020204030204" pitchFamily="34" charset="0"/>
              </a:rPr>
              <a:t>The sensor housing, </a:t>
            </a:r>
            <a:r>
              <a:rPr lang="en-US" sz="933" kern="1200" err="1">
                <a:solidFill>
                  <a:schemeClr val="tx1"/>
                </a:solidFill>
                <a:latin typeface="+mn-lt"/>
                <a:ea typeface="+mn-ea"/>
                <a:cs typeface="Calibri" panose="020F0502020204030204" pitchFamily="34" charset="0"/>
              </a:rPr>
              <a:t>FreeStyle</a:t>
            </a:r>
            <a:r>
              <a:rPr lang="en-US" sz="933" kern="1200">
                <a:solidFill>
                  <a:schemeClr val="tx1"/>
                </a:solidFill>
                <a:latin typeface="+mn-lt"/>
                <a:ea typeface="+mn-ea"/>
                <a:cs typeface="Calibri" panose="020F0502020204030204" pitchFamily="34" charset="0"/>
              </a:rPr>
              <a:t>, Libre, and related brand marks are marks of Abbott.</a:t>
            </a:r>
          </a:p>
          <a:p>
            <a:pPr>
              <a:spcBef>
                <a:spcPts val="0"/>
              </a:spcBef>
            </a:pPr>
            <a:r>
              <a:rPr lang="en-US" sz="933" kern="1200">
                <a:solidFill>
                  <a:schemeClr val="tx1"/>
                </a:solidFill>
                <a:latin typeface="+mn-lt"/>
                <a:ea typeface="+mn-ea"/>
                <a:cs typeface="Calibri" panose="020F0502020204030204" pitchFamily="34" charset="0"/>
              </a:rPr>
              <a:t>Proprietary and confidential — do not distribute. ADC-XXXXX v1.0</a:t>
            </a:r>
          </a:p>
        </p:txBody>
      </p:sp>
      <p:pic>
        <p:nvPicPr>
          <p:cNvPr id="14" name="Graphic 13">
            <a:extLst>
              <a:ext uri="{FF2B5EF4-FFF2-40B4-BE49-F238E27FC236}">
                <a16:creationId xmlns:a16="http://schemas.microsoft.com/office/drawing/2014/main" id="{7056076B-6A14-252B-BD44-134770120927}"/>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660402" y="493185"/>
            <a:ext cx="1771455" cy="954617"/>
          </a:xfrm>
          <a:prstGeom prst="rect">
            <a:avLst/>
          </a:prstGeom>
        </p:spPr>
      </p:pic>
    </p:spTree>
    <p:extLst>
      <p:ext uri="{BB962C8B-B14F-4D97-AF65-F5344CB8AC3E}">
        <p14:creationId xmlns:p14="http://schemas.microsoft.com/office/powerpoint/2010/main" val="2348209908"/>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Slide 4">
    <p:bg bwMode="gray">
      <p:bgPr>
        <a:solidFill>
          <a:schemeClr val="bg1"/>
        </a:solidFill>
        <a:effectLst/>
      </p:bgPr>
    </p:bg>
    <p:spTree>
      <p:nvGrpSpPr>
        <p:cNvPr id="1" name=""/>
        <p:cNvGrpSpPr/>
        <p:nvPr/>
      </p:nvGrpSpPr>
      <p:grpSpPr>
        <a:xfrm>
          <a:off x="0" y="0"/>
          <a:ext cx="0" cy="0"/>
          <a:chOff x="0" y="0"/>
          <a:chExt cx="0" cy="0"/>
        </a:xfrm>
      </p:grpSpPr>
      <p:sp>
        <p:nvSpPr>
          <p:cNvPr id="7" name="Text Placeholder 4">
            <a:extLst>
              <a:ext uri="{FF2B5EF4-FFF2-40B4-BE49-F238E27FC236}">
                <a16:creationId xmlns:a16="http://schemas.microsoft.com/office/drawing/2014/main" id="{DD9DA071-70D9-5990-B4D4-2E5E78971429}"/>
              </a:ext>
            </a:extLst>
          </p:cNvPr>
          <p:cNvSpPr>
            <a:spLocks noGrp="1"/>
          </p:cNvSpPr>
          <p:nvPr>
            <p:ph type="body" sz="quarter" idx="10" hasCustomPrompt="1"/>
          </p:nvPr>
        </p:nvSpPr>
        <p:spPr bwMode="gray">
          <a:xfrm>
            <a:off x="670561" y="4766520"/>
            <a:ext cx="4307841" cy="374893"/>
          </a:xfrm>
          <a:prstGeom prst="rect">
            <a:avLst/>
          </a:prstGeom>
        </p:spPr>
        <p:txBody>
          <a:bodyPr anchor="b"/>
          <a:lstStyle>
            <a:lvl1pPr>
              <a:defRPr sz="1867" b="0" i="0">
                <a:solidFill>
                  <a:schemeClr val="tx1"/>
                </a:solidFill>
                <a:latin typeface="+mn-lt"/>
              </a:defRPr>
            </a:lvl1pPr>
          </a:lstStyle>
          <a:p>
            <a:pPr lvl="0"/>
            <a:r>
              <a:rPr lang="en-US"/>
              <a:t>Speaker Name, Information, or Delete</a:t>
            </a:r>
          </a:p>
        </p:txBody>
      </p:sp>
      <p:sp>
        <p:nvSpPr>
          <p:cNvPr id="11" name="Title 1">
            <a:extLst>
              <a:ext uri="{FF2B5EF4-FFF2-40B4-BE49-F238E27FC236}">
                <a16:creationId xmlns:a16="http://schemas.microsoft.com/office/drawing/2014/main" id="{1432615C-4AB7-5FA3-A9E5-BDE255BC26DC}"/>
              </a:ext>
            </a:extLst>
          </p:cNvPr>
          <p:cNvSpPr>
            <a:spLocks noGrp="1"/>
          </p:cNvSpPr>
          <p:nvPr>
            <p:ph type="ctrTitle" hasCustomPrompt="1"/>
          </p:nvPr>
        </p:nvSpPr>
        <p:spPr bwMode="gray">
          <a:xfrm>
            <a:off x="670560" y="2235202"/>
            <a:ext cx="6153573" cy="1999159"/>
          </a:xfrm>
        </p:spPr>
        <p:txBody>
          <a:bodyPr/>
          <a:lstStyle>
            <a:lvl1pPr algn="l">
              <a:lnSpc>
                <a:spcPct val="90000"/>
              </a:lnSpc>
              <a:defRPr sz="5867" b="0" cap="none" spc="0" baseline="0">
                <a:solidFill>
                  <a:srgbClr val="002A3A"/>
                </a:solidFill>
                <a:latin typeface="+mj-lt"/>
              </a:defRPr>
            </a:lvl1pPr>
          </a:lstStyle>
          <a:p>
            <a:r>
              <a:rPr lang="en-US"/>
              <a:t>Click to edit master title style</a:t>
            </a:r>
          </a:p>
        </p:txBody>
      </p:sp>
      <p:sp>
        <p:nvSpPr>
          <p:cNvPr id="2" name="Subtitle 2">
            <a:extLst>
              <a:ext uri="{FF2B5EF4-FFF2-40B4-BE49-F238E27FC236}">
                <a16:creationId xmlns:a16="http://schemas.microsoft.com/office/drawing/2014/main" id="{FA13A010-D954-66F9-2596-471ABDC8F039}"/>
              </a:ext>
            </a:extLst>
          </p:cNvPr>
          <p:cNvSpPr>
            <a:spLocks noGrp="1"/>
          </p:cNvSpPr>
          <p:nvPr>
            <p:ph type="subTitle" idx="1" hasCustomPrompt="1"/>
          </p:nvPr>
        </p:nvSpPr>
        <p:spPr bwMode="gray">
          <a:xfrm>
            <a:off x="670561" y="1372237"/>
            <a:ext cx="5425441" cy="640080"/>
          </a:xfrm>
          <a:prstGeom prst="rect">
            <a:avLst/>
          </a:prstGeom>
        </p:spPr>
        <p:txBody>
          <a:bodyPr rIns="0" bIns="0" anchor="b" anchorCtr="0"/>
          <a:lstStyle>
            <a:lvl1pPr marL="0" indent="0" algn="l">
              <a:lnSpc>
                <a:spcPct val="100000"/>
              </a:lnSpc>
              <a:buNone/>
              <a:defRPr sz="2133" b="1" cap="all" spc="200" baseline="0">
                <a:solidFill>
                  <a:schemeClr val="tx1"/>
                </a:solidFill>
                <a:latin typeface="Calibri" panose="020F0502020204030204" pitchFamily="34" charset="0"/>
                <a:cs typeface="Calibri" panose="020F0502020204030204" pitchFamily="34" charset="0"/>
              </a:defRPr>
            </a:lvl1pPr>
            <a:lvl2pPr marL="609570" indent="0" algn="ctr">
              <a:buNone/>
              <a:defRPr>
                <a:solidFill>
                  <a:schemeClr val="tx1">
                    <a:tint val="75000"/>
                  </a:schemeClr>
                </a:solidFill>
              </a:defRPr>
            </a:lvl2pPr>
            <a:lvl3pPr marL="1219140" indent="0" algn="ctr">
              <a:buNone/>
              <a:defRPr>
                <a:solidFill>
                  <a:schemeClr val="tx1">
                    <a:tint val="75000"/>
                  </a:schemeClr>
                </a:solidFill>
              </a:defRPr>
            </a:lvl3pPr>
            <a:lvl4pPr marL="1828709" indent="0" algn="ctr">
              <a:buNone/>
              <a:defRPr>
                <a:solidFill>
                  <a:schemeClr val="tx1">
                    <a:tint val="75000"/>
                  </a:schemeClr>
                </a:solidFill>
              </a:defRPr>
            </a:lvl4pPr>
            <a:lvl5pPr marL="2438278" indent="0" algn="ctr">
              <a:buNone/>
              <a:defRPr>
                <a:solidFill>
                  <a:schemeClr val="tx1">
                    <a:tint val="75000"/>
                  </a:schemeClr>
                </a:solidFill>
              </a:defRPr>
            </a:lvl5pPr>
            <a:lvl6pPr marL="3047848" indent="0" algn="ctr">
              <a:buNone/>
              <a:defRPr>
                <a:solidFill>
                  <a:schemeClr val="tx1">
                    <a:tint val="75000"/>
                  </a:schemeClr>
                </a:solidFill>
              </a:defRPr>
            </a:lvl6pPr>
            <a:lvl7pPr marL="3657418" indent="0" algn="ctr">
              <a:buNone/>
              <a:defRPr>
                <a:solidFill>
                  <a:schemeClr val="tx1">
                    <a:tint val="75000"/>
                  </a:schemeClr>
                </a:solidFill>
              </a:defRPr>
            </a:lvl7pPr>
            <a:lvl8pPr marL="4266987" indent="0" algn="ctr">
              <a:buNone/>
              <a:defRPr>
                <a:solidFill>
                  <a:schemeClr val="tx1">
                    <a:tint val="75000"/>
                  </a:schemeClr>
                </a:solidFill>
              </a:defRPr>
            </a:lvl8pPr>
            <a:lvl9pPr marL="4876557" indent="0" algn="ctr">
              <a:buNone/>
              <a:defRPr>
                <a:solidFill>
                  <a:schemeClr val="tx1">
                    <a:tint val="75000"/>
                  </a:schemeClr>
                </a:solidFill>
              </a:defRPr>
            </a:lvl9pPr>
          </a:lstStyle>
          <a:p>
            <a:r>
              <a:rPr lang="en-US"/>
              <a:t>CLICK TO EDIT MASTER SUBTITLE STYLE</a:t>
            </a:r>
          </a:p>
        </p:txBody>
      </p:sp>
      <p:sp>
        <p:nvSpPr>
          <p:cNvPr id="4" name="Content Placeholder 2">
            <a:extLst>
              <a:ext uri="{FF2B5EF4-FFF2-40B4-BE49-F238E27FC236}">
                <a16:creationId xmlns:a16="http://schemas.microsoft.com/office/drawing/2014/main" id="{878BDC3E-8393-C7FB-3A20-4D5027731F73}"/>
              </a:ext>
            </a:extLst>
          </p:cNvPr>
          <p:cNvSpPr txBox="1">
            <a:spLocks/>
          </p:cNvSpPr>
          <p:nvPr userDrawn="1"/>
        </p:nvSpPr>
        <p:spPr bwMode="gray">
          <a:xfrm>
            <a:off x="670562" y="6343414"/>
            <a:ext cx="5082732" cy="374895"/>
          </a:xfrm>
          <a:prstGeom prst="rect">
            <a:avLst/>
          </a:prstGeom>
        </p:spPr>
        <p:txBody>
          <a:bodyPr vert="horz" lIns="0" tIns="0" rIns="0" bIns="0" anchor="b" anchorCtr="0"/>
          <a:lstStyle>
            <a:lvl1pPr marL="0" indent="0" algn="l" defTabSz="457200" rtl="0" eaLnBrk="1" latinLnBrk="0" hangingPunct="1">
              <a:spcBef>
                <a:spcPct val="20000"/>
              </a:spcBef>
              <a:buFont typeface="Arial"/>
              <a:buNone/>
              <a:defRPr sz="900" kern="1200">
                <a:solidFill>
                  <a:schemeClr val="tx1"/>
                </a:solidFill>
                <a:latin typeface="Georgia"/>
                <a:ea typeface="+mn-ea"/>
                <a:cs typeface="Georgia"/>
              </a:defRPr>
            </a:lvl1pPr>
            <a:lvl2pPr marL="457200" indent="0" algn="l" defTabSz="457200" rtl="0" eaLnBrk="1" latinLnBrk="0" hangingPunct="1">
              <a:spcBef>
                <a:spcPct val="20000"/>
              </a:spcBef>
              <a:buFont typeface="Arial"/>
              <a:buNone/>
              <a:defRPr sz="900" kern="1200">
                <a:solidFill>
                  <a:schemeClr val="tx1"/>
                </a:solidFill>
                <a:latin typeface="Georgia"/>
                <a:ea typeface="+mn-ea"/>
                <a:cs typeface="Georgia"/>
              </a:defRPr>
            </a:lvl2pPr>
            <a:lvl3pPr marL="914400" indent="0" algn="l" defTabSz="457200" rtl="0" eaLnBrk="1" latinLnBrk="0" hangingPunct="1">
              <a:spcBef>
                <a:spcPct val="20000"/>
              </a:spcBef>
              <a:buFont typeface="Arial"/>
              <a:buNone/>
              <a:defRPr sz="900" kern="1200">
                <a:solidFill>
                  <a:schemeClr val="tx1"/>
                </a:solidFill>
                <a:latin typeface="Georgia"/>
                <a:ea typeface="+mn-ea"/>
                <a:cs typeface="Georgia"/>
              </a:defRPr>
            </a:lvl3pPr>
            <a:lvl4pPr marL="1371600" indent="0" algn="l" defTabSz="457200" rtl="0" eaLnBrk="1" latinLnBrk="0" hangingPunct="1">
              <a:spcBef>
                <a:spcPct val="20000"/>
              </a:spcBef>
              <a:buFont typeface="Arial"/>
              <a:buNone/>
              <a:defRPr sz="900" kern="1200">
                <a:solidFill>
                  <a:schemeClr val="tx1"/>
                </a:solidFill>
                <a:latin typeface="Georgia"/>
                <a:ea typeface="+mn-ea"/>
                <a:cs typeface="Georgia"/>
              </a:defRPr>
            </a:lvl4pPr>
            <a:lvl5pPr marL="1828800" indent="0" algn="l" defTabSz="457200" rtl="0" eaLnBrk="1" latinLnBrk="0" hangingPunct="1">
              <a:spcBef>
                <a:spcPct val="20000"/>
              </a:spcBef>
              <a:buFont typeface="Arial"/>
              <a:buNone/>
              <a:defRPr sz="900" kern="1200">
                <a:solidFill>
                  <a:schemeClr val="tx1"/>
                </a:solidFill>
                <a:latin typeface="Georgia"/>
                <a:ea typeface="+mn-ea"/>
                <a:cs typeface="Georgia"/>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l" defTabSz="609570" rtl="0" eaLnBrk="1" fontAlgn="auto" latinLnBrk="0" hangingPunct="1">
              <a:lnSpc>
                <a:spcPct val="100000"/>
              </a:lnSpc>
              <a:spcBef>
                <a:spcPts val="0"/>
              </a:spcBef>
              <a:spcAft>
                <a:spcPts val="0"/>
              </a:spcAft>
              <a:buClrTx/>
              <a:buSzTx/>
              <a:buFont typeface="Arial"/>
              <a:buNone/>
              <a:tabLst/>
              <a:defRPr/>
            </a:pPr>
            <a:r>
              <a:rPr lang="en-US" sz="933" kern="1200">
                <a:solidFill>
                  <a:schemeClr val="tx1"/>
                </a:solidFill>
                <a:latin typeface="+mn-lt"/>
                <a:ea typeface="+mn-ea"/>
                <a:cs typeface="Calibri" panose="020F0502020204030204" pitchFamily="34" charset="0"/>
              </a:rPr>
              <a:t>The sensor housing, </a:t>
            </a:r>
            <a:r>
              <a:rPr lang="en-US" sz="933" kern="1200" err="1">
                <a:solidFill>
                  <a:schemeClr val="tx1"/>
                </a:solidFill>
                <a:latin typeface="+mn-lt"/>
                <a:ea typeface="+mn-ea"/>
                <a:cs typeface="Calibri" panose="020F0502020204030204" pitchFamily="34" charset="0"/>
              </a:rPr>
              <a:t>FreeStyle</a:t>
            </a:r>
            <a:r>
              <a:rPr lang="en-US" sz="933" kern="1200">
                <a:solidFill>
                  <a:schemeClr val="tx1"/>
                </a:solidFill>
                <a:latin typeface="+mn-lt"/>
                <a:ea typeface="+mn-ea"/>
                <a:cs typeface="Calibri" panose="020F0502020204030204" pitchFamily="34" charset="0"/>
              </a:rPr>
              <a:t>, Libre, and related brand marks are marks of Abbott.</a:t>
            </a:r>
          </a:p>
          <a:p>
            <a:pPr>
              <a:spcBef>
                <a:spcPts val="0"/>
              </a:spcBef>
            </a:pPr>
            <a:r>
              <a:rPr lang="en-US" sz="933" kern="1200">
                <a:solidFill>
                  <a:schemeClr val="tx1"/>
                </a:solidFill>
                <a:latin typeface="+mn-lt"/>
                <a:ea typeface="+mn-ea"/>
                <a:cs typeface="Calibri" panose="020F0502020204030204" pitchFamily="34" charset="0"/>
              </a:rPr>
              <a:t>Proprietary and confidential — do not distribute. ADC-XXXXX v1.0</a:t>
            </a:r>
          </a:p>
        </p:txBody>
      </p:sp>
      <p:pic>
        <p:nvPicPr>
          <p:cNvPr id="5" name="Graphic 4">
            <a:extLst>
              <a:ext uri="{FF2B5EF4-FFF2-40B4-BE49-F238E27FC236}">
                <a16:creationId xmlns:a16="http://schemas.microsoft.com/office/drawing/2014/main" id="{E4D38B9A-E5A1-4E65-A5FD-562AA8B3AEBE}"/>
              </a:ext>
            </a:extLst>
          </p:cNvPr>
          <p:cNvPicPr>
            <a:picLocks noChangeAspect="1"/>
          </p:cNvPicPr>
          <p:nvPr userDrawn="1"/>
        </p:nvPicPr>
        <p:blipFill>
          <a:blip>
            <a:extLst>
              <a:ext uri="{96DAC541-7B7A-43D3-8B79-37D633B846F1}">
                <asvg:svgBlip xmlns:asvg="http://schemas.microsoft.com/office/drawing/2016/SVG/main" r:embed="rId2"/>
              </a:ext>
            </a:extLst>
          </a:blip>
          <a:srcRect r="17535"/>
          <a:stretch/>
        </p:blipFill>
        <p:spPr>
          <a:xfrm>
            <a:off x="7031316" y="430620"/>
            <a:ext cx="5160685" cy="6258049"/>
          </a:xfrm>
          <a:prstGeom prst="rect">
            <a:avLst/>
          </a:prstGeom>
        </p:spPr>
      </p:pic>
      <p:pic>
        <p:nvPicPr>
          <p:cNvPr id="15" name="Graphic 14">
            <a:extLst>
              <a:ext uri="{FF2B5EF4-FFF2-40B4-BE49-F238E27FC236}">
                <a16:creationId xmlns:a16="http://schemas.microsoft.com/office/drawing/2014/main" id="{5A76B8FF-D03F-E0D9-D0CD-45B4FF03029C}"/>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670561" y="524933"/>
            <a:ext cx="688689" cy="784341"/>
          </a:xfrm>
          <a:prstGeom prst="rect">
            <a:avLst/>
          </a:prstGeom>
        </p:spPr>
      </p:pic>
    </p:spTree>
    <p:extLst>
      <p:ext uri="{BB962C8B-B14F-4D97-AF65-F5344CB8AC3E}">
        <p14:creationId xmlns:p14="http://schemas.microsoft.com/office/powerpoint/2010/main" val="848244251"/>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itle Slide 5">
    <p:bg bwMode="gray">
      <p:bgPr>
        <a:solidFill>
          <a:schemeClr val="bg1"/>
        </a:solidFill>
        <a:effectLst/>
      </p:bgPr>
    </p:bg>
    <p:spTree>
      <p:nvGrpSpPr>
        <p:cNvPr id="1" name=""/>
        <p:cNvGrpSpPr/>
        <p:nvPr/>
      </p:nvGrpSpPr>
      <p:grpSpPr>
        <a:xfrm>
          <a:off x="0" y="0"/>
          <a:ext cx="0" cy="0"/>
          <a:chOff x="0" y="0"/>
          <a:chExt cx="0" cy="0"/>
        </a:xfrm>
      </p:grpSpPr>
      <p:pic>
        <p:nvPicPr>
          <p:cNvPr id="12" name="Graphic 11">
            <a:extLst>
              <a:ext uri="{FF2B5EF4-FFF2-40B4-BE49-F238E27FC236}">
                <a16:creationId xmlns:a16="http://schemas.microsoft.com/office/drawing/2014/main" id="{0F3692E6-1EEB-1FE1-8A0A-41CF90868FF5}"/>
              </a:ext>
            </a:extLst>
          </p:cNvPr>
          <p:cNvPicPr>
            <a:picLocks noChangeAspect="1"/>
          </p:cNvPicPr>
          <p:nvPr userDrawn="1"/>
        </p:nvPicPr>
        <p:blipFill>
          <a:blip>
            <a:extLst>
              <a:ext uri="{96DAC541-7B7A-43D3-8B79-37D633B846F1}">
                <asvg:svgBlip xmlns:asvg="http://schemas.microsoft.com/office/drawing/2016/SVG/main" r:embed="rId2"/>
              </a:ext>
            </a:extLst>
          </a:blip>
          <a:srcRect l="16761"/>
          <a:stretch/>
        </p:blipFill>
        <p:spPr>
          <a:xfrm>
            <a:off x="2" y="29045"/>
            <a:ext cx="5209164" cy="6258049"/>
          </a:xfrm>
          <a:prstGeom prst="rect">
            <a:avLst/>
          </a:prstGeom>
        </p:spPr>
      </p:pic>
      <p:pic>
        <p:nvPicPr>
          <p:cNvPr id="8" name="Graphic 7">
            <a:extLst>
              <a:ext uri="{FF2B5EF4-FFF2-40B4-BE49-F238E27FC236}">
                <a16:creationId xmlns:a16="http://schemas.microsoft.com/office/drawing/2014/main" id="{8AFC241D-8FE8-045A-9C58-FF93C735A83C}"/>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0858288" y="5480992"/>
            <a:ext cx="688689" cy="784341"/>
          </a:xfrm>
          <a:prstGeom prst="rect">
            <a:avLst/>
          </a:prstGeom>
        </p:spPr>
      </p:pic>
      <p:sp>
        <p:nvSpPr>
          <p:cNvPr id="7" name="Text Placeholder 4">
            <a:extLst>
              <a:ext uri="{FF2B5EF4-FFF2-40B4-BE49-F238E27FC236}">
                <a16:creationId xmlns:a16="http://schemas.microsoft.com/office/drawing/2014/main" id="{DD9DA071-70D9-5990-B4D4-2E5E78971429}"/>
              </a:ext>
            </a:extLst>
          </p:cNvPr>
          <p:cNvSpPr>
            <a:spLocks noGrp="1"/>
          </p:cNvSpPr>
          <p:nvPr>
            <p:ph type="body" sz="quarter" idx="10" hasCustomPrompt="1"/>
          </p:nvPr>
        </p:nvSpPr>
        <p:spPr bwMode="gray">
          <a:xfrm>
            <a:off x="5615093" y="4595040"/>
            <a:ext cx="5916507" cy="374893"/>
          </a:xfrm>
          <a:prstGeom prst="rect">
            <a:avLst/>
          </a:prstGeom>
        </p:spPr>
        <p:txBody>
          <a:bodyPr/>
          <a:lstStyle>
            <a:lvl1pPr>
              <a:defRPr sz="1867" b="0" i="0">
                <a:solidFill>
                  <a:schemeClr val="tx1"/>
                </a:solidFill>
                <a:latin typeface="+mn-lt"/>
              </a:defRPr>
            </a:lvl1pPr>
          </a:lstStyle>
          <a:p>
            <a:pPr lvl="0"/>
            <a:r>
              <a:rPr lang="en-US"/>
              <a:t>Speaker Name, Information, or Delete</a:t>
            </a:r>
          </a:p>
        </p:txBody>
      </p:sp>
      <p:sp>
        <p:nvSpPr>
          <p:cNvPr id="11" name="Title 1">
            <a:extLst>
              <a:ext uri="{FF2B5EF4-FFF2-40B4-BE49-F238E27FC236}">
                <a16:creationId xmlns:a16="http://schemas.microsoft.com/office/drawing/2014/main" id="{1432615C-4AB7-5FA3-A9E5-BDE255BC26DC}"/>
              </a:ext>
            </a:extLst>
          </p:cNvPr>
          <p:cNvSpPr>
            <a:spLocks noGrp="1"/>
          </p:cNvSpPr>
          <p:nvPr>
            <p:ph type="ctrTitle" hasCustomPrompt="1"/>
          </p:nvPr>
        </p:nvSpPr>
        <p:spPr bwMode="gray">
          <a:xfrm>
            <a:off x="5615093" y="2235202"/>
            <a:ext cx="5916507" cy="1999159"/>
          </a:xfrm>
        </p:spPr>
        <p:txBody>
          <a:bodyPr/>
          <a:lstStyle>
            <a:lvl1pPr algn="l">
              <a:lnSpc>
                <a:spcPct val="90000"/>
              </a:lnSpc>
              <a:defRPr sz="5867" b="0" cap="none" spc="0" baseline="0">
                <a:solidFill>
                  <a:srgbClr val="002A3A"/>
                </a:solidFill>
                <a:latin typeface="+mj-lt"/>
              </a:defRPr>
            </a:lvl1pPr>
          </a:lstStyle>
          <a:p>
            <a:r>
              <a:rPr lang="en-US"/>
              <a:t>Click to edit master title style</a:t>
            </a:r>
          </a:p>
        </p:txBody>
      </p:sp>
      <p:sp>
        <p:nvSpPr>
          <p:cNvPr id="2" name="Subtitle 2">
            <a:extLst>
              <a:ext uri="{FF2B5EF4-FFF2-40B4-BE49-F238E27FC236}">
                <a16:creationId xmlns:a16="http://schemas.microsoft.com/office/drawing/2014/main" id="{FA13A010-D954-66F9-2596-471ABDC8F039}"/>
              </a:ext>
            </a:extLst>
          </p:cNvPr>
          <p:cNvSpPr>
            <a:spLocks noGrp="1"/>
          </p:cNvSpPr>
          <p:nvPr>
            <p:ph type="subTitle" idx="1" hasCustomPrompt="1"/>
          </p:nvPr>
        </p:nvSpPr>
        <p:spPr bwMode="gray">
          <a:xfrm>
            <a:off x="5615094" y="1372237"/>
            <a:ext cx="5425441" cy="640080"/>
          </a:xfrm>
          <a:prstGeom prst="rect">
            <a:avLst/>
          </a:prstGeom>
        </p:spPr>
        <p:txBody>
          <a:bodyPr rIns="0" bIns="0" anchor="b" anchorCtr="0"/>
          <a:lstStyle>
            <a:lvl1pPr marL="0" indent="0" algn="l">
              <a:lnSpc>
                <a:spcPct val="100000"/>
              </a:lnSpc>
              <a:buNone/>
              <a:defRPr sz="1867" b="1" cap="all" spc="200" baseline="0">
                <a:solidFill>
                  <a:schemeClr val="tx1"/>
                </a:solidFill>
                <a:latin typeface="Calibri" panose="020F0502020204030204" pitchFamily="34" charset="0"/>
                <a:cs typeface="Calibri" panose="020F0502020204030204" pitchFamily="34" charset="0"/>
              </a:defRPr>
            </a:lvl1pPr>
            <a:lvl2pPr marL="609570" indent="0" algn="ctr">
              <a:buNone/>
              <a:defRPr>
                <a:solidFill>
                  <a:schemeClr val="tx1">
                    <a:tint val="75000"/>
                  </a:schemeClr>
                </a:solidFill>
              </a:defRPr>
            </a:lvl2pPr>
            <a:lvl3pPr marL="1219140" indent="0" algn="ctr">
              <a:buNone/>
              <a:defRPr>
                <a:solidFill>
                  <a:schemeClr val="tx1">
                    <a:tint val="75000"/>
                  </a:schemeClr>
                </a:solidFill>
              </a:defRPr>
            </a:lvl3pPr>
            <a:lvl4pPr marL="1828709" indent="0" algn="ctr">
              <a:buNone/>
              <a:defRPr>
                <a:solidFill>
                  <a:schemeClr val="tx1">
                    <a:tint val="75000"/>
                  </a:schemeClr>
                </a:solidFill>
              </a:defRPr>
            </a:lvl4pPr>
            <a:lvl5pPr marL="2438278" indent="0" algn="ctr">
              <a:buNone/>
              <a:defRPr>
                <a:solidFill>
                  <a:schemeClr val="tx1">
                    <a:tint val="75000"/>
                  </a:schemeClr>
                </a:solidFill>
              </a:defRPr>
            </a:lvl5pPr>
            <a:lvl6pPr marL="3047848" indent="0" algn="ctr">
              <a:buNone/>
              <a:defRPr>
                <a:solidFill>
                  <a:schemeClr val="tx1">
                    <a:tint val="75000"/>
                  </a:schemeClr>
                </a:solidFill>
              </a:defRPr>
            </a:lvl6pPr>
            <a:lvl7pPr marL="3657418" indent="0" algn="ctr">
              <a:buNone/>
              <a:defRPr>
                <a:solidFill>
                  <a:schemeClr val="tx1">
                    <a:tint val="75000"/>
                  </a:schemeClr>
                </a:solidFill>
              </a:defRPr>
            </a:lvl7pPr>
            <a:lvl8pPr marL="4266987" indent="0" algn="ctr">
              <a:buNone/>
              <a:defRPr>
                <a:solidFill>
                  <a:schemeClr val="tx1">
                    <a:tint val="75000"/>
                  </a:schemeClr>
                </a:solidFill>
              </a:defRPr>
            </a:lvl8pPr>
            <a:lvl9pPr marL="4876557" indent="0" algn="ctr">
              <a:buNone/>
              <a:defRPr>
                <a:solidFill>
                  <a:schemeClr val="tx1">
                    <a:tint val="75000"/>
                  </a:schemeClr>
                </a:solidFill>
              </a:defRPr>
            </a:lvl9pPr>
          </a:lstStyle>
          <a:p>
            <a:r>
              <a:rPr lang="en-US"/>
              <a:t>CLICK TO EDIT MASTER SUBTITLE STYLE</a:t>
            </a:r>
          </a:p>
        </p:txBody>
      </p:sp>
      <p:sp>
        <p:nvSpPr>
          <p:cNvPr id="4" name="Content Placeholder 2">
            <a:extLst>
              <a:ext uri="{FF2B5EF4-FFF2-40B4-BE49-F238E27FC236}">
                <a16:creationId xmlns:a16="http://schemas.microsoft.com/office/drawing/2014/main" id="{878BDC3E-8393-C7FB-3A20-4D5027731F73}"/>
              </a:ext>
            </a:extLst>
          </p:cNvPr>
          <p:cNvSpPr txBox="1">
            <a:spLocks/>
          </p:cNvSpPr>
          <p:nvPr userDrawn="1"/>
        </p:nvSpPr>
        <p:spPr bwMode="gray">
          <a:xfrm>
            <a:off x="670562" y="6343414"/>
            <a:ext cx="5082732" cy="374895"/>
          </a:xfrm>
          <a:prstGeom prst="rect">
            <a:avLst/>
          </a:prstGeom>
        </p:spPr>
        <p:txBody>
          <a:bodyPr vert="horz" lIns="0" tIns="0" rIns="0" bIns="0" anchor="b" anchorCtr="0"/>
          <a:lstStyle>
            <a:lvl1pPr marL="0" indent="0" algn="l" defTabSz="457200" rtl="0" eaLnBrk="1" latinLnBrk="0" hangingPunct="1">
              <a:spcBef>
                <a:spcPct val="20000"/>
              </a:spcBef>
              <a:buFont typeface="Arial"/>
              <a:buNone/>
              <a:defRPr sz="900" kern="1200">
                <a:solidFill>
                  <a:schemeClr val="tx1"/>
                </a:solidFill>
                <a:latin typeface="Georgia"/>
                <a:ea typeface="+mn-ea"/>
                <a:cs typeface="Georgia"/>
              </a:defRPr>
            </a:lvl1pPr>
            <a:lvl2pPr marL="457200" indent="0" algn="l" defTabSz="457200" rtl="0" eaLnBrk="1" latinLnBrk="0" hangingPunct="1">
              <a:spcBef>
                <a:spcPct val="20000"/>
              </a:spcBef>
              <a:buFont typeface="Arial"/>
              <a:buNone/>
              <a:defRPr sz="900" kern="1200">
                <a:solidFill>
                  <a:schemeClr val="tx1"/>
                </a:solidFill>
                <a:latin typeface="Georgia"/>
                <a:ea typeface="+mn-ea"/>
                <a:cs typeface="Georgia"/>
              </a:defRPr>
            </a:lvl2pPr>
            <a:lvl3pPr marL="914400" indent="0" algn="l" defTabSz="457200" rtl="0" eaLnBrk="1" latinLnBrk="0" hangingPunct="1">
              <a:spcBef>
                <a:spcPct val="20000"/>
              </a:spcBef>
              <a:buFont typeface="Arial"/>
              <a:buNone/>
              <a:defRPr sz="900" kern="1200">
                <a:solidFill>
                  <a:schemeClr val="tx1"/>
                </a:solidFill>
                <a:latin typeface="Georgia"/>
                <a:ea typeface="+mn-ea"/>
                <a:cs typeface="Georgia"/>
              </a:defRPr>
            </a:lvl3pPr>
            <a:lvl4pPr marL="1371600" indent="0" algn="l" defTabSz="457200" rtl="0" eaLnBrk="1" latinLnBrk="0" hangingPunct="1">
              <a:spcBef>
                <a:spcPct val="20000"/>
              </a:spcBef>
              <a:buFont typeface="Arial"/>
              <a:buNone/>
              <a:defRPr sz="900" kern="1200">
                <a:solidFill>
                  <a:schemeClr val="tx1"/>
                </a:solidFill>
                <a:latin typeface="Georgia"/>
                <a:ea typeface="+mn-ea"/>
                <a:cs typeface="Georgia"/>
              </a:defRPr>
            </a:lvl4pPr>
            <a:lvl5pPr marL="1828800" indent="0" algn="l" defTabSz="457200" rtl="0" eaLnBrk="1" latinLnBrk="0" hangingPunct="1">
              <a:spcBef>
                <a:spcPct val="20000"/>
              </a:spcBef>
              <a:buFont typeface="Arial"/>
              <a:buNone/>
              <a:defRPr sz="900" kern="1200">
                <a:solidFill>
                  <a:schemeClr val="tx1"/>
                </a:solidFill>
                <a:latin typeface="Georgia"/>
                <a:ea typeface="+mn-ea"/>
                <a:cs typeface="Georgia"/>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l" defTabSz="609570" rtl="0" eaLnBrk="1" fontAlgn="auto" latinLnBrk="0" hangingPunct="1">
              <a:lnSpc>
                <a:spcPct val="100000"/>
              </a:lnSpc>
              <a:spcBef>
                <a:spcPts val="0"/>
              </a:spcBef>
              <a:spcAft>
                <a:spcPts val="0"/>
              </a:spcAft>
              <a:buClrTx/>
              <a:buSzTx/>
              <a:buFont typeface="Arial"/>
              <a:buNone/>
              <a:tabLst/>
              <a:defRPr/>
            </a:pPr>
            <a:r>
              <a:rPr lang="en-US" sz="933" kern="1200">
                <a:solidFill>
                  <a:schemeClr val="tx1"/>
                </a:solidFill>
                <a:latin typeface="+mn-lt"/>
                <a:ea typeface="+mn-ea"/>
                <a:cs typeface="Calibri" panose="020F0502020204030204" pitchFamily="34" charset="0"/>
              </a:rPr>
              <a:t>The sensor housing, </a:t>
            </a:r>
            <a:r>
              <a:rPr lang="en-US" sz="933" kern="1200" err="1">
                <a:solidFill>
                  <a:schemeClr val="tx1"/>
                </a:solidFill>
                <a:latin typeface="+mn-lt"/>
                <a:ea typeface="+mn-ea"/>
                <a:cs typeface="Calibri" panose="020F0502020204030204" pitchFamily="34" charset="0"/>
              </a:rPr>
              <a:t>FreeStyle</a:t>
            </a:r>
            <a:r>
              <a:rPr lang="en-US" sz="933" kern="1200">
                <a:solidFill>
                  <a:schemeClr val="tx1"/>
                </a:solidFill>
                <a:latin typeface="+mn-lt"/>
                <a:ea typeface="+mn-ea"/>
                <a:cs typeface="Calibri" panose="020F0502020204030204" pitchFamily="34" charset="0"/>
              </a:rPr>
              <a:t>, Libre, and related brand marks are marks of Abbott.</a:t>
            </a:r>
          </a:p>
          <a:p>
            <a:pPr>
              <a:spcBef>
                <a:spcPts val="0"/>
              </a:spcBef>
            </a:pPr>
            <a:r>
              <a:rPr lang="en-US" sz="933" kern="1200">
                <a:solidFill>
                  <a:schemeClr val="tx1"/>
                </a:solidFill>
                <a:latin typeface="+mn-lt"/>
                <a:ea typeface="+mn-ea"/>
                <a:cs typeface="Calibri" panose="020F0502020204030204" pitchFamily="34" charset="0"/>
              </a:rPr>
              <a:t>Proprietary and confidential — do not distribute. ADC-XXXXX v1.0</a:t>
            </a:r>
          </a:p>
        </p:txBody>
      </p:sp>
    </p:spTree>
    <p:extLst>
      <p:ext uri="{BB962C8B-B14F-4D97-AF65-F5344CB8AC3E}">
        <p14:creationId xmlns:p14="http://schemas.microsoft.com/office/powerpoint/2010/main" val="1941701371"/>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Long Content">
    <p:spTree>
      <p:nvGrpSpPr>
        <p:cNvPr id="1" name=""/>
        <p:cNvGrpSpPr/>
        <p:nvPr/>
      </p:nvGrpSpPr>
      <p:grpSpPr>
        <a:xfrm>
          <a:off x="0" y="0"/>
          <a:ext cx="0" cy="0"/>
          <a:chOff x="0" y="0"/>
          <a:chExt cx="0" cy="0"/>
        </a:xfrm>
      </p:grpSpPr>
      <p:sp>
        <p:nvSpPr>
          <p:cNvPr id="11" name="Text Placeholder 9">
            <a:extLst>
              <a:ext uri="{FF2B5EF4-FFF2-40B4-BE49-F238E27FC236}">
                <a16:creationId xmlns:a16="http://schemas.microsoft.com/office/drawing/2014/main" id="{778F9584-625D-462B-8192-C99B9E91AB3E}"/>
              </a:ext>
            </a:extLst>
          </p:cNvPr>
          <p:cNvSpPr>
            <a:spLocks noGrp="1"/>
          </p:cNvSpPr>
          <p:nvPr>
            <p:ph type="body" sz="quarter" idx="10" hasCustomPrompt="1"/>
          </p:nvPr>
        </p:nvSpPr>
        <p:spPr>
          <a:xfrm>
            <a:off x="670564" y="355600"/>
            <a:ext cx="6989233" cy="348813"/>
          </a:xfrm>
          <a:prstGeom prst="rect">
            <a:avLst/>
          </a:prstGeom>
        </p:spPr>
        <p:txBody>
          <a:bodyPr>
            <a:noAutofit/>
          </a:bodyPr>
          <a:lstStyle>
            <a:lvl1pPr>
              <a:defRPr sz="1200" b="0" cap="all" spc="200" baseline="0">
                <a:solidFill>
                  <a:srgbClr val="222731"/>
                </a:solidFill>
                <a:latin typeface="+mn-lt"/>
              </a:defRPr>
            </a:lvl1pPr>
            <a:lvl2pPr marL="0" indent="0">
              <a:buNone/>
              <a:defRPr/>
            </a:lvl2pPr>
          </a:lstStyle>
          <a:p>
            <a:pPr lvl="0"/>
            <a:r>
              <a:rPr lang="en-US"/>
              <a:t>Eyebrow CALIBRI LIGHT 9pt</a:t>
            </a:r>
          </a:p>
        </p:txBody>
      </p:sp>
      <p:sp>
        <p:nvSpPr>
          <p:cNvPr id="13" name="Content Placeholder 5">
            <a:extLst>
              <a:ext uri="{FF2B5EF4-FFF2-40B4-BE49-F238E27FC236}">
                <a16:creationId xmlns:a16="http://schemas.microsoft.com/office/drawing/2014/main" id="{0F6E8C1B-F140-45B9-ADF1-1C3C65701146}"/>
              </a:ext>
            </a:extLst>
          </p:cNvPr>
          <p:cNvSpPr>
            <a:spLocks noGrp="1"/>
          </p:cNvSpPr>
          <p:nvPr>
            <p:ph sz="quarter" idx="14"/>
          </p:nvPr>
        </p:nvSpPr>
        <p:spPr>
          <a:xfrm>
            <a:off x="670559" y="1778000"/>
            <a:ext cx="10861041" cy="4439917"/>
          </a:xfrm>
        </p:spPr>
        <p:txBody>
          <a:bodyPr/>
          <a:lstStyle>
            <a:lvl1pPr>
              <a:spcBef>
                <a:spcPts val="1600"/>
              </a:spcBef>
              <a:defRPr/>
            </a:lvl1pPr>
            <a:lvl2pPr>
              <a:spcBef>
                <a:spcPts val="1600"/>
              </a:spcBef>
              <a:defRPr/>
            </a:lvl2pPr>
          </a:lstStyle>
          <a:p>
            <a:pPr lvl="0"/>
            <a:r>
              <a:rPr lang="en-US"/>
              <a:t>Click to edit Master text styles</a:t>
            </a:r>
          </a:p>
          <a:p>
            <a:pPr lvl="1"/>
            <a:r>
              <a:rPr lang="en-US"/>
              <a:t>Second level</a:t>
            </a:r>
          </a:p>
        </p:txBody>
      </p:sp>
      <p:sp>
        <p:nvSpPr>
          <p:cNvPr id="3" name="Title 2">
            <a:extLst>
              <a:ext uri="{FF2B5EF4-FFF2-40B4-BE49-F238E27FC236}">
                <a16:creationId xmlns:a16="http://schemas.microsoft.com/office/drawing/2014/main" id="{C92466CF-9DE4-42FD-B4BE-46614812750F}"/>
              </a:ext>
            </a:extLst>
          </p:cNvPr>
          <p:cNvSpPr>
            <a:spLocks noGrp="1"/>
          </p:cNvSpPr>
          <p:nvPr>
            <p:ph type="title"/>
          </p:nvPr>
        </p:nvSpPr>
        <p:spPr/>
        <p:txBody>
          <a:bodyPr/>
          <a:lstStyle>
            <a:lvl1pPr>
              <a:defRPr>
                <a:solidFill>
                  <a:schemeClr val="tx1"/>
                </a:solidFill>
              </a:defRPr>
            </a:lvl1pPr>
          </a:lstStyle>
          <a:p>
            <a:r>
              <a:rPr lang="en-US"/>
              <a:t>Click to edit Master title style</a:t>
            </a:r>
            <a:endParaRPr lang="en-IN"/>
          </a:p>
        </p:txBody>
      </p:sp>
      <p:sp>
        <p:nvSpPr>
          <p:cNvPr id="8" name="Slide Number Placeholder 7">
            <a:extLst>
              <a:ext uri="{FF2B5EF4-FFF2-40B4-BE49-F238E27FC236}">
                <a16:creationId xmlns:a16="http://schemas.microsoft.com/office/drawing/2014/main" id="{3C24702B-144B-A55B-48E9-DA8B08679A9D}"/>
              </a:ext>
            </a:extLst>
          </p:cNvPr>
          <p:cNvSpPr>
            <a:spLocks noGrp="1"/>
          </p:cNvSpPr>
          <p:nvPr>
            <p:ph type="sldNum" sz="quarter" idx="17"/>
          </p:nvPr>
        </p:nvSpPr>
        <p:spPr>
          <a:xfrm>
            <a:off x="11092520" y="6419110"/>
            <a:ext cx="554360" cy="366183"/>
          </a:xfrm>
          <a:prstGeom prst="rect">
            <a:avLst/>
          </a:prstGeom>
        </p:spPr>
        <p:txBody>
          <a:bodyPr/>
          <a:lstStyle/>
          <a:p>
            <a:pPr>
              <a:defRPr/>
            </a:pPr>
            <a:fld id="{7B2119CD-3B2D-4CEB-B404-D2E3F8CD6D69}" type="slidenum">
              <a:rPr lang="en-IN" smtClean="0"/>
              <a:pPr>
                <a:defRPr/>
              </a:pPr>
              <a:t>‹#›</a:t>
            </a:fld>
            <a:endParaRPr lang="en-IN"/>
          </a:p>
        </p:txBody>
      </p:sp>
      <p:sp>
        <p:nvSpPr>
          <p:cNvPr id="4" name="Footer Placeholder 4">
            <a:extLst>
              <a:ext uri="{FF2B5EF4-FFF2-40B4-BE49-F238E27FC236}">
                <a16:creationId xmlns:a16="http://schemas.microsoft.com/office/drawing/2014/main" id="{F0323FB4-9600-2425-AF5C-1896952DC652}"/>
              </a:ext>
            </a:extLst>
          </p:cNvPr>
          <p:cNvSpPr>
            <a:spLocks noGrp="1"/>
          </p:cNvSpPr>
          <p:nvPr>
            <p:ph type="ftr" sz="quarter" idx="3"/>
          </p:nvPr>
        </p:nvSpPr>
        <p:spPr>
          <a:xfrm>
            <a:off x="8372590" y="6413433"/>
            <a:ext cx="2646393" cy="374235"/>
          </a:xfrm>
          <a:prstGeom prst="rect">
            <a:avLst/>
          </a:prstGeom>
        </p:spPr>
        <p:txBody>
          <a:bodyPr vert="horz" lIns="91440" tIns="45720" rIns="91440" bIns="45720" rtlCol="0" anchor="b" anchorCtr="0"/>
          <a:lstStyle>
            <a:lvl1pPr algn="ctr">
              <a:defRPr lang="en-US" sz="933" kern="1200" dirty="0" smtClean="0">
                <a:solidFill>
                  <a:schemeClr val="tx1"/>
                </a:solidFill>
                <a:latin typeface="+mn-lt"/>
                <a:ea typeface="+mn-ea"/>
                <a:cs typeface="+mn-cs"/>
              </a:defRPr>
            </a:lvl1pPr>
          </a:lstStyle>
          <a:p>
            <a:r>
              <a:rPr lang="en-US"/>
              <a:t>ADC Innovation Pipeline |  1-Aug-25</a:t>
            </a:r>
          </a:p>
        </p:txBody>
      </p:sp>
    </p:spTree>
    <p:extLst>
      <p:ext uri="{BB962C8B-B14F-4D97-AF65-F5344CB8AC3E}">
        <p14:creationId xmlns:p14="http://schemas.microsoft.com/office/powerpoint/2010/main" val="281155113"/>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 Content_CALIBRI SUBHEAD Option">
    <p:spTree>
      <p:nvGrpSpPr>
        <p:cNvPr id="1" name=""/>
        <p:cNvGrpSpPr/>
        <p:nvPr/>
      </p:nvGrpSpPr>
      <p:grpSpPr>
        <a:xfrm>
          <a:off x="0" y="0"/>
          <a:ext cx="0" cy="0"/>
          <a:chOff x="0" y="0"/>
          <a:chExt cx="0" cy="0"/>
        </a:xfrm>
      </p:grpSpPr>
      <p:sp>
        <p:nvSpPr>
          <p:cNvPr id="16" name="Text Placeholder 4">
            <a:extLst>
              <a:ext uri="{FF2B5EF4-FFF2-40B4-BE49-F238E27FC236}">
                <a16:creationId xmlns:a16="http://schemas.microsoft.com/office/drawing/2014/main" id="{62367392-CE3F-4A36-802E-43D377135A8F}"/>
              </a:ext>
            </a:extLst>
          </p:cNvPr>
          <p:cNvSpPr>
            <a:spLocks noGrp="1"/>
          </p:cNvSpPr>
          <p:nvPr>
            <p:ph type="body" sz="quarter" idx="14" hasCustomPrompt="1"/>
          </p:nvPr>
        </p:nvSpPr>
        <p:spPr>
          <a:xfrm>
            <a:off x="670984" y="1778002"/>
            <a:ext cx="5089736" cy="520700"/>
          </a:xfrm>
          <a:prstGeom prst="rect">
            <a:avLst/>
          </a:prstGeom>
        </p:spPr>
        <p:txBody>
          <a:bodyPr>
            <a:noAutofit/>
          </a:bodyPr>
          <a:lstStyle>
            <a:lvl1pPr>
              <a:defRPr sz="1867" b="1" cap="none" baseline="0">
                <a:solidFill>
                  <a:schemeClr val="accent3"/>
                </a:solidFill>
                <a:latin typeface="+mj-lt"/>
              </a:defRPr>
            </a:lvl1pPr>
          </a:lstStyle>
          <a:p>
            <a:pPr lvl="0"/>
            <a:r>
              <a:rPr lang="en-US"/>
              <a:t>Short Title, Calibri, 14pt, Bold</a:t>
            </a:r>
          </a:p>
        </p:txBody>
      </p:sp>
      <p:sp>
        <p:nvSpPr>
          <p:cNvPr id="17" name="Text Placeholder 4">
            <a:extLst>
              <a:ext uri="{FF2B5EF4-FFF2-40B4-BE49-F238E27FC236}">
                <a16:creationId xmlns:a16="http://schemas.microsoft.com/office/drawing/2014/main" id="{784001D6-32AA-4130-AA76-37D05FF0EF11}"/>
              </a:ext>
            </a:extLst>
          </p:cNvPr>
          <p:cNvSpPr>
            <a:spLocks noGrp="1"/>
          </p:cNvSpPr>
          <p:nvPr>
            <p:ph type="body" sz="quarter" idx="15" hasCustomPrompt="1"/>
          </p:nvPr>
        </p:nvSpPr>
        <p:spPr>
          <a:xfrm>
            <a:off x="6431280" y="1778002"/>
            <a:ext cx="5089736" cy="520700"/>
          </a:xfrm>
          <a:prstGeom prst="rect">
            <a:avLst/>
          </a:prstGeom>
        </p:spPr>
        <p:txBody>
          <a:bodyPr>
            <a:noAutofit/>
          </a:bodyPr>
          <a:lstStyle>
            <a:lvl1pPr>
              <a:defRPr sz="1867" b="1" cap="none" baseline="0">
                <a:solidFill>
                  <a:schemeClr val="accent3"/>
                </a:solidFill>
                <a:latin typeface="+mj-lt"/>
              </a:defRPr>
            </a:lvl1pPr>
          </a:lstStyle>
          <a:p>
            <a:pPr lvl="0"/>
            <a:r>
              <a:rPr lang="en-US"/>
              <a:t>Short Title, Calibri, 14pt, Bold</a:t>
            </a:r>
          </a:p>
        </p:txBody>
      </p:sp>
      <p:sp>
        <p:nvSpPr>
          <p:cNvPr id="18" name="Content Placeholder 14">
            <a:extLst>
              <a:ext uri="{FF2B5EF4-FFF2-40B4-BE49-F238E27FC236}">
                <a16:creationId xmlns:a16="http://schemas.microsoft.com/office/drawing/2014/main" id="{1F77A952-6CFD-4B10-A39C-FBF9CCB45B58}"/>
              </a:ext>
            </a:extLst>
          </p:cNvPr>
          <p:cNvSpPr>
            <a:spLocks noGrp="1"/>
          </p:cNvSpPr>
          <p:nvPr>
            <p:ph sz="quarter" idx="18"/>
          </p:nvPr>
        </p:nvSpPr>
        <p:spPr>
          <a:xfrm>
            <a:off x="670560" y="2286000"/>
            <a:ext cx="4477175" cy="3931917"/>
          </a:xfrm>
        </p:spPr>
        <p:txBody>
          <a:bodyPr>
            <a:noAutofit/>
          </a:bodyPr>
          <a:lstStyle>
            <a:lvl1pPr>
              <a:defRPr sz="1600"/>
            </a:lvl1pPr>
            <a:lvl2pPr>
              <a:defRPr sz="1600"/>
            </a:lvl2pPr>
            <a:lvl3pPr>
              <a:defRPr sz="1467"/>
            </a:lvl3pPr>
            <a:lvl4pPr>
              <a:defRPr sz="1600"/>
            </a:lvl4pPr>
            <a:lvl5pPr>
              <a:defRPr sz="1600"/>
            </a:lvl5pPr>
          </a:lstStyle>
          <a:p>
            <a:pPr lvl="0"/>
            <a:r>
              <a:rPr lang="en-US"/>
              <a:t>Click to edit Master text styles</a:t>
            </a:r>
          </a:p>
          <a:p>
            <a:pPr lvl="1"/>
            <a:r>
              <a:rPr lang="en-US"/>
              <a:t>Second level</a:t>
            </a:r>
          </a:p>
          <a:p>
            <a:pPr lvl="2"/>
            <a:r>
              <a:rPr lang="en-US"/>
              <a:t>Third level</a:t>
            </a:r>
          </a:p>
        </p:txBody>
      </p:sp>
      <p:sp>
        <p:nvSpPr>
          <p:cNvPr id="19" name="Content Placeholder 14">
            <a:extLst>
              <a:ext uri="{FF2B5EF4-FFF2-40B4-BE49-F238E27FC236}">
                <a16:creationId xmlns:a16="http://schemas.microsoft.com/office/drawing/2014/main" id="{0756EC84-5A13-4571-BFB7-247BD6E93F56}"/>
              </a:ext>
            </a:extLst>
          </p:cNvPr>
          <p:cNvSpPr>
            <a:spLocks noGrp="1"/>
          </p:cNvSpPr>
          <p:nvPr>
            <p:ph sz="quarter" idx="19"/>
          </p:nvPr>
        </p:nvSpPr>
        <p:spPr>
          <a:xfrm>
            <a:off x="6431282" y="2286000"/>
            <a:ext cx="4477175" cy="3931917"/>
          </a:xfrm>
        </p:spPr>
        <p:txBody>
          <a:bodyPr>
            <a:noAutofit/>
          </a:bodyPr>
          <a:lstStyle>
            <a:lvl1pPr>
              <a:defRPr sz="1600"/>
            </a:lvl1pPr>
            <a:lvl2pPr>
              <a:defRPr sz="1600"/>
            </a:lvl2pPr>
            <a:lvl3pPr>
              <a:defRPr sz="1467"/>
            </a:lvl3pPr>
            <a:lvl4pPr>
              <a:defRPr sz="1600"/>
            </a:lvl4pPr>
            <a:lvl5pPr>
              <a:defRPr sz="1600"/>
            </a:lvl5pPr>
          </a:lstStyle>
          <a:p>
            <a:pPr lvl="0"/>
            <a:r>
              <a:rPr lang="en-US"/>
              <a:t>Click to edit Master text styles</a:t>
            </a:r>
          </a:p>
          <a:p>
            <a:pPr lvl="1"/>
            <a:r>
              <a:rPr lang="en-US"/>
              <a:t>Second level</a:t>
            </a:r>
          </a:p>
          <a:p>
            <a:pPr lvl="2"/>
            <a:r>
              <a:rPr lang="en-US"/>
              <a:t>Third level</a:t>
            </a:r>
          </a:p>
        </p:txBody>
      </p:sp>
      <p:sp>
        <p:nvSpPr>
          <p:cNvPr id="20" name="Text Placeholder 9">
            <a:extLst>
              <a:ext uri="{FF2B5EF4-FFF2-40B4-BE49-F238E27FC236}">
                <a16:creationId xmlns:a16="http://schemas.microsoft.com/office/drawing/2014/main" id="{1B479ED3-E6FF-4DA0-B9B5-59809FFAEF46}"/>
              </a:ext>
            </a:extLst>
          </p:cNvPr>
          <p:cNvSpPr>
            <a:spLocks noGrp="1"/>
          </p:cNvSpPr>
          <p:nvPr>
            <p:ph type="body" sz="quarter" idx="10" hasCustomPrompt="1"/>
          </p:nvPr>
        </p:nvSpPr>
        <p:spPr>
          <a:xfrm>
            <a:off x="670564" y="355600"/>
            <a:ext cx="7092873" cy="348813"/>
          </a:xfrm>
          <a:prstGeom prst="rect">
            <a:avLst/>
          </a:prstGeom>
        </p:spPr>
        <p:txBody>
          <a:bodyPr>
            <a:noAutofit/>
          </a:bodyPr>
          <a:lstStyle>
            <a:lvl1pPr>
              <a:defRPr sz="1200" b="0" cap="all" spc="200" baseline="0">
                <a:solidFill>
                  <a:srgbClr val="222731"/>
                </a:solidFill>
                <a:latin typeface="+mn-lt"/>
              </a:defRPr>
            </a:lvl1pPr>
            <a:lvl2pPr marL="0" indent="0">
              <a:buNone/>
              <a:defRPr/>
            </a:lvl2pPr>
          </a:lstStyle>
          <a:p>
            <a:pPr lvl="0"/>
            <a:r>
              <a:rPr lang="en-US"/>
              <a:t>Eyebrow CALIBRI LIGHT 9pt</a:t>
            </a:r>
          </a:p>
        </p:txBody>
      </p:sp>
      <p:sp>
        <p:nvSpPr>
          <p:cNvPr id="6" name="Title 5">
            <a:extLst>
              <a:ext uri="{FF2B5EF4-FFF2-40B4-BE49-F238E27FC236}">
                <a16:creationId xmlns:a16="http://schemas.microsoft.com/office/drawing/2014/main" id="{088E1389-D875-4A3C-85CC-2FF6F879D34A}"/>
              </a:ext>
            </a:extLst>
          </p:cNvPr>
          <p:cNvSpPr>
            <a:spLocks noGrp="1"/>
          </p:cNvSpPr>
          <p:nvPr>
            <p:ph type="title"/>
          </p:nvPr>
        </p:nvSpPr>
        <p:spPr/>
        <p:txBody>
          <a:bodyPr/>
          <a:lstStyle>
            <a:lvl1pPr>
              <a:defRPr>
                <a:solidFill>
                  <a:schemeClr val="tx1"/>
                </a:solidFill>
              </a:defRPr>
            </a:lvl1pPr>
          </a:lstStyle>
          <a:p>
            <a:r>
              <a:rPr lang="en-US"/>
              <a:t>Click to edit Master title style</a:t>
            </a:r>
            <a:endParaRPr lang="en-IN"/>
          </a:p>
        </p:txBody>
      </p:sp>
      <p:sp>
        <p:nvSpPr>
          <p:cNvPr id="8" name="Slide Number Placeholder 7">
            <a:extLst>
              <a:ext uri="{FF2B5EF4-FFF2-40B4-BE49-F238E27FC236}">
                <a16:creationId xmlns:a16="http://schemas.microsoft.com/office/drawing/2014/main" id="{4954AD1C-8C3A-971B-F2EC-1F6CE8251B47}"/>
              </a:ext>
            </a:extLst>
          </p:cNvPr>
          <p:cNvSpPr>
            <a:spLocks noGrp="1"/>
          </p:cNvSpPr>
          <p:nvPr>
            <p:ph type="sldNum" sz="quarter" idx="22"/>
          </p:nvPr>
        </p:nvSpPr>
        <p:spPr>
          <a:xfrm>
            <a:off x="11092520" y="6419110"/>
            <a:ext cx="554360" cy="366183"/>
          </a:xfrm>
          <a:prstGeom prst="rect">
            <a:avLst/>
          </a:prstGeom>
        </p:spPr>
        <p:txBody>
          <a:bodyPr/>
          <a:lstStyle/>
          <a:p>
            <a:pPr>
              <a:defRPr/>
            </a:pPr>
            <a:fld id="{7B2119CD-3B2D-4CEB-B404-D2E3F8CD6D69}" type="slidenum">
              <a:rPr lang="en-IN" smtClean="0"/>
              <a:pPr>
                <a:defRPr/>
              </a:pPr>
              <a:t>‹#›</a:t>
            </a:fld>
            <a:endParaRPr lang="en-IN"/>
          </a:p>
        </p:txBody>
      </p:sp>
      <p:sp>
        <p:nvSpPr>
          <p:cNvPr id="2" name="Footer Placeholder 4">
            <a:extLst>
              <a:ext uri="{FF2B5EF4-FFF2-40B4-BE49-F238E27FC236}">
                <a16:creationId xmlns:a16="http://schemas.microsoft.com/office/drawing/2014/main" id="{2589F6FC-3DC6-EFBE-5ABB-FAE5246EAFD2}"/>
              </a:ext>
            </a:extLst>
          </p:cNvPr>
          <p:cNvSpPr>
            <a:spLocks noGrp="1"/>
          </p:cNvSpPr>
          <p:nvPr>
            <p:ph type="ftr" sz="quarter" idx="3"/>
          </p:nvPr>
        </p:nvSpPr>
        <p:spPr>
          <a:xfrm>
            <a:off x="8372590" y="6413433"/>
            <a:ext cx="2646393" cy="374235"/>
          </a:xfrm>
          <a:prstGeom prst="rect">
            <a:avLst/>
          </a:prstGeom>
        </p:spPr>
        <p:txBody>
          <a:bodyPr vert="horz" lIns="91440" tIns="45720" rIns="91440" bIns="45720" rtlCol="0" anchor="b" anchorCtr="0"/>
          <a:lstStyle>
            <a:lvl1pPr algn="ctr">
              <a:defRPr lang="en-US" sz="933" kern="1200" dirty="0" smtClean="0">
                <a:solidFill>
                  <a:schemeClr val="tx1"/>
                </a:solidFill>
                <a:latin typeface="+mn-lt"/>
                <a:ea typeface="+mn-ea"/>
                <a:cs typeface="+mn-cs"/>
              </a:defRPr>
            </a:lvl1pPr>
          </a:lstStyle>
          <a:p>
            <a:r>
              <a:rPr lang="en-US"/>
              <a:t>ADC Innovation Pipeline |  1-Aug-25</a:t>
            </a:r>
          </a:p>
        </p:txBody>
      </p:sp>
    </p:spTree>
    <p:extLst>
      <p:ext uri="{BB962C8B-B14F-4D97-AF65-F5344CB8AC3E}">
        <p14:creationId xmlns:p14="http://schemas.microsoft.com/office/powerpoint/2010/main" val="2012789366"/>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wo Content + Header">
    <p:spTree>
      <p:nvGrpSpPr>
        <p:cNvPr id="1" name=""/>
        <p:cNvGrpSpPr/>
        <p:nvPr/>
      </p:nvGrpSpPr>
      <p:grpSpPr>
        <a:xfrm>
          <a:off x="0" y="0"/>
          <a:ext cx="0" cy="0"/>
          <a:chOff x="0" y="0"/>
          <a:chExt cx="0" cy="0"/>
        </a:xfrm>
      </p:grpSpPr>
      <p:sp>
        <p:nvSpPr>
          <p:cNvPr id="12" name="Text Placeholder 9">
            <a:extLst>
              <a:ext uri="{FF2B5EF4-FFF2-40B4-BE49-F238E27FC236}">
                <a16:creationId xmlns:a16="http://schemas.microsoft.com/office/drawing/2014/main" id="{D9A84B86-6CE3-4715-A01A-FECF8E99EC15}"/>
              </a:ext>
            </a:extLst>
          </p:cNvPr>
          <p:cNvSpPr>
            <a:spLocks noGrp="1"/>
          </p:cNvSpPr>
          <p:nvPr>
            <p:ph type="body" sz="quarter" idx="10" hasCustomPrompt="1"/>
          </p:nvPr>
        </p:nvSpPr>
        <p:spPr>
          <a:xfrm>
            <a:off x="670564" y="355600"/>
            <a:ext cx="6989233" cy="348813"/>
          </a:xfrm>
          <a:prstGeom prst="rect">
            <a:avLst/>
          </a:prstGeom>
        </p:spPr>
        <p:txBody>
          <a:bodyPr>
            <a:noAutofit/>
          </a:bodyPr>
          <a:lstStyle>
            <a:lvl1pPr>
              <a:defRPr sz="1200" b="0" cap="all" spc="200" baseline="0">
                <a:solidFill>
                  <a:srgbClr val="222731"/>
                </a:solidFill>
                <a:latin typeface="+mn-lt"/>
              </a:defRPr>
            </a:lvl1pPr>
            <a:lvl2pPr marL="0" indent="0">
              <a:buNone/>
              <a:defRPr/>
            </a:lvl2pPr>
          </a:lstStyle>
          <a:p>
            <a:pPr lvl="0"/>
            <a:r>
              <a:rPr lang="en-US"/>
              <a:t>Eyebrow CALIBRI LIGHT 9pt</a:t>
            </a:r>
          </a:p>
        </p:txBody>
      </p:sp>
      <p:sp>
        <p:nvSpPr>
          <p:cNvPr id="17" name="Text Placeholder 9">
            <a:extLst>
              <a:ext uri="{FF2B5EF4-FFF2-40B4-BE49-F238E27FC236}">
                <a16:creationId xmlns:a16="http://schemas.microsoft.com/office/drawing/2014/main" id="{F184EA7A-C14A-435C-84F4-DB8BC3A9A6E5}"/>
              </a:ext>
            </a:extLst>
          </p:cNvPr>
          <p:cNvSpPr>
            <a:spLocks noGrp="1"/>
          </p:cNvSpPr>
          <p:nvPr>
            <p:ph type="body" sz="quarter" idx="14" hasCustomPrompt="1"/>
          </p:nvPr>
        </p:nvSpPr>
        <p:spPr>
          <a:xfrm>
            <a:off x="670560" y="1463040"/>
            <a:ext cx="10838688" cy="1097280"/>
          </a:xfrm>
          <a:prstGeom prst="rect">
            <a:avLst/>
          </a:prstGeom>
        </p:spPr>
        <p:txBody>
          <a:bodyPr>
            <a:noAutofit/>
          </a:bodyPr>
          <a:lstStyle>
            <a:lvl1pPr>
              <a:defRPr sz="2400" b="0">
                <a:solidFill>
                  <a:srgbClr val="001489"/>
                </a:solidFill>
                <a:latin typeface="+mj-lt"/>
              </a:defRPr>
            </a:lvl1pPr>
          </a:lstStyle>
          <a:p>
            <a:pPr lvl="0"/>
            <a:r>
              <a:rPr lang="en-US"/>
              <a:t>Click to edit master text styles</a:t>
            </a:r>
          </a:p>
        </p:txBody>
      </p:sp>
      <p:sp>
        <p:nvSpPr>
          <p:cNvPr id="18" name="Text Placeholder 4">
            <a:extLst>
              <a:ext uri="{FF2B5EF4-FFF2-40B4-BE49-F238E27FC236}">
                <a16:creationId xmlns:a16="http://schemas.microsoft.com/office/drawing/2014/main" id="{5D0068BB-B539-4488-911A-96DC071FE88E}"/>
              </a:ext>
            </a:extLst>
          </p:cNvPr>
          <p:cNvSpPr>
            <a:spLocks noGrp="1"/>
          </p:cNvSpPr>
          <p:nvPr>
            <p:ph type="body" sz="quarter" idx="13" hasCustomPrompt="1"/>
          </p:nvPr>
        </p:nvSpPr>
        <p:spPr>
          <a:xfrm>
            <a:off x="670984" y="2743202"/>
            <a:ext cx="5089736" cy="520700"/>
          </a:xfrm>
          <a:prstGeom prst="rect">
            <a:avLst/>
          </a:prstGeom>
        </p:spPr>
        <p:txBody>
          <a:bodyPr>
            <a:noAutofit/>
          </a:bodyPr>
          <a:lstStyle>
            <a:lvl1pPr>
              <a:defRPr sz="1867" b="1" cap="none" baseline="0">
                <a:solidFill>
                  <a:schemeClr val="accent3"/>
                </a:solidFill>
                <a:latin typeface="+mj-lt"/>
              </a:defRPr>
            </a:lvl1pPr>
          </a:lstStyle>
          <a:p>
            <a:pPr lvl="0"/>
            <a:r>
              <a:rPr lang="en-US"/>
              <a:t>Short Title, Calibri, 14pt, Bold</a:t>
            </a:r>
          </a:p>
        </p:txBody>
      </p:sp>
      <p:sp>
        <p:nvSpPr>
          <p:cNvPr id="19" name="Text Placeholder 4">
            <a:extLst>
              <a:ext uri="{FF2B5EF4-FFF2-40B4-BE49-F238E27FC236}">
                <a16:creationId xmlns:a16="http://schemas.microsoft.com/office/drawing/2014/main" id="{FC1F4580-228D-4976-BFA8-C2248824F3A1}"/>
              </a:ext>
            </a:extLst>
          </p:cNvPr>
          <p:cNvSpPr>
            <a:spLocks noGrp="1"/>
          </p:cNvSpPr>
          <p:nvPr>
            <p:ph type="body" sz="quarter" idx="18" hasCustomPrompt="1"/>
          </p:nvPr>
        </p:nvSpPr>
        <p:spPr>
          <a:xfrm>
            <a:off x="6431280" y="2743202"/>
            <a:ext cx="5089736" cy="520700"/>
          </a:xfrm>
          <a:prstGeom prst="rect">
            <a:avLst/>
          </a:prstGeom>
        </p:spPr>
        <p:txBody>
          <a:bodyPr>
            <a:noAutofit/>
          </a:bodyPr>
          <a:lstStyle>
            <a:lvl1pPr>
              <a:defRPr sz="1867" b="1" cap="none" baseline="0">
                <a:solidFill>
                  <a:schemeClr val="accent3"/>
                </a:solidFill>
                <a:latin typeface="+mj-lt"/>
              </a:defRPr>
            </a:lvl1pPr>
          </a:lstStyle>
          <a:p>
            <a:pPr lvl="0"/>
            <a:r>
              <a:rPr lang="en-US"/>
              <a:t>Short Title, Calibri, 14pt, Bold</a:t>
            </a:r>
          </a:p>
        </p:txBody>
      </p:sp>
      <p:sp>
        <p:nvSpPr>
          <p:cNvPr id="20" name="Content Placeholder 6">
            <a:extLst>
              <a:ext uri="{FF2B5EF4-FFF2-40B4-BE49-F238E27FC236}">
                <a16:creationId xmlns:a16="http://schemas.microsoft.com/office/drawing/2014/main" id="{4073EB3D-18BB-4E2C-9D12-E03D0B6131B9}"/>
              </a:ext>
            </a:extLst>
          </p:cNvPr>
          <p:cNvSpPr>
            <a:spLocks noGrp="1"/>
          </p:cNvSpPr>
          <p:nvPr>
            <p:ph sz="quarter" idx="19"/>
          </p:nvPr>
        </p:nvSpPr>
        <p:spPr>
          <a:xfrm>
            <a:off x="670561" y="3263902"/>
            <a:ext cx="5089735" cy="2954017"/>
          </a:xfrm>
        </p:spPr>
        <p:txBody>
          <a:bodyPr>
            <a:noAutofit/>
          </a:bodyPr>
          <a:lstStyle>
            <a:lvl1pPr>
              <a:defRPr sz="1867"/>
            </a:lvl1pPr>
            <a:lvl3pPr>
              <a:defRPr/>
            </a:lvl3pPr>
            <a:lvl4pPr>
              <a:defRPr/>
            </a:lvl4pPr>
            <a:lvl5pPr>
              <a:defRPr/>
            </a:lvl5pPr>
          </a:lstStyle>
          <a:p>
            <a:pPr lvl="0"/>
            <a:r>
              <a:rPr lang="en-US"/>
              <a:t>Click to edit Master text styles</a:t>
            </a:r>
          </a:p>
          <a:p>
            <a:pPr lvl="1"/>
            <a:r>
              <a:rPr lang="en-US"/>
              <a:t>Second level</a:t>
            </a:r>
          </a:p>
          <a:p>
            <a:pPr lvl="2"/>
            <a:r>
              <a:rPr lang="en-US"/>
              <a:t>Third level</a:t>
            </a:r>
          </a:p>
        </p:txBody>
      </p:sp>
      <p:sp>
        <p:nvSpPr>
          <p:cNvPr id="21" name="Content Placeholder 6">
            <a:extLst>
              <a:ext uri="{FF2B5EF4-FFF2-40B4-BE49-F238E27FC236}">
                <a16:creationId xmlns:a16="http://schemas.microsoft.com/office/drawing/2014/main" id="{112F3581-3732-4A0B-8F51-60DBC2912C03}"/>
              </a:ext>
            </a:extLst>
          </p:cNvPr>
          <p:cNvSpPr>
            <a:spLocks noGrp="1"/>
          </p:cNvSpPr>
          <p:nvPr>
            <p:ph sz="quarter" idx="20"/>
          </p:nvPr>
        </p:nvSpPr>
        <p:spPr>
          <a:xfrm>
            <a:off x="6431282" y="3263902"/>
            <a:ext cx="5089735" cy="2954017"/>
          </a:xfrm>
        </p:spPr>
        <p:txBody>
          <a:bodyPr>
            <a:noAutofit/>
          </a:bodyPr>
          <a:lstStyle>
            <a:lvl1pPr>
              <a:defRPr sz="1867"/>
            </a:lvl1pPr>
            <a:lvl3pPr>
              <a:defRPr/>
            </a:lvl3pPr>
            <a:lvl4pPr>
              <a:defRPr/>
            </a:lvl4pPr>
            <a:lvl5pPr>
              <a:defRPr/>
            </a:lvl5pPr>
          </a:lstStyle>
          <a:p>
            <a:pPr lvl="0"/>
            <a:r>
              <a:rPr lang="en-US"/>
              <a:t>Click to edit Master text styles</a:t>
            </a:r>
          </a:p>
          <a:p>
            <a:pPr lvl="1"/>
            <a:r>
              <a:rPr lang="en-US"/>
              <a:t>Second level</a:t>
            </a:r>
          </a:p>
          <a:p>
            <a:pPr lvl="2"/>
            <a:r>
              <a:rPr lang="en-US"/>
              <a:t>Third level</a:t>
            </a:r>
          </a:p>
        </p:txBody>
      </p:sp>
      <p:sp>
        <p:nvSpPr>
          <p:cNvPr id="6" name="Title 5">
            <a:extLst>
              <a:ext uri="{FF2B5EF4-FFF2-40B4-BE49-F238E27FC236}">
                <a16:creationId xmlns:a16="http://schemas.microsoft.com/office/drawing/2014/main" id="{AD079F95-85C8-47A7-9EDE-B17DE1BCA47B}"/>
              </a:ext>
            </a:extLst>
          </p:cNvPr>
          <p:cNvSpPr>
            <a:spLocks noGrp="1"/>
          </p:cNvSpPr>
          <p:nvPr>
            <p:ph type="title"/>
          </p:nvPr>
        </p:nvSpPr>
        <p:spPr/>
        <p:txBody>
          <a:bodyPr/>
          <a:lstStyle>
            <a:lvl1pPr>
              <a:defRPr>
                <a:solidFill>
                  <a:schemeClr val="tx1"/>
                </a:solidFill>
              </a:defRPr>
            </a:lvl1pPr>
          </a:lstStyle>
          <a:p>
            <a:r>
              <a:rPr lang="en-US"/>
              <a:t>Click to edit Master title style</a:t>
            </a:r>
            <a:endParaRPr lang="en-IN"/>
          </a:p>
        </p:txBody>
      </p:sp>
      <p:sp>
        <p:nvSpPr>
          <p:cNvPr id="8" name="Slide Number Placeholder 7">
            <a:extLst>
              <a:ext uri="{FF2B5EF4-FFF2-40B4-BE49-F238E27FC236}">
                <a16:creationId xmlns:a16="http://schemas.microsoft.com/office/drawing/2014/main" id="{CBB86011-F89B-BBF8-B07E-55CED78E6F54}"/>
              </a:ext>
            </a:extLst>
          </p:cNvPr>
          <p:cNvSpPr>
            <a:spLocks noGrp="1"/>
          </p:cNvSpPr>
          <p:nvPr>
            <p:ph type="sldNum" sz="quarter" idx="23"/>
          </p:nvPr>
        </p:nvSpPr>
        <p:spPr>
          <a:xfrm>
            <a:off x="11092520" y="6419110"/>
            <a:ext cx="554360" cy="366183"/>
          </a:xfrm>
          <a:prstGeom prst="rect">
            <a:avLst/>
          </a:prstGeom>
        </p:spPr>
        <p:txBody>
          <a:bodyPr/>
          <a:lstStyle/>
          <a:p>
            <a:pPr>
              <a:defRPr/>
            </a:pPr>
            <a:fld id="{7B2119CD-3B2D-4CEB-B404-D2E3F8CD6D69}" type="slidenum">
              <a:rPr lang="en-IN" smtClean="0"/>
              <a:pPr>
                <a:defRPr/>
              </a:pPr>
              <a:t>‹#›</a:t>
            </a:fld>
            <a:endParaRPr lang="en-IN"/>
          </a:p>
        </p:txBody>
      </p:sp>
      <p:sp>
        <p:nvSpPr>
          <p:cNvPr id="2" name="Footer Placeholder 4">
            <a:extLst>
              <a:ext uri="{FF2B5EF4-FFF2-40B4-BE49-F238E27FC236}">
                <a16:creationId xmlns:a16="http://schemas.microsoft.com/office/drawing/2014/main" id="{331DAB28-B84E-6FFA-62FF-885D887284E9}"/>
              </a:ext>
            </a:extLst>
          </p:cNvPr>
          <p:cNvSpPr>
            <a:spLocks noGrp="1"/>
          </p:cNvSpPr>
          <p:nvPr>
            <p:ph type="ftr" sz="quarter" idx="3"/>
          </p:nvPr>
        </p:nvSpPr>
        <p:spPr>
          <a:xfrm>
            <a:off x="8372590" y="6413433"/>
            <a:ext cx="2646393" cy="374235"/>
          </a:xfrm>
          <a:prstGeom prst="rect">
            <a:avLst/>
          </a:prstGeom>
        </p:spPr>
        <p:txBody>
          <a:bodyPr vert="horz" lIns="91440" tIns="45720" rIns="91440" bIns="45720" rtlCol="0" anchor="b" anchorCtr="0"/>
          <a:lstStyle>
            <a:lvl1pPr algn="ctr">
              <a:defRPr lang="en-US" sz="933" kern="1200" dirty="0" smtClean="0">
                <a:solidFill>
                  <a:schemeClr val="tx1"/>
                </a:solidFill>
                <a:latin typeface="+mn-lt"/>
                <a:ea typeface="+mn-ea"/>
                <a:cs typeface="+mn-cs"/>
              </a:defRPr>
            </a:lvl1pPr>
          </a:lstStyle>
          <a:p>
            <a:r>
              <a:rPr lang="en-US"/>
              <a:t>ADC Innovation Pipeline |  1-Aug-25</a:t>
            </a:r>
          </a:p>
        </p:txBody>
      </p:sp>
    </p:spTree>
    <p:extLst>
      <p:ext uri="{BB962C8B-B14F-4D97-AF65-F5344CB8AC3E}">
        <p14:creationId xmlns:p14="http://schemas.microsoft.com/office/powerpoint/2010/main" val="961388459"/>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Full Page Chart + Header">
    <p:spTree>
      <p:nvGrpSpPr>
        <p:cNvPr id="1" name=""/>
        <p:cNvGrpSpPr/>
        <p:nvPr/>
      </p:nvGrpSpPr>
      <p:grpSpPr>
        <a:xfrm>
          <a:off x="0" y="0"/>
          <a:ext cx="0" cy="0"/>
          <a:chOff x="0" y="0"/>
          <a:chExt cx="0" cy="0"/>
        </a:xfrm>
      </p:grpSpPr>
      <p:sp>
        <p:nvSpPr>
          <p:cNvPr id="12" name="Text Placeholder 9">
            <a:extLst>
              <a:ext uri="{FF2B5EF4-FFF2-40B4-BE49-F238E27FC236}">
                <a16:creationId xmlns:a16="http://schemas.microsoft.com/office/drawing/2014/main" id="{6DB57EE1-11D5-470C-B633-08E9CE6ABD2E}"/>
              </a:ext>
            </a:extLst>
          </p:cNvPr>
          <p:cNvSpPr>
            <a:spLocks noGrp="1"/>
          </p:cNvSpPr>
          <p:nvPr>
            <p:ph type="body" sz="quarter" idx="10" hasCustomPrompt="1"/>
          </p:nvPr>
        </p:nvSpPr>
        <p:spPr>
          <a:xfrm>
            <a:off x="670564" y="355600"/>
            <a:ext cx="6989233" cy="348813"/>
          </a:xfrm>
          <a:prstGeom prst="rect">
            <a:avLst/>
          </a:prstGeom>
        </p:spPr>
        <p:txBody>
          <a:bodyPr>
            <a:noAutofit/>
          </a:bodyPr>
          <a:lstStyle>
            <a:lvl1pPr>
              <a:defRPr sz="1200" b="0" cap="all" spc="200" baseline="0">
                <a:solidFill>
                  <a:srgbClr val="222731"/>
                </a:solidFill>
                <a:latin typeface="+mn-lt"/>
              </a:defRPr>
            </a:lvl1pPr>
            <a:lvl2pPr marL="0" indent="0">
              <a:buNone/>
              <a:defRPr/>
            </a:lvl2pPr>
          </a:lstStyle>
          <a:p>
            <a:pPr lvl="0"/>
            <a:r>
              <a:rPr lang="en-US"/>
              <a:t>Eyebrow CALIBRI LIGHT 9PT</a:t>
            </a:r>
          </a:p>
        </p:txBody>
      </p:sp>
      <p:sp>
        <p:nvSpPr>
          <p:cNvPr id="14" name="Text Placeholder 4">
            <a:extLst>
              <a:ext uri="{FF2B5EF4-FFF2-40B4-BE49-F238E27FC236}">
                <a16:creationId xmlns:a16="http://schemas.microsoft.com/office/drawing/2014/main" id="{69C8B4ED-99D4-4FA7-951B-B230EC2B1EEC}"/>
              </a:ext>
            </a:extLst>
          </p:cNvPr>
          <p:cNvSpPr>
            <a:spLocks noGrp="1"/>
          </p:cNvSpPr>
          <p:nvPr>
            <p:ph type="body" sz="quarter" idx="20" hasCustomPrompt="1"/>
          </p:nvPr>
        </p:nvSpPr>
        <p:spPr>
          <a:xfrm>
            <a:off x="663615" y="1463943"/>
            <a:ext cx="10850880" cy="365760"/>
          </a:xfrm>
          <a:prstGeom prst="rect">
            <a:avLst/>
          </a:prstGeom>
        </p:spPr>
        <p:txBody>
          <a:bodyPr>
            <a:noAutofit/>
          </a:bodyPr>
          <a:lstStyle>
            <a:lvl1pPr>
              <a:defRPr sz="2133" b="1" cap="none" baseline="0">
                <a:solidFill>
                  <a:schemeClr val="accent3"/>
                </a:solidFill>
                <a:latin typeface="+mj-lt"/>
              </a:defRPr>
            </a:lvl1pPr>
          </a:lstStyle>
          <a:p>
            <a:pPr lvl="0"/>
            <a:r>
              <a:rPr lang="en-US"/>
              <a:t>Click To Edit Chart Title, Calibri, 16pt, Bold</a:t>
            </a:r>
          </a:p>
        </p:txBody>
      </p:sp>
      <p:sp>
        <p:nvSpPr>
          <p:cNvPr id="16" name="Text Placeholder 4">
            <a:extLst>
              <a:ext uri="{FF2B5EF4-FFF2-40B4-BE49-F238E27FC236}">
                <a16:creationId xmlns:a16="http://schemas.microsoft.com/office/drawing/2014/main" id="{9849D2D5-1C25-41F7-91C5-A575937D23D1}"/>
              </a:ext>
            </a:extLst>
          </p:cNvPr>
          <p:cNvSpPr>
            <a:spLocks noGrp="1"/>
          </p:cNvSpPr>
          <p:nvPr>
            <p:ph type="body" sz="quarter" idx="21" hasCustomPrompt="1"/>
          </p:nvPr>
        </p:nvSpPr>
        <p:spPr>
          <a:xfrm>
            <a:off x="663613" y="1826008"/>
            <a:ext cx="10850880" cy="365760"/>
          </a:xfrm>
        </p:spPr>
        <p:txBody>
          <a:bodyPr>
            <a:noAutofit/>
          </a:bodyPr>
          <a:lstStyle>
            <a:lvl1pPr>
              <a:defRPr sz="1867"/>
            </a:lvl1pPr>
          </a:lstStyle>
          <a:p>
            <a:pPr lvl="0"/>
            <a:r>
              <a:rPr lang="en-US"/>
              <a:t>Second level for chart subtitle</a:t>
            </a:r>
          </a:p>
        </p:txBody>
      </p:sp>
      <p:sp>
        <p:nvSpPr>
          <p:cNvPr id="17" name="Chart Placeholder 14">
            <a:extLst>
              <a:ext uri="{FF2B5EF4-FFF2-40B4-BE49-F238E27FC236}">
                <a16:creationId xmlns:a16="http://schemas.microsoft.com/office/drawing/2014/main" id="{5F384281-9885-4DF1-AB32-7D6D158EC4B8}"/>
              </a:ext>
            </a:extLst>
          </p:cNvPr>
          <p:cNvSpPr>
            <a:spLocks noGrp="1"/>
          </p:cNvSpPr>
          <p:nvPr>
            <p:ph type="chart" sz="quarter" idx="22"/>
          </p:nvPr>
        </p:nvSpPr>
        <p:spPr>
          <a:xfrm>
            <a:off x="670560" y="2463800"/>
            <a:ext cx="10861040" cy="3479800"/>
          </a:xfrm>
        </p:spPr>
        <p:txBody>
          <a:bodyPr anchor="ctr"/>
          <a:lstStyle>
            <a:lvl1pPr algn="ctr">
              <a:defRPr>
                <a:latin typeface="+mn-lt"/>
              </a:defRPr>
            </a:lvl1pPr>
          </a:lstStyle>
          <a:p>
            <a:r>
              <a:rPr lang="en-US"/>
              <a:t>Click icon to add chart</a:t>
            </a:r>
          </a:p>
        </p:txBody>
      </p:sp>
      <p:sp>
        <p:nvSpPr>
          <p:cNvPr id="3" name="Title 2">
            <a:extLst>
              <a:ext uri="{FF2B5EF4-FFF2-40B4-BE49-F238E27FC236}">
                <a16:creationId xmlns:a16="http://schemas.microsoft.com/office/drawing/2014/main" id="{09B3C7C1-99C7-46EF-8247-FA3C97B61021}"/>
              </a:ext>
            </a:extLst>
          </p:cNvPr>
          <p:cNvSpPr>
            <a:spLocks noGrp="1"/>
          </p:cNvSpPr>
          <p:nvPr>
            <p:ph type="title"/>
          </p:nvPr>
        </p:nvSpPr>
        <p:spPr/>
        <p:txBody>
          <a:bodyPr/>
          <a:lstStyle>
            <a:lvl1pPr>
              <a:defRPr>
                <a:solidFill>
                  <a:schemeClr val="tx1"/>
                </a:solidFill>
              </a:defRPr>
            </a:lvl1pPr>
          </a:lstStyle>
          <a:p>
            <a:r>
              <a:rPr lang="en-US"/>
              <a:t>Click to edit Master title style</a:t>
            </a:r>
            <a:endParaRPr lang="en-IN"/>
          </a:p>
        </p:txBody>
      </p:sp>
      <p:sp>
        <p:nvSpPr>
          <p:cNvPr id="8" name="Slide Number Placeholder 7">
            <a:extLst>
              <a:ext uri="{FF2B5EF4-FFF2-40B4-BE49-F238E27FC236}">
                <a16:creationId xmlns:a16="http://schemas.microsoft.com/office/drawing/2014/main" id="{0B4EBCCB-89CE-64E2-DEB8-1C966011F3FD}"/>
              </a:ext>
            </a:extLst>
          </p:cNvPr>
          <p:cNvSpPr>
            <a:spLocks noGrp="1"/>
          </p:cNvSpPr>
          <p:nvPr>
            <p:ph type="sldNum" sz="quarter" idx="25"/>
          </p:nvPr>
        </p:nvSpPr>
        <p:spPr>
          <a:xfrm>
            <a:off x="11092520" y="6419110"/>
            <a:ext cx="554360" cy="366183"/>
          </a:xfrm>
          <a:prstGeom prst="rect">
            <a:avLst/>
          </a:prstGeom>
        </p:spPr>
        <p:txBody>
          <a:bodyPr/>
          <a:lstStyle/>
          <a:p>
            <a:pPr>
              <a:defRPr/>
            </a:pPr>
            <a:fld id="{7B2119CD-3B2D-4CEB-B404-D2E3F8CD6D69}" type="slidenum">
              <a:rPr lang="en-IN" smtClean="0"/>
              <a:pPr>
                <a:defRPr/>
              </a:pPr>
              <a:t>‹#›</a:t>
            </a:fld>
            <a:endParaRPr lang="en-IN"/>
          </a:p>
        </p:txBody>
      </p:sp>
      <p:sp>
        <p:nvSpPr>
          <p:cNvPr id="4" name="Footer Placeholder 4">
            <a:extLst>
              <a:ext uri="{FF2B5EF4-FFF2-40B4-BE49-F238E27FC236}">
                <a16:creationId xmlns:a16="http://schemas.microsoft.com/office/drawing/2014/main" id="{301F4647-633C-7665-B0FE-29E71470AF35}"/>
              </a:ext>
            </a:extLst>
          </p:cNvPr>
          <p:cNvSpPr>
            <a:spLocks noGrp="1"/>
          </p:cNvSpPr>
          <p:nvPr>
            <p:ph type="ftr" sz="quarter" idx="3"/>
          </p:nvPr>
        </p:nvSpPr>
        <p:spPr>
          <a:xfrm>
            <a:off x="8372590" y="6413433"/>
            <a:ext cx="2646393" cy="374235"/>
          </a:xfrm>
          <a:prstGeom prst="rect">
            <a:avLst/>
          </a:prstGeom>
        </p:spPr>
        <p:txBody>
          <a:bodyPr vert="horz" lIns="91440" tIns="45720" rIns="91440" bIns="45720" rtlCol="0" anchor="b" anchorCtr="0"/>
          <a:lstStyle>
            <a:lvl1pPr algn="ctr">
              <a:defRPr lang="en-US" sz="933" kern="1200" dirty="0" smtClean="0">
                <a:solidFill>
                  <a:schemeClr val="tx1"/>
                </a:solidFill>
                <a:latin typeface="+mn-lt"/>
                <a:ea typeface="+mn-ea"/>
                <a:cs typeface="+mn-cs"/>
              </a:defRPr>
            </a:lvl1pPr>
          </a:lstStyle>
          <a:p>
            <a:r>
              <a:rPr lang="en-US"/>
              <a:t>ADC Innovation Pipeline |  1-Aug-25</a:t>
            </a:r>
          </a:p>
        </p:txBody>
      </p:sp>
    </p:spTree>
    <p:extLst>
      <p:ext uri="{BB962C8B-B14F-4D97-AF65-F5344CB8AC3E}">
        <p14:creationId xmlns:p14="http://schemas.microsoft.com/office/powerpoint/2010/main" val="2827596674"/>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Full Page Table + Header">
    <p:spTree>
      <p:nvGrpSpPr>
        <p:cNvPr id="1" name=""/>
        <p:cNvGrpSpPr/>
        <p:nvPr/>
      </p:nvGrpSpPr>
      <p:grpSpPr>
        <a:xfrm>
          <a:off x="0" y="0"/>
          <a:ext cx="0" cy="0"/>
          <a:chOff x="0" y="0"/>
          <a:chExt cx="0" cy="0"/>
        </a:xfrm>
      </p:grpSpPr>
      <p:sp>
        <p:nvSpPr>
          <p:cNvPr id="13" name="Text Placeholder 9">
            <a:extLst>
              <a:ext uri="{FF2B5EF4-FFF2-40B4-BE49-F238E27FC236}">
                <a16:creationId xmlns:a16="http://schemas.microsoft.com/office/drawing/2014/main" id="{E4099E12-93CF-4238-950D-B699BBED1B97}"/>
              </a:ext>
            </a:extLst>
          </p:cNvPr>
          <p:cNvSpPr>
            <a:spLocks noGrp="1"/>
          </p:cNvSpPr>
          <p:nvPr>
            <p:ph type="body" sz="quarter" idx="10" hasCustomPrompt="1"/>
          </p:nvPr>
        </p:nvSpPr>
        <p:spPr>
          <a:xfrm>
            <a:off x="670564" y="355600"/>
            <a:ext cx="6989233" cy="348813"/>
          </a:xfrm>
          <a:prstGeom prst="rect">
            <a:avLst/>
          </a:prstGeom>
        </p:spPr>
        <p:txBody>
          <a:bodyPr>
            <a:noAutofit/>
          </a:bodyPr>
          <a:lstStyle>
            <a:lvl1pPr>
              <a:defRPr sz="1200" b="0" cap="all" spc="200" baseline="0">
                <a:solidFill>
                  <a:srgbClr val="222731"/>
                </a:solidFill>
                <a:latin typeface="+mn-lt"/>
              </a:defRPr>
            </a:lvl1pPr>
            <a:lvl2pPr marL="0" indent="0">
              <a:buNone/>
              <a:defRPr/>
            </a:lvl2pPr>
          </a:lstStyle>
          <a:p>
            <a:pPr lvl="0"/>
            <a:r>
              <a:rPr lang="en-US"/>
              <a:t>Eyebrow CALIBRI LIGHT 9PT</a:t>
            </a:r>
          </a:p>
        </p:txBody>
      </p:sp>
      <p:sp>
        <p:nvSpPr>
          <p:cNvPr id="16" name="Text Placeholder 4">
            <a:extLst>
              <a:ext uri="{FF2B5EF4-FFF2-40B4-BE49-F238E27FC236}">
                <a16:creationId xmlns:a16="http://schemas.microsoft.com/office/drawing/2014/main" id="{2FAF8700-F002-4A2F-B04A-6FE90BE6FD35}"/>
              </a:ext>
            </a:extLst>
          </p:cNvPr>
          <p:cNvSpPr>
            <a:spLocks noGrp="1"/>
          </p:cNvSpPr>
          <p:nvPr>
            <p:ph type="body" sz="quarter" idx="20" hasCustomPrompt="1"/>
          </p:nvPr>
        </p:nvSpPr>
        <p:spPr>
          <a:xfrm>
            <a:off x="663615" y="1463943"/>
            <a:ext cx="10850880" cy="365760"/>
          </a:xfrm>
          <a:prstGeom prst="rect">
            <a:avLst/>
          </a:prstGeom>
        </p:spPr>
        <p:txBody>
          <a:bodyPr>
            <a:noAutofit/>
          </a:bodyPr>
          <a:lstStyle>
            <a:lvl1pPr>
              <a:defRPr sz="2133" b="1" cap="none" baseline="0">
                <a:solidFill>
                  <a:schemeClr val="accent3"/>
                </a:solidFill>
                <a:latin typeface="+mj-lt"/>
              </a:defRPr>
            </a:lvl1pPr>
          </a:lstStyle>
          <a:p>
            <a:pPr lvl="0"/>
            <a:r>
              <a:rPr lang="en-US"/>
              <a:t>Click to Edit Table Title, Calibri, 16pt, Bold</a:t>
            </a:r>
          </a:p>
        </p:txBody>
      </p:sp>
      <p:sp>
        <p:nvSpPr>
          <p:cNvPr id="17" name="Text Placeholder 4">
            <a:extLst>
              <a:ext uri="{FF2B5EF4-FFF2-40B4-BE49-F238E27FC236}">
                <a16:creationId xmlns:a16="http://schemas.microsoft.com/office/drawing/2014/main" id="{CBF897FA-2891-4141-ADA3-1B87FB5BC58E}"/>
              </a:ext>
            </a:extLst>
          </p:cNvPr>
          <p:cNvSpPr>
            <a:spLocks noGrp="1"/>
          </p:cNvSpPr>
          <p:nvPr>
            <p:ph type="body" sz="quarter" idx="21" hasCustomPrompt="1"/>
          </p:nvPr>
        </p:nvSpPr>
        <p:spPr>
          <a:xfrm>
            <a:off x="663613" y="1826008"/>
            <a:ext cx="10850880" cy="365760"/>
          </a:xfrm>
        </p:spPr>
        <p:txBody>
          <a:bodyPr>
            <a:noAutofit/>
          </a:bodyPr>
          <a:lstStyle>
            <a:lvl1pPr>
              <a:defRPr sz="1867"/>
            </a:lvl1pPr>
          </a:lstStyle>
          <a:p>
            <a:pPr lvl="0"/>
            <a:r>
              <a:rPr lang="en-US"/>
              <a:t>Second level for table subtitle</a:t>
            </a:r>
          </a:p>
        </p:txBody>
      </p:sp>
      <p:sp>
        <p:nvSpPr>
          <p:cNvPr id="18" name="Table Placeholder 4">
            <a:extLst>
              <a:ext uri="{FF2B5EF4-FFF2-40B4-BE49-F238E27FC236}">
                <a16:creationId xmlns:a16="http://schemas.microsoft.com/office/drawing/2014/main" id="{2EA10139-92DE-45F7-A9D8-ABD6CC72C084}"/>
              </a:ext>
            </a:extLst>
          </p:cNvPr>
          <p:cNvSpPr>
            <a:spLocks noGrp="1"/>
          </p:cNvSpPr>
          <p:nvPr>
            <p:ph type="tbl" sz="quarter" idx="22"/>
          </p:nvPr>
        </p:nvSpPr>
        <p:spPr>
          <a:xfrm>
            <a:off x="670561" y="2463800"/>
            <a:ext cx="10867987" cy="3479800"/>
          </a:xfrm>
        </p:spPr>
        <p:txBody>
          <a:bodyPr anchor="ctr"/>
          <a:lstStyle>
            <a:lvl1pPr algn="ctr">
              <a:defRPr>
                <a:latin typeface="+mn-lt"/>
              </a:defRPr>
            </a:lvl1pPr>
          </a:lstStyle>
          <a:p>
            <a:r>
              <a:rPr lang="en-US"/>
              <a:t>Click icon to add table</a:t>
            </a:r>
          </a:p>
        </p:txBody>
      </p:sp>
      <p:sp>
        <p:nvSpPr>
          <p:cNvPr id="6" name="Title 5">
            <a:extLst>
              <a:ext uri="{FF2B5EF4-FFF2-40B4-BE49-F238E27FC236}">
                <a16:creationId xmlns:a16="http://schemas.microsoft.com/office/drawing/2014/main" id="{1D78DA13-52C4-4A1D-BD59-DC0D557C1771}"/>
              </a:ext>
            </a:extLst>
          </p:cNvPr>
          <p:cNvSpPr>
            <a:spLocks noGrp="1"/>
          </p:cNvSpPr>
          <p:nvPr>
            <p:ph type="title"/>
          </p:nvPr>
        </p:nvSpPr>
        <p:spPr/>
        <p:txBody>
          <a:bodyPr/>
          <a:lstStyle>
            <a:lvl1pPr>
              <a:defRPr>
                <a:solidFill>
                  <a:schemeClr val="tx1"/>
                </a:solidFill>
              </a:defRPr>
            </a:lvl1pPr>
          </a:lstStyle>
          <a:p>
            <a:r>
              <a:rPr lang="en-US"/>
              <a:t>Click to edit Master title style</a:t>
            </a:r>
            <a:endParaRPr lang="en-IN"/>
          </a:p>
        </p:txBody>
      </p:sp>
      <p:sp>
        <p:nvSpPr>
          <p:cNvPr id="8" name="Slide Number Placeholder 7">
            <a:extLst>
              <a:ext uri="{FF2B5EF4-FFF2-40B4-BE49-F238E27FC236}">
                <a16:creationId xmlns:a16="http://schemas.microsoft.com/office/drawing/2014/main" id="{85738EC4-62FD-B0E8-AF85-B65B8A2EB6DD}"/>
              </a:ext>
            </a:extLst>
          </p:cNvPr>
          <p:cNvSpPr>
            <a:spLocks noGrp="1"/>
          </p:cNvSpPr>
          <p:nvPr>
            <p:ph type="sldNum" sz="quarter" idx="25"/>
          </p:nvPr>
        </p:nvSpPr>
        <p:spPr>
          <a:xfrm>
            <a:off x="11092520" y="6419110"/>
            <a:ext cx="554360" cy="366183"/>
          </a:xfrm>
          <a:prstGeom prst="rect">
            <a:avLst/>
          </a:prstGeom>
        </p:spPr>
        <p:txBody>
          <a:bodyPr/>
          <a:lstStyle/>
          <a:p>
            <a:pPr>
              <a:defRPr/>
            </a:pPr>
            <a:fld id="{7B2119CD-3B2D-4CEB-B404-D2E3F8CD6D69}" type="slidenum">
              <a:rPr lang="en-IN" smtClean="0"/>
              <a:pPr>
                <a:defRPr/>
              </a:pPr>
              <a:t>‹#›</a:t>
            </a:fld>
            <a:endParaRPr lang="en-IN"/>
          </a:p>
        </p:txBody>
      </p:sp>
      <p:sp>
        <p:nvSpPr>
          <p:cNvPr id="2" name="Footer Placeholder 4">
            <a:extLst>
              <a:ext uri="{FF2B5EF4-FFF2-40B4-BE49-F238E27FC236}">
                <a16:creationId xmlns:a16="http://schemas.microsoft.com/office/drawing/2014/main" id="{EA6B6D01-286A-278C-7E93-9A81EFC86BFA}"/>
              </a:ext>
            </a:extLst>
          </p:cNvPr>
          <p:cNvSpPr>
            <a:spLocks noGrp="1"/>
          </p:cNvSpPr>
          <p:nvPr>
            <p:ph type="ftr" sz="quarter" idx="3"/>
          </p:nvPr>
        </p:nvSpPr>
        <p:spPr>
          <a:xfrm>
            <a:off x="8372590" y="6413433"/>
            <a:ext cx="2646393" cy="374235"/>
          </a:xfrm>
          <a:prstGeom prst="rect">
            <a:avLst/>
          </a:prstGeom>
        </p:spPr>
        <p:txBody>
          <a:bodyPr vert="horz" lIns="91440" tIns="45720" rIns="91440" bIns="45720" rtlCol="0" anchor="b" anchorCtr="0"/>
          <a:lstStyle>
            <a:lvl1pPr algn="ctr">
              <a:defRPr lang="en-US" sz="933" kern="1200" dirty="0" smtClean="0">
                <a:solidFill>
                  <a:schemeClr val="tx1"/>
                </a:solidFill>
                <a:latin typeface="+mn-lt"/>
                <a:ea typeface="+mn-ea"/>
                <a:cs typeface="+mn-cs"/>
              </a:defRPr>
            </a:lvl1pPr>
          </a:lstStyle>
          <a:p>
            <a:r>
              <a:rPr lang="en-US"/>
              <a:t>ADC Innovation Pipeline |  1-Aug-25</a:t>
            </a:r>
          </a:p>
        </p:txBody>
      </p:sp>
    </p:spTree>
    <p:extLst>
      <p:ext uri="{BB962C8B-B14F-4D97-AF65-F5344CB8AC3E}">
        <p14:creationId xmlns:p14="http://schemas.microsoft.com/office/powerpoint/2010/main" val="1767982764"/>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CC2773AC-CB5F-4692-8614-145FCB812285}"/>
              </a:ext>
            </a:extLst>
          </p:cNvPr>
          <p:cNvSpPr>
            <a:spLocks noGrp="1"/>
          </p:cNvSpPr>
          <p:nvPr>
            <p:ph type="body" sz="quarter" idx="10" hasCustomPrompt="1"/>
          </p:nvPr>
        </p:nvSpPr>
        <p:spPr>
          <a:xfrm>
            <a:off x="670563" y="355600"/>
            <a:ext cx="7299063" cy="348813"/>
          </a:xfrm>
          <a:prstGeom prst="rect">
            <a:avLst/>
          </a:prstGeom>
        </p:spPr>
        <p:txBody>
          <a:bodyPr>
            <a:noAutofit/>
          </a:bodyPr>
          <a:lstStyle>
            <a:lvl1pPr>
              <a:defRPr sz="1200" b="0" cap="all" spc="200" baseline="0">
                <a:solidFill>
                  <a:srgbClr val="222731"/>
                </a:solidFill>
                <a:latin typeface="+mn-lt"/>
              </a:defRPr>
            </a:lvl1pPr>
            <a:lvl2pPr marL="0" indent="0">
              <a:buNone/>
              <a:defRPr/>
            </a:lvl2pPr>
          </a:lstStyle>
          <a:p>
            <a:pPr lvl="0"/>
            <a:r>
              <a:rPr lang="en-US"/>
              <a:t>Eyebrow CALIBRI LIGHT 9PT</a:t>
            </a:r>
          </a:p>
        </p:txBody>
      </p:sp>
      <p:sp>
        <p:nvSpPr>
          <p:cNvPr id="3" name="Title 2">
            <a:extLst>
              <a:ext uri="{FF2B5EF4-FFF2-40B4-BE49-F238E27FC236}">
                <a16:creationId xmlns:a16="http://schemas.microsoft.com/office/drawing/2014/main" id="{3F2BE9E2-7A7D-4BED-96F2-45B5703A2DAB}"/>
              </a:ext>
            </a:extLst>
          </p:cNvPr>
          <p:cNvSpPr>
            <a:spLocks noGrp="1"/>
          </p:cNvSpPr>
          <p:nvPr>
            <p:ph type="title"/>
          </p:nvPr>
        </p:nvSpPr>
        <p:spPr/>
        <p:txBody>
          <a:bodyPr/>
          <a:lstStyle>
            <a:lvl1pPr>
              <a:defRPr>
                <a:solidFill>
                  <a:schemeClr val="tx1"/>
                </a:solidFill>
              </a:defRPr>
            </a:lvl1pPr>
          </a:lstStyle>
          <a:p>
            <a:r>
              <a:rPr lang="en-US"/>
              <a:t>Click to edit Master title style</a:t>
            </a:r>
            <a:endParaRPr lang="en-IN"/>
          </a:p>
        </p:txBody>
      </p:sp>
      <p:sp>
        <p:nvSpPr>
          <p:cNvPr id="2" name="Slide Number Placeholder 4">
            <a:extLst>
              <a:ext uri="{FF2B5EF4-FFF2-40B4-BE49-F238E27FC236}">
                <a16:creationId xmlns:a16="http://schemas.microsoft.com/office/drawing/2014/main" id="{F58E5E1E-C6DD-0A25-2968-315CA67C29F3}"/>
              </a:ext>
            </a:extLst>
          </p:cNvPr>
          <p:cNvSpPr txBox="1">
            <a:spLocks/>
          </p:cNvSpPr>
          <p:nvPr userDrawn="1"/>
        </p:nvSpPr>
        <p:spPr>
          <a:xfrm>
            <a:off x="11092520" y="6419110"/>
            <a:ext cx="554360" cy="366183"/>
          </a:xfrm>
          <a:prstGeom prst="rect">
            <a:avLst/>
          </a:prstGeom>
        </p:spPr>
        <p:txBody>
          <a:bodyPr anchor="b"/>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defRPr/>
            </a:pPr>
            <a:fld id="{7B2119CD-3B2D-4CEB-B404-D2E3F8CD6D69}" type="slidenum">
              <a:rPr lang="en-IN" sz="931" smtClean="0"/>
              <a:pPr algn="r">
                <a:defRPr/>
              </a:pPr>
              <a:t>‹#›</a:t>
            </a:fld>
            <a:endParaRPr lang="en-IN" sz="931"/>
          </a:p>
        </p:txBody>
      </p:sp>
      <p:sp>
        <p:nvSpPr>
          <p:cNvPr id="5" name="Footer Placeholder 5">
            <a:extLst>
              <a:ext uri="{FF2B5EF4-FFF2-40B4-BE49-F238E27FC236}">
                <a16:creationId xmlns:a16="http://schemas.microsoft.com/office/drawing/2014/main" id="{86A83EA7-6BF3-7336-286B-3FF670EC1310}"/>
              </a:ext>
            </a:extLst>
          </p:cNvPr>
          <p:cNvSpPr txBox="1">
            <a:spLocks/>
          </p:cNvSpPr>
          <p:nvPr userDrawn="1"/>
        </p:nvSpPr>
        <p:spPr>
          <a:xfrm>
            <a:off x="8372590" y="6413433"/>
            <a:ext cx="2646393" cy="374235"/>
          </a:xfrm>
          <a:prstGeom prst="rect">
            <a:avLst/>
          </a:prstGeom>
        </p:spPr>
        <p:txBody>
          <a:bodyPr anchor="b"/>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000"/>
              <a:t>IBP Portfolio Mgmt. Review  |  18-Jun-25</a:t>
            </a:r>
          </a:p>
        </p:txBody>
      </p:sp>
    </p:spTree>
    <p:extLst>
      <p:ext uri="{BB962C8B-B14F-4D97-AF65-F5344CB8AC3E}">
        <p14:creationId xmlns:p14="http://schemas.microsoft.com/office/powerpoint/2010/main" val="2630342899"/>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Only YW">
    <p:bg>
      <p:bgPr>
        <a:solidFill>
          <a:schemeClr val="tx2"/>
        </a:solidFill>
        <a:effectLst/>
      </p:bgPr>
    </p:bg>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CC2773AC-CB5F-4692-8614-145FCB812285}"/>
              </a:ext>
            </a:extLst>
          </p:cNvPr>
          <p:cNvSpPr>
            <a:spLocks noGrp="1"/>
          </p:cNvSpPr>
          <p:nvPr>
            <p:ph type="body" sz="quarter" idx="10" hasCustomPrompt="1"/>
          </p:nvPr>
        </p:nvSpPr>
        <p:spPr>
          <a:xfrm>
            <a:off x="670563" y="355600"/>
            <a:ext cx="7299063" cy="348813"/>
          </a:xfrm>
          <a:prstGeom prst="rect">
            <a:avLst/>
          </a:prstGeom>
        </p:spPr>
        <p:txBody>
          <a:bodyPr>
            <a:noAutofit/>
          </a:bodyPr>
          <a:lstStyle>
            <a:lvl1pPr>
              <a:defRPr sz="1200" b="0" cap="all" spc="200" baseline="0">
                <a:solidFill>
                  <a:srgbClr val="222731"/>
                </a:solidFill>
                <a:latin typeface="+mn-lt"/>
              </a:defRPr>
            </a:lvl1pPr>
            <a:lvl2pPr marL="0" indent="0">
              <a:buNone/>
              <a:defRPr/>
            </a:lvl2pPr>
          </a:lstStyle>
          <a:p>
            <a:pPr lvl="0"/>
            <a:r>
              <a:rPr lang="en-US"/>
              <a:t>Eyebrow CALIBRI LIGHT 9PT</a:t>
            </a:r>
          </a:p>
        </p:txBody>
      </p:sp>
      <p:sp>
        <p:nvSpPr>
          <p:cNvPr id="3" name="Title 2">
            <a:extLst>
              <a:ext uri="{FF2B5EF4-FFF2-40B4-BE49-F238E27FC236}">
                <a16:creationId xmlns:a16="http://schemas.microsoft.com/office/drawing/2014/main" id="{3F2BE9E2-7A7D-4BED-96F2-45B5703A2DAB}"/>
              </a:ext>
            </a:extLst>
          </p:cNvPr>
          <p:cNvSpPr>
            <a:spLocks noGrp="1"/>
          </p:cNvSpPr>
          <p:nvPr>
            <p:ph type="title"/>
          </p:nvPr>
        </p:nvSpPr>
        <p:spPr/>
        <p:txBody>
          <a:bodyPr/>
          <a:lstStyle>
            <a:lvl1pPr>
              <a:defRPr>
                <a:solidFill>
                  <a:schemeClr val="tx1"/>
                </a:solidFill>
              </a:defRPr>
            </a:lvl1pPr>
          </a:lstStyle>
          <a:p>
            <a:r>
              <a:rPr lang="en-US"/>
              <a:t>Click to edit Master title style</a:t>
            </a:r>
            <a:endParaRPr lang="en-IN"/>
          </a:p>
        </p:txBody>
      </p:sp>
      <p:sp>
        <p:nvSpPr>
          <p:cNvPr id="8" name="Slide Number Placeholder 7">
            <a:extLst>
              <a:ext uri="{FF2B5EF4-FFF2-40B4-BE49-F238E27FC236}">
                <a16:creationId xmlns:a16="http://schemas.microsoft.com/office/drawing/2014/main" id="{39C99BF5-7BE3-5476-C8DE-FBA3E978E7F4}"/>
              </a:ext>
            </a:extLst>
          </p:cNvPr>
          <p:cNvSpPr>
            <a:spLocks noGrp="1"/>
          </p:cNvSpPr>
          <p:nvPr>
            <p:ph type="sldNum" sz="quarter" idx="13"/>
          </p:nvPr>
        </p:nvSpPr>
        <p:spPr>
          <a:xfrm>
            <a:off x="11092520" y="6419110"/>
            <a:ext cx="554360" cy="366183"/>
          </a:xfrm>
          <a:prstGeom prst="rect">
            <a:avLst/>
          </a:prstGeom>
        </p:spPr>
        <p:txBody>
          <a:bodyPr/>
          <a:lstStyle/>
          <a:p>
            <a:pPr>
              <a:defRPr/>
            </a:pPr>
            <a:fld id="{7B2119CD-3B2D-4CEB-B404-D2E3F8CD6D69}" type="slidenum">
              <a:rPr lang="en-IN" smtClean="0"/>
              <a:pPr>
                <a:defRPr/>
              </a:pPr>
              <a:t>‹#›</a:t>
            </a:fld>
            <a:endParaRPr lang="en-IN"/>
          </a:p>
        </p:txBody>
      </p:sp>
      <p:sp>
        <p:nvSpPr>
          <p:cNvPr id="4" name="Footer Placeholder 4">
            <a:extLst>
              <a:ext uri="{FF2B5EF4-FFF2-40B4-BE49-F238E27FC236}">
                <a16:creationId xmlns:a16="http://schemas.microsoft.com/office/drawing/2014/main" id="{4E2FC86C-827A-9F32-2867-9852F1F48D94}"/>
              </a:ext>
            </a:extLst>
          </p:cNvPr>
          <p:cNvSpPr>
            <a:spLocks noGrp="1"/>
          </p:cNvSpPr>
          <p:nvPr>
            <p:ph type="ftr" sz="quarter" idx="3"/>
          </p:nvPr>
        </p:nvSpPr>
        <p:spPr>
          <a:xfrm>
            <a:off x="8372590" y="6413433"/>
            <a:ext cx="2646393" cy="374235"/>
          </a:xfrm>
          <a:prstGeom prst="rect">
            <a:avLst/>
          </a:prstGeom>
        </p:spPr>
        <p:txBody>
          <a:bodyPr vert="horz" lIns="91440" tIns="45720" rIns="91440" bIns="45720" rtlCol="0" anchor="b" anchorCtr="0"/>
          <a:lstStyle>
            <a:lvl1pPr algn="ctr">
              <a:defRPr lang="en-US" sz="933" kern="1200" dirty="0" smtClean="0">
                <a:solidFill>
                  <a:schemeClr val="tx1"/>
                </a:solidFill>
                <a:latin typeface="+mn-lt"/>
                <a:ea typeface="+mn-ea"/>
                <a:cs typeface="+mn-cs"/>
              </a:defRPr>
            </a:lvl1pPr>
          </a:lstStyle>
          <a:p>
            <a:r>
              <a:rPr lang="en-US"/>
              <a:t>ADC Innovation Pipeline |  1-Aug-25</a:t>
            </a:r>
          </a:p>
        </p:txBody>
      </p:sp>
    </p:spTree>
    <p:extLst>
      <p:ext uri="{BB962C8B-B14F-4D97-AF65-F5344CB8AC3E}">
        <p14:creationId xmlns:p14="http://schemas.microsoft.com/office/powerpoint/2010/main" val="1048840936"/>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Title Only Charcoal">
    <p:bg>
      <p:bgPr>
        <a:solidFill>
          <a:schemeClr val="tx1"/>
        </a:solidFill>
        <a:effectLst/>
      </p:bgPr>
    </p:bg>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CC2773AC-CB5F-4692-8614-145FCB812285}"/>
              </a:ext>
            </a:extLst>
          </p:cNvPr>
          <p:cNvSpPr>
            <a:spLocks noGrp="1"/>
          </p:cNvSpPr>
          <p:nvPr>
            <p:ph type="body" sz="quarter" idx="10" hasCustomPrompt="1"/>
          </p:nvPr>
        </p:nvSpPr>
        <p:spPr>
          <a:xfrm>
            <a:off x="670563" y="355600"/>
            <a:ext cx="7299063" cy="348813"/>
          </a:xfrm>
          <a:prstGeom prst="rect">
            <a:avLst/>
          </a:prstGeom>
        </p:spPr>
        <p:txBody>
          <a:bodyPr>
            <a:noAutofit/>
          </a:bodyPr>
          <a:lstStyle>
            <a:lvl1pPr>
              <a:defRPr sz="1200" b="0" cap="all" spc="200" baseline="0">
                <a:solidFill>
                  <a:schemeClr val="bg1"/>
                </a:solidFill>
                <a:latin typeface="+mn-lt"/>
              </a:defRPr>
            </a:lvl1pPr>
            <a:lvl2pPr marL="0" indent="0">
              <a:buNone/>
              <a:defRPr/>
            </a:lvl2pPr>
          </a:lstStyle>
          <a:p>
            <a:pPr lvl="0"/>
            <a:r>
              <a:rPr lang="en-US"/>
              <a:t>Eyebrow CALIBRI LIGHT 9PT</a:t>
            </a:r>
          </a:p>
        </p:txBody>
      </p:sp>
      <p:sp>
        <p:nvSpPr>
          <p:cNvPr id="3" name="Title 2">
            <a:extLst>
              <a:ext uri="{FF2B5EF4-FFF2-40B4-BE49-F238E27FC236}">
                <a16:creationId xmlns:a16="http://schemas.microsoft.com/office/drawing/2014/main" id="{3F2BE9E2-7A7D-4BED-96F2-45B5703A2DAB}"/>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en-IN"/>
          </a:p>
        </p:txBody>
      </p:sp>
      <p:sp>
        <p:nvSpPr>
          <p:cNvPr id="8" name="Slide Number Placeholder 7">
            <a:extLst>
              <a:ext uri="{FF2B5EF4-FFF2-40B4-BE49-F238E27FC236}">
                <a16:creationId xmlns:a16="http://schemas.microsoft.com/office/drawing/2014/main" id="{39C99BF5-7BE3-5476-C8DE-FBA3E978E7F4}"/>
              </a:ext>
            </a:extLst>
          </p:cNvPr>
          <p:cNvSpPr>
            <a:spLocks noGrp="1"/>
          </p:cNvSpPr>
          <p:nvPr>
            <p:ph type="sldNum" sz="quarter" idx="13"/>
          </p:nvPr>
        </p:nvSpPr>
        <p:spPr>
          <a:xfrm>
            <a:off x="11092520" y="6419110"/>
            <a:ext cx="554360" cy="366183"/>
          </a:xfrm>
          <a:prstGeom prst="rect">
            <a:avLst/>
          </a:prstGeom>
        </p:spPr>
        <p:txBody>
          <a:bodyPr/>
          <a:lstStyle>
            <a:lvl1pPr>
              <a:defRPr>
                <a:solidFill>
                  <a:schemeClr val="bg1"/>
                </a:solidFill>
              </a:defRPr>
            </a:lvl1pPr>
          </a:lstStyle>
          <a:p>
            <a:pPr>
              <a:defRPr/>
            </a:pPr>
            <a:fld id="{7B2119CD-3B2D-4CEB-B404-D2E3F8CD6D69}" type="slidenum">
              <a:rPr lang="en-IN" smtClean="0"/>
              <a:pPr>
                <a:defRPr/>
              </a:pPr>
              <a:t>‹#›</a:t>
            </a:fld>
            <a:endParaRPr lang="en-IN"/>
          </a:p>
        </p:txBody>
      </p:sp>
      <p:sp>
        <p:nvSpPr>
          <p:cNvPr id="4" name="Content Placeholder 2">
            <a:extLst>
              <a:ext uri="{FF2B5EF4-FFF2-40B4-BE49-F238E27FC236}">
                <a16:creationId xmlns:a16="http://schemas.microsoft.com/office/drawing/2014/main" id="{CA5AFD72-27FB-60B5-1421-3CA0B8E1CEA4}"/>
              </a:ext>
            </a:extLst>
          </p:cNvPr>
          <p:cNvSpPr txBox="1">
            <a:spLocks/>
          </p:cNvSpPr>
          <p:nvPr userDrawn="1"/>
        </p:nvSpPr>
        <p:spPr bwMode="gray">
          <a:xfrm>
            <a:off x="670562" y="6344073"/>
            <a:ext cx="5082732" cy="374235"/>
          </a:xfrm>
          <a:prstGeom prst="rect">
            <a:avLst/>
          </a:prstGeom>
        </p:spPr>
        <p:txBody>
          <a:bodyPr vert="horz" lIns="0" tIns="0" rIns="0" bIns="0" anchor="b" anchorCtr="0"/>
          <a:lstStyle>
            <a:lvl1pPr marL="0" indent="0" algn="l" defTabSz="457200" rtl="0" eaLnBrk="1" latinLnBrk="0" hangingPunct="1">
              <a:spcBef>
                <a:spcPct val="20000"/>
              </a:spcBef>
              <a:buFont typeface="Arial"/>
              <a:buNone/>
              <a:defRPr sz="900" kern="1200">
                <a:solidFill>
                  <a:schemeClr val="tx1"/>
                </a:solidFill>
                <a:latin typeface="Georgia"/>
                <a:ea typeface="+mn-ea"/>
                <a:cs typeface="Georgia"/>
              </a:defRPr>
            </a:lvl1pPr>
            <a:lvl2pPr marL="457200" indent="0" algn="l" defTabSz="457200" rtl="0" eaLnBrk="1" latinLnBrk="0" hangingPunct="1">
              <a:spcBef>
                <a:spcPct val="20000"/>
              </a:spcBef>
              <a:buFont typeface="Arial"/>
              <a:buNone/>
              <a:defRPr sz="900" kern="1200">
                <a:solidFill>
                  <a:schemeClr val="tx1"/>
                </a:solidFill>
                <a:latin typeface="Georgia"/>
                <a:ea typeface="+mn-ea"/>
                <a:cs typeface="Georgia"/>
              </a:defRPr>
            </a:lvl2pPr>
            <a:lvl3pPr marL="914400" indent="0" algn="l" defTabSz="457200" rtl="0" eaLnBrk="1" latinLnBrk="0" hangingPunct="1">
              <a:spcBef>
                <a:spcPct val="20000"/>
              </a:spcBef>
              <a:buFont typeface="Arial"/>
              <a:buNone/>
              <a:defRPr sz="900" kern="1200">
                <a:solidFill>
                  <a:schemeClr val="tx1"/>
                </a:solidFill>
                <a:latin typeface="Georgia"/>
                <a:ea typeface="+mn-ea"/>
                <a:cs typeface="Georgia"/>
              </a:defRPr>
            </a:lvl3pPr>
            <a:lvl4pPr marL="1371600" indent="0" algn="l" defTabSz="457200" rtl="0" eaLnBrk="1" latinLnBrk="0" hangingPunct="1">
              <a:spcBef>
                <a:spcPct val="20000"/>
              </a:spcBef>
              <a:buFont typeface="Arial"/>
              <a:buNone/>
              <a:defRPr sz="900" kern="1200">
                <a:solidFill>
                  <a:schemeClr val="tx1"/>
                </a:solidFill>
                <a:latin typeface="Georgia"/>
                <a:ea typeface="+mn-ea"/>
                <a:cs typeface="Georgia"/>
              </a:defRPr>
            </a:lvl4pPr>
            <a:lvl5pPr marL="1828800" indent="0" algn="l" defTabSz="457200" rtl="0" eaLnBrk="1" latinLnBrk="0" hangingPunct="1">
              <a:spcBef>
                <a:spcPct val="20000"/>
              </a:spcBef>
              <a:buFont typeface="Arial"/>
              <a:buNone/>
              <a:defRPr sz="900" kern="1200">
                <a:solidFill>
                  <a:schemeClr val="tx1"/>
                </a:solidFill>
                <a:latin typeface="Georgia"/>
                <a:ea typeface="+mn-ea"/>
                <a:cs typeface="Georgia"/>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l" defTabSz="609570" rtl="0" eaLnBrk="1" fontAlgn="auto" latinLnBrk="0" hangingPunct="1">
              <a:lnSpc>
                <a:spcPct val="100000"/>
              </a:lnSpc>
              <a:spcBef>
                <a:spcPts val="0"/>
              </a:spcBef>
              <a:spcAft>
                <a:spcPts val="0"/>
              </a:spcAft>
              <a:buClrTx/>
              <a:buSzTx/>
              <a:buFont typeface="Arial"/>
              <a:buNone/>
              <a:tabLst/>
              <a:defRPr/>
            </a:pPr>
            <a:r>
              <a:rPr lang="en-US" sz="933" kern="1200">
                <a:solidFill>
                  <a:schemeClr val="bg2"/>
                </a:solidFill>
                <a:latin typeface="+mn-lt"/>
                <a:ea typeface="+mn-ea"/>
                <a:cs typeface="Calibri" panose="020F0502020204030204" pitchFamily="34" charset="0"/>
              </a:rPr>
              <a:t>The sensor housing, </a:t>
            </a:r>
            <a:r>
              <a:rPr lang="en-US" sz="933" kern="1200" err="1">
                <a:solidFill>
                  <a:schemeClr val="bg2"/>
                </a:solidFill>
                <a:latin typeface="+mn-lt"/>
                <a:ea typeface="+mn-ea"/>
                <a:cs typeface="Calibri" panose="020F0502020204030204" pitchFamily="34" charset="0"/>
              </a:rPr>
              <a:t>FreeStyle</a:t>
            </a:r>
            <a:r>
              <a:rPr lang="en-US" sz="933" kern="1200">
                <a:solidFill>
                  <a:schemeClr val="bg2"/>
                </a:solidFill>
                <a:latin typeface="+mn-lt"/>
                <a:ea typeface="+mn-ea"/>
                <a:cs typeface="Calibri" panose="020F0502020204030204" pitchFamily="34" charset="0"/>
              </a:rPr>
              <a:t>, Libre, and related brand marks are marks of Abbott.</a:t>
            </a:r>
          </a:p>
          <a:p>
            <a:pPr>
              <a:spcBef>
                <a:spcPts val="0"/>
              </a:spcBef>
            </a:pPr>
            <a:r>
              <a:rPr lang="en-US" sz="933" kern="1200">
                <a:solidFill>
                  <a:schemeClr val="bg2"/>
                </a:solidFill>
                <a:latin typeface="+mn-lt"/>
                <a:ea typeface="+mn-ea"/>
                <a:cs typeface="Calibri" panose="020F0502020204030204" pitchFamily="34" charset="0"/>
              </a:rPr>
              <a:t>Proprietary and confidential — do not distribute. ADC-XXXXX v1.0</a:t>
            </a:r>
          </a:p>
        </p:txBody>
      </p:sp>
      <p:sp>
        <p:nvSpPr>
          <p:cNvPr id="5" name="Footer Placeholder 4">
            <a:extLst>
              <a:ext uri="{FF2B5EF4-FFF2-40B4-BE49-F238E27FC236}">
                <a16:creationId xmlns:a16="http://schemas.microsoft.com/office/drawing/2014/main" id="{93E04C06-6CE1-9871-E9A7-2D146C131DB9}"/>
              </a:ext>
            </a:extLst>
          </p:cNvPr>
          <p:cNvSpPr>
            <a:spLocks noGrp="1"/>
          </p:cNvSpPr>
          <p:nvPr>
            <p:ph type="ftr" sz="quarter" idx="3"/>
          </p:nvPr>
        </p:nvSpPr>
        <p:spPr>
          <a:xfrm>
            <a:off x="8372590" y="6413433"/>
            <a:ext cx="2646393" cy="374235"/>
          </a:xfrm>
          <a:prstGeom prst="rect">
            <a:avLst/>
          </a:prstGeom>
        </p:spPr>
        <p:txBody>
          <a:bodyPr vert="horz" lIns="91440" tIns="45720" rIns="91440" bIns="45720" rtlCol="0" anchor="b" anchorCtr="0"/>
          <a:lstStyle>
            <a:lvl1pPr algn="ctr">
              <a:defRPr lang="en-US" sz="933" kern="1200" dirty="0" smtClean="0">
                <a:solidFill>
                  <a:schemeClr val="bg1"/>
                </a:solidFill>
                <a:latin typeface="+mn-lt"/>
                <a:ea typeface="+mn-ea"/>
                <a:cs typeface="+mn-cs"/>
              </a:defRPr>
            </a:lvl1pPr>
          </a:lstStyle>
          <a:p>
            <a:r>
              <a:rPr lang="en-US"/>
              <a:t>ADC Innovation Pipeline |  1-Aug-25</a:t>
            </a:r>
          </a:p>
        </p:txBody>
      </p:sp>
    </p:spTree>
    <p:extLst>
      <p:ext uri="{BB962C8B-B14F-4D97-AF65-F5344CB8AC3E}">
        <p14:creationId xmlns:p14="http://schemas.microsoft.com/office/powerpoint/2010/main" val="2862510842"/>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L) Half-content &amp; image layout">
    <p:spTree>
      <p:nvGrpSpPr>
        <p:cNvPr id="1" name=""/>
        <p:cNvGrpSpPr/>
        <p:nvPr/>
      </p:nvGrpSpPr>
      <p:grpSpPr>
        <a:xfrm>
          <a:off x="0" y="0"/>
          <a:ext cx="0" cy="0"/>
          <a:chOff x="0" y="0"/>
          <a:chExt cx="0" cy="0"/>
        </a:xfrm>
      </p:grpSpPr>
      <p:sp>
        <p:nvSpPr>
          <p:cNvPr id="10" name="Picture Placeholder 9"/>
          <p:cNvSpPr>
            <a:spLocks noGrp="1"/>
          </p:cNvSpPr>
          <p:nvPr>
            <p:ph type="pic" sz="quarter" idx="14" hasCustomPrompt="1"/>
          </p:nvPr>
        </p:nvSpPr>
        <p:spPr>
          <a:xfrm>
            <a:off x="6425186" y="0"/>
            <a:ext cx="5766815" cy="6858000"/>
          </a:xfrm>
          <a:prstGeom prst="rect">
            <a:avLst/>
          </a:prstGeom>
          <a:solidFill>
            <a:srgbClr val="EAEAEA"/>
          </a:solidFill>
          <a:ln>
            <a:noFill/>
          </a:ln>
          <a:effectLst/>
        </p:spPr>
        <p:txBody>
          <a:bodyPr lIns="365760" rIns="365760" anchor="ctr" anchorCtr="1"/>
          <a:lstStyle>
            <a:lvl1pPr algn="ctr">
              <a:defRPr sz="2400" b="0" baseline="0">
                <a:solidFill>
                  <a:schemeClr val="tx1"/>
                </a:solidFill>
                <a:latin typeface="+mn-lt"/>
              </a:defRPr>
            </a:lvl1pPr>
          </a:lstStyle>
          <a:p>
            <a:r>
              <a:rPr lang="en-US"/>
              <a:t>Insert an image</a:t>
            </a:r>
            <a:br>
              <a:rPr lang="en-US"/>
            </a:br>
            <a:r>
              <a:rPr lang="en-US"/>
              <a:t>within this placeholder </a:t>
            </a:r>
          </a:p>
        </p:txBody>
      </p:sp>
      <p:sp>
        <p:nvSpPr>
          <p:cNvPr id="14" name="Text Placeholder 9">
            <a:extLst>
              <a:ext uri="{FF2B5EF4-FFF2-40B4-BE49-F238E27FC236}">
                <a16:creationId xmlns:a16="http://schemas.microsoft.com/office/drawing/2014/main" id="{05D9C096-3ECB-4476-AF46-67B691208D52}"/>
              </a:ext>
            </a:extLst>
          </p:cNvPr>
          <p:cNvSpPr>
            <a:spLocks noGrp="1"/>
          </p:cNvSpPr>
          <p:nvPr>
            <p:ph type="body" sz="quarter" idx="18" hasCustomPrompt="1"/>
          </p:nvPr>
        </p:nvSpPr>
        <p:spPr>
          <a:xfrm>
            <a:off x="670563" y="355600"/>
            <a:ext cx="5613697" cy="348813"/>
          </a:xfrm>
          <a:prstGeom prst="rect">
            <a:avLst/>
          </a:prstGeom>
        </p:spPr>
        <p:txBody>
          <a:bodyPr wrap="square">
            <a:noAutofit/>
          </a:bodyPr>
          <a:lstStyle>
            <a:lvl1pPr>
              <a:defRPr sz="1200" b="0" cap="all" spc="200" baseline="0">
                <a:solidFill>
                  <a:srgbClr val="222731"/>
                </a:solidFill>
                <a:latin typeface="+mn-lt"/>
              </a:defRPr>
            </a:lvl1pPr>
            <a:lvl2pPr marL="0" indent="0">
              <a:buNone/>
              <a:defRPr/>
            </a:lvl2pPr>
          </a:lstStyle>
          <a:p>
            <a:pPr lvl="0"/>
            <a:r>
              <a:rPr lang="en-US"/>
              <a:t>Eyebrow CALIBRI LIGHT 9pt</a:t>
            </a:r>
          </a:p>
        </p:txBody>
      </p:sp>
      <p:sp>
        <p:nvSpPr>
          <p:cNvPr id="18" name="Text Placeholder 4">
            <a:extLst>
              <a:ext uri="{FF2B5EF4-FFF2-40B4-BE49-F238E27FC236}">
                <a16:creationId xmlns:a16="http://schemas.microsoft.com/office/drawing/2014/main" id="{98B40350-90AF-4369-8B21-A237E4585B43}"/>
              </a:ext>
            </a:extLst>
          </p:cNvPr>
          <p:cNvSpPr>
            <a:spLocks noGrp="1"/>
          </p:cNvSpPr>
          <p:nvPr>
            <p:ph type="body" sz="quarter" idx="13" hasCustomPrompt="1"/>
          </p:nvPr>
        </p:nvSpPr>
        <p:spPr>
          <a:xfrm>
            <a:off x="670984" y="2070100"/>
            <a:ext cx="5613701" cy="426720"/>
          </a:xfrm>
          <a:prstGeom prst="rect">
            <a:avLst/>
          </a:prstGeom>
        </p:spPr>
        <p:txBody>
          <a:bodyPr>
            <a:noAutofit/>
          </a:bodyPr>
          <a:lstStyle>
            <a:lvl1pPr>
              <a:defRPr sz="1867" b="1" cap="none" baseline="0">
                <a:solidFill>
                  <a:schemeClr val="accent3"/>
                </a:solidFill>
                <a:latin typeface="+mj-lt"/>
              </a:defRPr>
            </a:lvl1pPr>
          </a:lstStyle>
          <a:p>
            <a:pPr lvl="0"/>
            <a:r>
              <a:rPr lang="en-US"/>
              <a:t>Short Title, Calibri, 14pt, Bold</a:t>
            </a:r>
          </a:p>
        </p:txBody>
      </p:sp>
      <p:sp>
        <p:nvSpPr>
          <p:cNvPr id="19" name="Content Placeholder 5">
            <a:extLst>
              <a:ext uri="{FF2B5EF4-FFF2-40B4-BE49-F238E27FC236}">
                <a16:creationId xmlns:a16="http://schemas.microsoft.com/office/drawing/2014/main" id="{74DA2C74-7837-4DF6-A9E0-010AABA411BF}"/>
              </a:ext>
            </a:extLst>
          </p:cNvPr>
          <p:cNvSpPr>
            <a:spLocks noGrp="1"/>
          </p:cNvSpPr>
          <p:nvPr>
            <p:ph sz="quarter" idx="20"/>
          </p:nvPr>
        </p:nvSpPr>
        <p:spPr>
          <a:xfrm>
            <a:off x="670559" y="2590802"/>
            <a:ext cx="5613700" cy="1442031"/>
          </a:xfrm>
        </p:spPr>
        <p:txBody>
          <a:bodyPr>
            <a:noAutofit/>
          </a:bodyPr>
          <a:lstStyle>
            <a:lvl1pPr>
              <a:defRPr sz="1867"/>
            </a:lvl1pPr>
            <a:lvl2pPr>
              <a:defRPr/>
            </a:lvl2pPr>
            <a:lvl3pPr>
              <a:defRPr/>
            </a:lvl3pPr>
            <a:lvl4pPr>
              <a:defRPr/>
            </a:lvl4pPr>
          </a:lstStyle>
          <a:p>
            <a:pPr lvl="0"/>
            <a:r>
              <a:rPr lang="en-US"/>
              <a:t>Click to edit Master text styles</a:t>
            </a:r>
          </a:p>
          <a:p>
            <a:pPr lvl="1"/>
            <a:r>
              <a:rPr lang="en-US"/>
              <a:t>Second level</a:t>
            </a:r>
          </a:p>
          <a:p>
            <a:pPr lvl="2"/>
            <a:r>
              <a:rPr lang="en-US"/>
              <a:t>Third level</a:t>
            </a:r>
          </a:p>
        </p:txBody>
      </p:sp>
      <p:sp>
        <p:nvSpPr>
          <p:cNvPr id="3" name="Title 2">
            <a:extLst>
              <a:ext uri="{FF2B5EF4-FFF2-40B4-BE49-F238E27FC236}">
                <a16:creationId xmlns:a16="http://schemas.microsoft.com/office/drawing/2014/main" id="{9A67DE3C-68DE-43DF-A233-910AFDC7FBD6}"/>
              </a:ext>
            </a:extLst>
          </p:cNvPr>
          <p:cNvSpPr>
            <a:spLocks noGrp="1"/>
          </p:cNvSpPr>
          <p:nvPr>
            <p:ph type="title"/>
          </p:nvPr>
        </p:nvSpPr>
        <p:spPr>
          <a:xfrm>
            <a:off x="670561" y="759460"/>
            <a:ext cx="5613697" cy="520701"/>
          </a:xfrm>
        </p:spPr>
        <p:txBody>
          <a:bodyPr/>
          <a:lstStyle>
            <a:lvl1pPr>
              <a:defRPr>
                <a:solidFill>
                  <a:schemeClr val="tx1"/>
                </a:solidFill>
              </a:defRPr>
            </a:lvl1pPr>
          </a:lstStyle>
          <a:p>
            <a:r>
              <a:rPr lang="en-US"/>
              <a:t>Click to edit Master title</a:t>
            </a:r>
            <a:endParaRPr lang="en-IN"/>
          </a:p>
        </p:txBody>
      </p:sp>
      <p:sp>
        <p:nvSpPr>
          <p:cNvPr id="8" name="Slide Number Placeholder 7">
            <a:extLst>
              <a:ext uri="{FF2B5EF4-FFF2-40B4-BE49-F238E27FC236}">
                <a16:creationId xmlns:a16="http://schemas.microsoft.com/office/drawing/2014/main" id="{F783B684-E401-354C-165A-24B27B65084E}"/>
              </a:ext>
            </a:extLst>
          </p:cNvPr>
          <p:cNvSpPr>
            <a:spLocks noGrp="1"/>
          </p:cNvSpPr>
          <p:nvPr>
            <p:ph type="sldNum" sz="quarter" idx="25"/>
          </p:nvPr>
        </p:nvSpPr>
        <p:spPr>
          <a:xfrm>
            <a:off x="11092520" y="6419110"/>
            <a:ext cx="554360" cy="366183"/>
          </a:xfrm>
          <a:prstGeom prst="rect">
            <a:avLst/>
          </a:prstGeom>
        </p:spPr>
        <p:txBody>
          <a:bodyPr/>
          <a:lstStyle/>
          <a:p>
            <a:pPr>
              <a:defRPr/>
            </a:pPr>
            <a:fld id="{7B2119CD-3B2D-4CEB-B404-D2E3F8CD6D69}" type="slidenum">
              <a:rPr lang="en-IN" smtClean="0"/>
              <a:pPr>
                <a:defRPr/>
              </a:pPr>
              <a:t>‹#›</a:t>
            </a:fld>
            <a:endParaRPr lang="en-IN"/>
          </a:p>
        </p:txBody>
      </p:sp>
      <p:sp>
        <p:nvSpPr>
          <p:cNvPr id="4" name="Footer Placeholder 4">
            <a:extLst>
              <a:ext uri="{FF2B5EF4-FFF2-40B4-BE49-F238E27FC236}">
                <a16:creationId xmlns:a16="http://schemas.microsoft.com/office/drawing/2014/main" id="{66901AB8-538E-E364-2C38-EDA6610E5456}"/>
              </a:ext>
            </a:extLst>
          </p:cNvPr>
          <p:cNvSpPr>
            <a:spLocks noGrp="1"/>
          </p:cNvSpPr>
          <p:nvPr>
            <p:ph type="ftr" sz="quarter" idx="3"/>
          </p:nvPr>
        </p:nvSpPr>
        <p:spPr>
          <a:xfrm>
            <a:off x="8372590" y="6413433"/>
            <a:ext cx="2646393" cy="374235"/>
          </a:xfrm>
          <a:prstGeom prst="rect">
            <a:avLst/>
          </a:prstGeom>
        </p:spPr>
        <p:txBody>
          <a:bodyPr vert="horz" lIns="91440" tIns="45720" rIns="91440" bIns="45720" rtlCol="0" anchor="b" anchorCtr="0"/>
          <a:lstStyle>
            <a:lvl1pPr algn="ctr">
              <a:defRPr lang="en-US" sz="933" kern="1200" dirty="0" smtClean="0">
                <a:solidFill>
                  <a:schemeClr val="tx1"/>
                </a:solidFill>
                <a:latin typeface="+mn-lt"/>
                <a:ea typeface="+mn-ea"/>
                <a:cs typeface="+mn-cs"/>
              </a:defRPr>
            </a:lvl1pPr>
          </a:lstStyle>
          <a:p>
            <a:r>
              <a:rPr lang="en-US"/>
              <a:t>ADC Innovation Pipeline |  1-Aug-25</a:t>
            </a:r>
          </a:p>
        </p:txBody>
      </p:sp>
    </p:spTree>
    <p:extLst>
      <p:ext uri="{BB962C8B-B14F-4D97-AF65-F5344CB8AC3E}">
        <p14:creationId xmlns:p14="http://schemas.microsoft.com/office/powerpoint/2010/main" val="2657059069"/>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L) Half-content &amp; image layout YW">
    <p:bg>
      <p:bgPr>
        <a:solidFill>
          <a:schemeClr val="tx2"/>
        </a:solidFill>
        <a:effectLst/>
      </p:bgPr>
    </p:bg>
    <p:spTree>
      <p:nvGrpSpPr>
        <p:cNvPr id="1" name=""/>
        <p:cNvGrpSpPr/>
        <p:nvPr/>
      </p:nvGrpSpPr>
      <p:grpSpPr>
        <a:xfrm>
          <a:off x="0" y="0"/>
          <a:ext cx="0" cy="0"/>
          <a:chOff x="0" y="0"/>
          <a:chExt cx="0" cy="0"/>
        </a:xfrm>
      </p:grpSpPr>
      <p:sp>
        <p:nvSpPr>
          <p:cNvPr id="10" name="Picture Placeholder 9"/>
          <p:cNvSpPr>
            <a:spLocks noGrp="1"/>
          </p:cNvSpPr>
          <p:nvPr>
            <p:ph type="pic" sz="quarter" idx="14" hasCustomPrompt="1"/>
          </p:nvPr>
        </p:nvSpPr>
        <p:spPr>
          <a:xfrm>
            <a:off x="6425186" y="0"/>
            <a:ext cx="5766815" cy="6858000"/>
          </a:xfrm>
          <a:prstGeom prst="rect">
            <a:avLst/>
          </a:prstGeom>
          <a:solidFill>
            <a:srgbClr val="EAEAEA"/>
          </a:solidFill>
          <a:ln>
            <a:noFill/>
          </a:ln>
          <a:effectLst/>
        </p:spPr>
        <p:txBody>
          <a:bodyPr lIns="365760" rIns="365760" anchor="ctr" anchorCtr="1"/>
          <a:lstStyle>
            <a:lvl1pPr algn="ctr">
              <a:defRPr sz="2400" b="0" baseline="0">
                <a:solidFill>
                  <a:schemeClr val="tx1"/>
                </a:solidFill>
                <a:latin typeface="+mn-lt"/>
              </a:defRPr>
            </a:lvl1pPr>
          </a:lstStyle>
          <a:p>
            <a:r>
              <a:rPr lang="en-US"/>
              <a:t>Insert an image</a:t>
            </a:r>
            <a:br>
              <a:rPr lang="en-US"/>
            </a:br>
            <a:r>
              <a:rPr lang="en-US"/>
              <a:t>within this placeholder </a:t>
            </a:r>
          </a:p>
        </p:txBody>
      </p:sp>
      <p:sp>
        <p:nvSpPr>
          <p:cNvPr id="14" name="Text Placeholder 9">
            <a:extLst>
              <a:ext uri="{FF2B5EF4-FFF2-40B4-BE49-F238E27FC236}">
                <a16:creationId xmlns:a16="http://schemas.microsoft.com/office/drawing/2014/main" id="{05D9C096-3ECB-4476-AF46-67B691208D52}"/>
              </a:ext>
            </a:extLst>
          </p:cNvPr>
          <p:cNvSpPr>
            <a:spLocks noGrp="1"/>
          </p:cNvSpPr>
          <p:nvPr>
            <p:ph type="body" sz="quarter" idx="18" hasCustomPrompt="1"/>
          </p:nvPr>
        </p:nvSpPr>
        <p:spPr>
          <a:xfrm>
            <a:off x="670563" y="355600"/>
            <a:ext cx="5613697" cy="348813"/>
          </a:xfrm>
          <a:prstGeom prst="rect">
            <a:avLst/>
          </a:prstGeom>
        </p:spPr>
        <p:txBody>
          <a:bodyPr wrap="square">
            <a:noAutofit/>
          </a:bodyPr>
          <a:lstStyle>
            <a:lvl1pPr>
              <a:defRPr sz="1200" b="0" cap="all" spc="200" baseline="0">
                <a:solidFill>
                  <a:srgbClr val="222731"/>
                </a:solidFill>
                <a:latin typeface="+mn-lt"/>
              </a:defRPr>
            </a:lvl1pPr>
            <a:lvl2pPr marL="0" indent="0">
              <a:buNone/>
              <a:defRPr/>
            </a:lvl2pPr>
          </a:lstStyle>
          <a:p>
            <a:pPr lvl="0"/>
            <a:r>
              <a:rPr lang="en-US"/>
              <a:t>Eyebrow CALIBRI LIGHT 9pt</a:t>
            </a:r>
          </a:p>
        </p:txBody>
      </p:sp>
      <p:sp>
        <p:nvSpPr>
          <p:cNvPr id="18" name="Text Placeholder 4">
            <a:extLst>
              <a:ext uri="{FF2B5EF4-FFF2-40B4-BE49-F238E27FC236}">
                <a16:creationId xmlns:a16="http://schemas.microsoft.com/office/drawing/2014/main" id="{98B40350-90AF-4369-8B21-A237E4585B43}"/>
              </a:ext>
            </a:extLst>
          </p:cNvPr>
          <p:cNvSpPr>
            <a:spLocks noGrp="1"/>
          </p:cNvSpPr>
          <p:nvPr>
            <p:ph type="body" sz="quarter" idx="13" hasCustomPrompt="1"/>
          </p:nvPr>
        </p:nvSpPr>
        <p:spPr>
          <a:xfrm>
            <a:off x="670984" y="2070100"/>
            <a:ext cx="5613701" cy="426720"/>
          </a:xfrm>
          <a:prstGeom prst="rect">
            <a:avLst/>
          </a:prstGeom>
        </p:spPr>
        <p:txBody>
          <a:bodyPr>
            <a:noAutofit/>
          </a:bodyPr>
          <a:lstStyle>
            <a:lvl1pPr>
              <a:defRPr sz="1867" b="1" cap="none" baseline="0">
                <a:solidFill>
                  <a:schemeClr val="accent3"/>
                </a:solidFill>
                <a:latin typeface="+mj-lt"/>
              </a:defRPr>
            </a:lvl1pPr>
          </a:lstStyle>
          <a:p>
            <a:pPr lvl="0"/>
            <a:r>
              <a:rPr lang="en-US"/>
              <a:t>Short Title, Calibri, 14pt, Bold</a:t>
            </a:r>
          </a:p>
        </p:txBody>
      </p:sp>
      <p:sp>
        <p:nvSpPr>
          <p:cNvPr id="19" name="Content Placeholder 5">
            <a:extLst>
              <a:ext uri="{FF2B5EF4-FFF2-40B4-BE49-F238E27FC236}">
                <a16:creationId xmlns:a16="http://schemas.microsoft.com/office/drawing/2014/main" id="{74DA2C74-7837-4DF6-A9E0-010AABA411BF}"/>
              </a:ext>
            </a:extLst>
          </p:cNvPr>
          <p:cNvSpPr>
            <a:spLocks noGrp="1"/>
          </p:cNvSpPr>
          <p:nvPr>
            <p:ph sz="quarter" idx="20"/>
          </p:nvPr>
        </p:nvSpPr>
        <p:spPr>
          <a:xfrm>
            <a:off x="670559" y="2590802"/>
            <a:ext cx="5613700" cy="1442031"/>
          </a:xfrm>
        </p:spPr>
        <p:txBody>
          <a:bodyPr>
            <a:noAutofit/>
          </a:bodyPr>
          <a:lstStyle>
            <a:lvl1pPr>
              <a:defRPr sz="1867"/>
            </a:lvl1pPr>
            <a:lvl2pPr>
              <a:defRPr/>
            </a:lvl2pPr>
            <a:lvl3pPr>
              <a:defRPr/>
            </a:lvl3pPr>
            <a:lvl4pPr>
              <a:defRPr/>
            </a:lvl4pPr>
          </a:lstStyle>
          <a:p>
            <a:pPr lvl="0"/>
            <a:r>
              <a:rPr lang="en-US"/>
              <a:t>Click to edit Master text styles</a:t>
            </a:r>
          </a:p>
          <a:p>
            <a:pPr lvl="1"/>
            <a:r>
              <a:rPr lang="en-US"/>
              <a:t>Second level</a:t>
            </a:r>
          </a:p>
          <a:p>
            <a:pPr lvl="2"/>
            <a:r>
              <a:rPr lang="en-US"/>
              <a:t>Third level</a:t>
            </a:r>
          </a:p>
        </p:txBody>
      </p:sp>
      <p:sp>
        <p:nvSpPr>
          <p:cNvPr id="3" name="Title 2">
            <a:extLst>
              <a:ext uri="{FF2B5EF4-FFF2-40B4-BE49-F238E27FC236}">
                <a16:creationId xmlns:a16="http://schemas.microsoft.com/office/drawing/2014/main" id="{9A67DE3C-68DE-43DF-A233-910AFDC7FBD6}"/>
              </a:ext>
            </a:extLst>
          </p:cNvPr>
          <p:cNvSpPr>
            <a:spLocks noGrp="1"/>
          </p:cNvSpPr>
          <p:nvPr>
            <p:ph type="title"/>
          </p:nvPr>
        </p:nvSpPr>
        <p:spPr>
          <a:xfrm>
            <a:off x="670561" y="759460"/>
            <a:ext cx="5613697" cy="520701"/>
          </a:xfrm>
        </p:spPr>
        <p:txBody>
          <a:bodyPr/>
          <a:lstStyle>
            <a:lvl1pPr>
              <a:defRPr>
                <a:solidFill>
                  <a:schemeClr val="tx1"/>
                </a:solidFill>
              </a:defRPr>
            </a:lvl1pPr>
          </a:lstStyle>
          <a:p>
            <a:r>
              <a:rPr lang="en-US"/>
              <a:t>Click to edit Master title</a:t>
            </a:r>
            <a:endParaRPr lang="en-IN"/>
          </a:p>
        </p:txBody>
      </p:sp>
      <p:sp>
        <p:nvSpPr>
          <p:cNvPr id="8" name="Slide Number Placeholder 7">
            <a:extLst>
              <a:ext uri="{FF2B5EF4-FFF2-40B4-BE49-F238E27FC236}">
                <a16:creationId xmlns:a16="http://schemas.microsoft.com/office/drawing/2014/main" id="{F783B684-E401-354C-165A-24B27B65084E}"/>
              </a:ext>
            </a:extLst>
          </p:cNvPr>
          <p:cNvSpPr>
            <a:spLocks noGrp="1"/>
          </p:cNvSpPr>
          <p:nvPr>
            <p:ph type="sldNum" sz="quarter" idx="25"/>
          </p:nvPr>
        </p:nvSpPr>
        <p:spPr>
          <a:xfrm>
            <a:off x="11092520" y="6419110"/>
            <a:ext cx="554360" cy="366183"/>
          </a:xfrm>
          <a:prstGeom prst="rect">
            <a:avLst/>
          </a:prstGeom>
        </p:spPr>
        <p:txBody>
          <a:bodyPr/>
          <a:lstStyle/>
          <a:p>
            <a:pPr>
              <a:defRPr/>
            </a:pPr>
            <a:fld id="{7B2119CD-3B2D-4CEB-B404-D2E3F8CD6D69}" type="slidenum">
              <a:rPr lang="en-IN" smtClean="0"/>
              <a:pPr>
                <a:defRPr/>
              </a:pPr>
              <a:t>‹#›</a:t>
            </a:fld>
            <a:endParaRPr lang="en-IN"/>
          </a:p>
        </p:txBody>
      </p:sp>
      <p:sp>
        <p:nvSpPr>
          <p:cNvPr id="4" name="Footer Placeholder 4">
            <a:extLst>
              <a:ext uri="{FF2B5EF4-FFF2-40B4-BE49-F238E27FC236}">
                <a16:creationId xmlns:a16="http://schemas.microsoft.com/office/drawing/2014/main" id="{B2CA53CD-49D6-075D-2EF9-56F7D3F573EF}"/>
              </a:ext>
            </a:extLst>
          </p:cNvPr>
          <p:cNvSpPr>
            <a:spLocks noGrp="1"/>
          </p:cNvSpPr>
          <p:nvPr>
            <p:ph type="ftr" sz="quarter" idx="3"/>
          </p:nvPr>
        </p:nvSpPr>
        <p:spPr>
          <a:xfrm>
            <a:off x="8372590" y="6413433"/>
            <a:ext cx="2646393" cy="374235"/>
          </a:xfrm>
          <a:prstGeom prst="rect">
            <a:avLst/>
          </a:prstGeom>
        </p:spPr>
        <p:txBody>
          <a:bodyPr vert="horz" lIns="91440" tIns="45720" rIns="91440" bIns="45720" rtlCol="0" anchor="b" anchorCtr="0"/>
          <a:lstStyle>
            <a:lvl1pPr algn="ctr">
              <a:defRPr lang="en-US" sz="933" kern="1200" dirty="0" smtClean="0">
                <a:solidFill>
                  <a:schemeClr val="tx1"/>
                </a:solidFill>
                <a:latin typeface="+mn-lt"/>
                <a:ea typeface="+mn-ea"/>
                <a:cs typeface="+mn-cs"/>
              </a:defRPr>
            </a:lvl1pPr>
          </a:lstStyle>
          <a:p>
            <a:r>
              <a:rPr lang="en-US"/>
              <a:t>ADC Innovation Pipeline |  1-Aug-25</a:t>
            </a:r>
          </a:p>
        </p:txBody>
      </p:sp>
    </p:spTree>
    <p:extLst>
      <p:ext uri="{BB962C8B-B14F-4D97-AF65-F5344CB8AC3E}">
        <p14:creationId xmlns:p14="http://schemas.microsoft.com/office/powerpoint/2010/main" val="525128300"/>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R) Half-content &amp; image layout">
    <p:spTree>
      <p:nvGrpSpPr>
        <p:cNvPr id="1" name=""/>
        <p:cNvGrpSpPr/>
        <p:nvPr/>
      </p:nvGrpSpPr>
      <p:grpSpPr>
        <a:xfrm>
          <a:off x="0" y="0"/>
          <a:ext cx="0" cy="0"/>
          <a:chOff x="0" y="0"/>
          <a:chExt cx="0" cy="0"/>
        </a:xfrm>
      </p:grpSpPr>
      <p:sp>
        <p:nvSpPr>
          <p:cNvPr id="10" name="Picture Placeholder 9"/>
          <p:cNvSpPr>
            <a:spLocks noGrp="1"/>
          </p:cNvSpPr>
          <p:nvPr>
            <p:ph type="pic" sz="quarter" idx="14" hasCustomPrompt="1"/>
          </p:nvPr>
        </p:nvSpPr>
        <p:spPr>
          <a:xfrm>
            <a:off x="2" y="0"/>
            <a:ext cx="5753292" cy="6858000"/>
          </a:xfrm>
          <a:prstGeom prst="rect">
            <a:avLst/>
          </a:prstGeom>
          <a:solidFill>
            <a:srgbClr val="EAEAEA"/>
          </a:solidFill>
          <a:ln>
            <a:noFill/>
          </a:ln>
          <a:effectLst/>
        </p:spPr>
        <p:txBody>
          <a:bodyPr lIns="365760" rIns="365760" anchor="ctr" anchorCtr="1"/>
          <a:lstStyle>
            <a:lvl1pPr algn="ctr">
              <a:defRPr sz="2400" b="0" baseline="0">
                <a:solidFill>
                  <a:schemeClr val="tx1"/>
                </a:solidFill>
                <a:latin typeface="+mn-lt"/>
              </a:defRPr>
            </a:lvl1pPr>
          </a:lstStyle>
          <a:p>
            <a:r>
              <a:rPr lang="en-US"/>
              <a:t>Insert an image</a:t>
            </a:r>
            <a:br>
              <a:rPr lang="en-US"/>
            </a:br>
            <a:r>
              <a:rPr lang="en-US"/>
              <a:t>within this placeholder </a:t>
            </a:r>
          </a:p>
        </p:txBody>
      </p:sp>
      <p:sp>
        <p:nvSpPr>
          <p:cNvPr id="15" name="Text Placeholder 9">
            <a:extLst>
              <a:ext uri="{FF2B5EF4-FFF2-40B4-BE49-F238E27FC236}">
                <a16:creationId xmlns:a16="http://schemas.microsoft.com/office/drawing/2014/main" id="{82FAC416-5A96-491E-91F4-37DD3C42AC2D}"/>
              </a:ext>
            </a:extLst>
          </p:cNvPr>
          <p:cNvSpPr>
            <a:spLocks noGrp="1"/>
          </p:cNvSpPr>
          <p:nvPr>
            <p:ph type="body" sz="quarter" idx="18" hasCustomPrompt="1"/>
          </p:nvPr>
        </p:nvSpPr>
        <p:spPr>
          <a:xfrm>
            <a:off x="6105890" y="355600"/>
            <a:ext cx="5463812" cy="348813"/>
          </a:xfrm>
          <a:prstGeom prst="rect">
            <a:avLst/>
          </a:prstGeom>
        </p:spPr>
        <p:txBody>
          <a:bodyPr wrap="square">
            <a:noAutofit/>
          </a:bodyPr>
          <a:lstStyle>
            <a:lvl1pPr>
              <a:defRPr sz="1200" b="0" cap="all" spc="200" baseline="0">
                <a:solidFill>
                  <a:srgbClr val="222731"/>
                </a:solidFill>
                <a:latin typeface="+mn-lt"/>
              </a:defRPr>
            </a:lvl1pPr>
            <a:lvl2pPr marL="0" indent="0">
              <a:buNone/>
              <a:defRPr/>
            </a:lvl2pPr>
          </a:lstStyle>
          <a:p>
            <a:pPr lvl="0"/>
            <a:r>
              <a:rPr lang="en-US"/>
              <a:t>Eyebrow CALIBRI LIGHT 9pt</a:t>
            </a:r>
          </a:p>
        </p:txBody>
      </p:sp>
      <p:sp>
        <p:nvSpPr>
          <p:cNvPr id="18" name="Text Placeholder 4">
            <a:extLst>
              <a:ext uri="{FF2B5EF4-FFF2-40B4-BE49-F238E27FC236}">
                <a16:creationId xmlns:a16="http://schemas.microsoft.com/office/drawing/2014/main" id="{EC4C2575-A445-43B7-875C-641A76884F26}"/>
              </a:ext>
            </a:extLst>
          </p:cNvPr>
          <p:cNvSpPr>
            <a:spLocks noGrp="1"/>
          </p:cNvSpPr>
          <p:nvPr>
            <p:ph type="body" sz="quarter" idx="13" hasCustomPrompt="1"/>
          </p:nvPr>
        </p:nvSpPr>
        <p:spPr>
          <a:xfrm>
            <a:off x="6106311" y="2082800"/>
            <a:ext cx="5463816" cy="426720"/>
          </a:xfrm>
          <a:prstGeom prst="rect">
            <a:avLst/>
          </a:prstGeom>
        </p:spPr>
        <p:txBody>
          <a:bodyPr>
            <a:noAutofit/>
          </a:bodyPr>
          <a:lstStyle>
            <a:lvl1pPr>
              <a:defRPr sz="1867" b="1" cap="none" baseline="0">
                <a:solidFill>
                  <a:schemeClr val="accent3"/>
                </a:solidFill>
                <a:latin typeface="+mj-lt"/>
              </a:defRPr>
            </a:lvl1pPr>
          </a:lstStyle>
          <a:p>
            <a:pPr lvl="0"/>
            <a:r>
              <a:rPr lang="en-US"/>
              <a:t>Short Title, Calibri, 14pt, Bold</a:t>
            </a:r>
          </a:p>
        </p:txBody>
      </p:sp>
      <p:sp>
        <p:nvSpPr>
          <p:cNvPr id="19" name="Content Placeholder 5">
            <a:extLst>
              <a:ext uri="{FF2B5EF4-FFF2-40B4-BE49-F238E27FC236}">
                <a16:creationId xmlns:a16="http://schemas.microsoft.com/office/drawing/2014/main" id="{E778DA63-FCCC-4EE0-AA5F-890A1063CF18}"/>
              </a:ext>
            </a:extLst>
          </p:cNvPr>
          <p:cNvSpPr>
            <a:spLocks noGrp="1"/>
          </p:cNvSpPr>
          <p:nvPr>
            <p:ph sz="quarter" idx="20"/>
          </p:nvPr>
        </p:nvSpPr>
        <p:spPr>
          <a:xfrm>
            <a:off x="6105887" y="2590801"/>
            <a:ext cx="5463815" cy="1766352"/>
          </a:xfrm>
        </p:spPr>
        <p:txBody>
          <a:bodyPr>
            <a:noAutofit/>
          </a:bodyPr>
          <a:lstStyle>
            <a:lvl1pPr>
              <a:defRPr sz="1867">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stStyle>
          <a:p>
            <a:pPr lvl="0"/>
            <a:r>
              <a:rPr lang="en-US"/>
              <a:t>Click to edit Master text styles</a:t>
            </a:r>
          </a:p>
          <a:p>
            <a:pPr lvl="1"/>
            <a:r>
              <a:rPr lang="en-US"/>
              <a:t>Second level</a:t>
            </a:r>
          </a:p>
          <a:p>
            <a:pPr lvl="2"/>
            <a:r>
              <a:rPr lang="en-US"/>
              <a:t>Third level</a:t>
            </a:r>
          </a:p>
        </p:txBody>
      </p:sp>
      <p:sp>
        <p:nvSpPr>
          <p:cNvPr id="3" name="Title 2">
            <a:extLst>
              <a:ext uri="{FF2B5EF4-FFF2-40B4-BE49-F238E27FC236}">
                <a16:creationId xmlns:a16="http://schemas.microsoft.com/office/drawing/2014/main" id="{40AE3F9D-0018-4E23-82DB-DD559B56D0D9}"/>
              </a:ext>
            </a:extLst>
          </p:cNvPr>
          <p:cNvSpPr>
            <a:spLocks noGrp="1"/>
          </p:cNvSpPr>
          <p:nvPr>
            <p:ph type="title"/>
          </p:nvPr>
        </p:nvSpPr>
        <p:spPr>
          <a:xfrm>
            <a:off x="6095728" y="759460"/>
            <a:ext cx="5892155" cy="520701"/>
          </a:xfrm>
        </p:spPr>
        <p:txBody>
          <a:bodyPr/>
          <a:lstStyle>
            <a:lvl1pPr>
              <a:defRPr>
                <a:solidFill>
                  <a:schemeClr val="tx1"/>
                </a:solidFill>
              </a:defRPr>
            </a:lvl1pPr>
          </a:lstStyle>
          <a:p>
            <a:r>
              <a:rPr lang="en-US"/>
              <a:t>Click to edit Master title</a:t>
            </a:r>
            <a:endParaRPr lang="en-IN"/>
          </a:p>
        </p:txBody>
      </p:sp>
      <p:sp>
        <p:nvSpPr>
          <p:cNvPr id="4" name="Content Placeholder 2">
            <a:extLst>
              <a:ext uri="{FF2B5EF4-FFF2-40B4-BE49-F238E27FC236}">
                <a16:creationId xmlns:a16="http://schemas.microsoft.com/office/drawing/2014/main" id="{5C9F7E1F-0ACF-5236-690F-5AE374F107C5}"/>
              </a:ext>
            </a:extLst>
          </p:cNvPr>
          <p:cNvSpPr txBox="1">
            <a:spLocks/>
          </p:cNvSpPr>
          <p:nvPr userDrawn="1"/>
        </p:nvSpPr>
        <p:spPr bwMode="gray">
          <a:xfrm>
            <a:off x="670562" y="6343414"/>
            <a:ext cx="5082732" cy="374895"/>
          </a:xfrm>
          <a:prstGeom prst="rect">
            <a:avLst/>
          </a:prstGeom>
        </p:spPr>
        <p:txBody>
          <a:bodyPr vert="horz" lIns="0" tIns="0" rIns="0" bIns="0" anchor="b" anchorCtr="0"/>
          <a:lstStyle>
            <a:lvl1pPr marL="0" indent="0" algn="l" defTabSz="457200" rtl="0" eaLnBrk="1" latinLnBrk="0" hangingPunct="1">
              <a:spcBef>
                <a:spcPct val="20000"/>
              </a:spcBef>
              <a:buFont typeface="Arial"/>
              <a:buNone/>
              <a:defRPr sz="900" kern="1200">
                <a:solidFill>
                  <a:schemeClr val="tx1"/>
                </a:solidFill>
                <a:latin typeface="Georgia"/>
                <a:ea typeface="+mn-ea"/>
                <a:cs typeface="Georgia"/>
              </a:defRPr>
            </a:lvl1pPr>
            <a:lvl2pPr marL="457200" indent="0" algn="l" defTabSz="457200" rtl="0" eaLnBrk="1" latinLnBrk="0" hangingPunct="1">
              <a:spcBef>
                <a:spcPct val="20000"/>
              </a:spcBef>
              <a:buFont typeface="Arial"/>
              <a:buNone/>
              <a:defRPr sz="900" kern="1200">
                <a:solidFill>
                  <a:schemeClr val="tx1"/>
                </a:solidFill>
                <a:latin typeface="Georgia"/>
                <a:ea typeface="+mn-ea"/>
                <a:cs typeface="Georgia"/>
              </a:defRPr>
            </a:lvl2pPr>
            <a:lvl3pPr marL="914400" indent="0" algn="l" defTabSz="457200" rtl="0" eaLnBrk="1" latinLnBrk="0" hangingPunct="1">
              <a:spcBef>
                <a:spcPct val="20000"/>
              </a:spcBef>
              <a:buFont typeface="Arial"/>
              <a:buNone/>
              <a:defRPr sz="900" kern="1200">
                <a:solidFill>
                  <a:schemeClr val="tx1"/>
                </a:solidFill>
                <a:latin typeface="Georgia"/>
                <a:ea typeface="+mn-ea"/>
                <a:cs typeface="Georgia"/>
              </a:defRPr>
            </a:lvl3pPr>
            <a:lvl4pPr marL="1371600" indent="0" algn="l" defTabSz="457200" rtl="0" eaLnBrk="1" latinLnBrk="0" hangingPunct="1">
              <a:spcBef>
                <a:spcPct val="20000"/>
              </a:spcBef>
              <a:buFont typeface="Arial"/>
              <a:buNone/>
              <a:defRPr sz="900" kern="1200">
                <a:solidFill>
                  <a:schemeClr val="tx1"/>
                </a:solidFill>
                <a:latin typeface="Georgia"/>
                <a:ea typeface="+mn-ea"/>
                <a:cs typeface="Georgia"/>
              </a:defRPr>
            </a:lvl4pPr>
            <a:lvl5pPr marL="1828800" indent="0" algn="l" defTabSz="457200" rtl="0" eaLnBrk="1" latinLnBrk="0" hangingPunct="1">
              <a:spcBef>
                <a:spcPct val="20000"/>
              </a:spcBef>
              <a:buFont typeface="Arial"/>
              <a:buNone/>
              <a:defRPr sz="900" kern="1200">
                <a:solidFill>
                  <a:schemeClr val="tx1"/>
                </a:solidFill>
                <a:latin typeface="Georgia"/>
                <a:ea typeface="+mn-ea"/>
                <a:cs typeface="Georgia"/>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l" defTabSz="609570" rtl="0" eaLnBrk="1" fontAlgn="auto" latinLnBrk="0" hangingPunct="1">
              <a:lnSpc>
                <a:spcPct val="100000"/>
              </a:lnSpc>
              <a:spcBef>
                <a:spcPts val="0"/>
              </a:spcBef>
              <a:spcAft>
                <a:spcPts val="0"/>
              </a:spcAft>
              <a:buClrTx/>
              <a:buSzTx/>
              <a:buFont typeface="Arial"/>
              <a:buNone/>
              <a:tabLst/>
              <a:defRPr/>
            </a:pPr>
            <a:r>
              <a:rPr lang="en-US" sz="933" kern="1200">
                <a:solidFill>
                  <a:schemeClr val="tx1"/>
                </a:solidFill>
                <a:latin typeface="+mn-lt"/>
                <a:ea typeface="+mn-ea"/>
                <a:cs typeface="Calibri" panose="020F0502020204030204" pitchFamily="34" charset="0"/>
              </a:rPr>
              <a:t>The sensor housing, </a:t>
            </a:r>
            <a:r>
              <a:rPr lang="en-US" sz="933" kern="1200" err="1">
                <a:solidFill>
                  <a:schemeClr val="tx1"/>
                </a:solidFill>
                <a:latin typeface="+mn-lt"/>
                <a:ea typeface="+mn-ea"/>
                <a:cs typeface="Calibri" panose="020F0502020204030204" pitchFamily="34" charset="0"/>
              </a:rPr>
              <a:t>FreeStyle</a:t>
            </a:r>
            <a:r>
              <a:rPr lang="en-US" sz="933" kern="1200">
                <a:solidFill>
                  <a:schemeClr val="tx1"/>
                </a:solidFill>
                <a:latin typeface="+mn-lt"/>
                <a:ea typeface="+mn-ea"/>
                <a:cs typeface="Calibri" panose="020F0502020204030204" pitchFamily="34" charset="0"/>
              </a:rPr>
              <a:t>, Libre, and related brand marks are marks of Abbott.</a:t>
            </a:r>
          </a:p>
          <a:p>
            <a:pPr>
              <a:spcBef>
                <a:spcPts val="0"/>
              </a:spcBef>
            </a:pPr>
            <a:r>
              <a:rPr lang="en-US" sz="933" kern="1200">
                <a:solidFill>
                  <a:schemeClr val="tx1"/>
                </a:solidFill>
                <a:latin typeface="+mn-lt"/>
                <a:ea typeface="+mn-ea"/>
                <a:cs typeface="Calibri" panose="020F0502020204030204" pitchFamily="34" charset="0"/>
              </a:rPr>
              <a:t>Proprietary and confidential — do not distribute. ADC-XXXXX v1.0</a:t>
            </a:r>
          </a:p>
        </p:txBody>
      </p:sp>
      <p:sp>
        <p:nvSpPr>
          <p:cNvPr id="13" name="Slide Number Placeholder 12">
            <a:extLst>
              <a:ext uri="{FF2B5EF4-FFF2-40B4-BE49-F238E27FC236}">
                <a16:creationId xmlns:a16="http://schemas.microsoft.com/office/drawing/2014/main" id="{63B9C534-73A7-00C0-5DDE-48ADCBFE3D83}"/>
              </a:ext>
            </a:extLst>
          </p:cNvPr>
          <p:cNvSpPr>
            <a:spLocks noGrp="1"/>
          </p:cNvSpPr>
          <p:nvPr>
            <p:ph type="sldNum" sz="quarter" idx="25"/>
          </p:nvPr>
        </p:nvSpPr>
        <p:spPr>
          <a:xfrm>
            <a:off x="11092520" y="6419110"/>
            <a:ext cx="554360" cy="366183"/>
          </a:xfrm>
          <a:prstGeom prst="rect">
            <a:avLst/>
          </a:prstGeom>
        </p:spPr>
        <p:txBody>
          <a:bodyPr/>
          <a:lstStyle/>
          <a:p>
            <a:pPr>
              <a:defRPr/>
            </a:pPr>
            <a:fld id="{7B2119CD-3B2D-4CEB-B404-D2E3F8CD6D69}" type="slidenum">
              <a:rPr lang="en-IN" smtClean="0"/>
              <a:pPr>
                <a:defRPr/>
              </a:pPr>
              <a:t>‹#›</a:t>
            </a:fld>
            <a:endParaRPr lang="en-IN"/>
          </a:p>
        </p:txBody>
      </p:sp>
      <p:sp>
        <p:nvSpPr>
          <p:cNvPr id="2" name="Footer Placeholder 4">
            <a:extLst>
              <a:ext uri="{FF2B5EF4-FFF2-40B4-BE49-F238E27FC236}">
                <a16:creationId xmlns:a16="http://schemas.microsoft.com/office/drawing/2014/main" id="{5D6C7A8E-E6A0-7994-3608-06F2E5741C7B}"/>
              </a:ext>
            </a:extLst>
          </p:cNvPr>
          <p:cNvSpPr>
            <a:spLocks noGrp="1"/>
          </p:cNvSpPr>
          <p:nvPr>
            <p:ph type="ftr" sz="quarter" idx="3"/>
          </p:nvPr>
        </p:nvSpPr>
        <p:spPr>
          <a:xfrm>
            <a:off x="8372590" y="6413433"/>
            <a:ext cx="2646393" cy="374235"/>
          </a:xfrm>
          <a:prstGeom prst="rect">
            <a:avLst/>
          </a:prstGeom>
        </p:spPr>
        <p:txBody>
          <a:bodyPr vert="horz" lIns="91440" tIns="45720" rIns="91440" bIns="45720" rtlCol="0" anchor="b" anchorCtr="0"/>
          <a:lstStyle>
            <a:lvl1pPr algn="ctr">
              <a:defRPr lang="en-US" sz="933" kern="1200" dirty="0" smtClean="0">
                <a:solidFill>
                  <a:schemeClr val="tx1"/>
                </a:solidFill>
                <a:latin typeface="+mn-lt"/>
                <a:ea typeface="+mn-ea"/>
                <a:cs typeface="+mn-cs"/>
              </a:defRPr>
            </a:lvl1pPr>
          </a:lstStyle>
          <a:p>
            <a:r>
              <a:rPr lang="en-US"/>
              <a:t>ADC Innovation Pipeline |  1-Aug-25</a:t>
            </a:r>
          </a:p>
        </p:txBody>
      </p:sp>
    </p:spTree>
    <p:extLst>
      <p:ext uri="{BB962C8B-B14F-4D97-AF65-F5344CB8AC3E}">
        <p14:creationId xmlns:p14="http://schemas.microsoft.com/office/powerpoint/2010/main" val="1760013078"/>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R) Half-content &amp; image layout YW">
    <p:bg>
      <p:bgPr>
        <a:solidFill>
          <a:schemeClr val="tx2"/>
        </a:solidFill>
        <a:effectLst/>
      </p:bgPr>
    </p:bg>
    <p:spTree>
      <p:nvGrpSpPr>
        <p:cNvPr id="1" name=""/>
        <p:cNvGrpSpPr/>
        <p:nvPr/>
      </p:nvGrpSpPr>
      <p:grpSpPr>
        <a:xfrm>
          <a:off x="0" y="0"/>
          <a:ext cx="0" cy="0"/>
          <a:chOff x="0" y="0"/>
          <a:chExt cx="0" cy="0"/>
        </a:xfrm>
      </p:grpSpPr>
      <p:sp>
        <p:nvSpPr>
          <p:cNvPr id="10" name="Picture Placeholder 9"/>
          <p:cNvSpPr>
            <a:spLocks noGrp="1"/>
          </p:cNvSpPr>
          <p:nvPr>
            <p:ph type="pic" sz="quarter" idx="14" hasCustomPrompt="1"/>
          </p:nvPr>
        </p:nvSpPr>
        <p:spPr>
          <a:xfrm>
            <a:off x="2" y="0"/>
            <a:ext cx="5753292" cy="6858000"/>
          </a:xfrm>
          <a:prstGeom prst="rect">
            <a:avLst/>
          </a:prstGeom>
          <a:solidFill>
            <a:srgbClr val="EAEAEA"/>
          </a:solidFill>
          <a:ln>
            <a:noFill/>
          </a:ln>
          <a:effectLst/>
        </p:spPr>
        <p:txBody>
          <a:bodyPr lIns="365760" rIns="365760" anchor="ctr" anchorCtr="1"/>
          <a:lstStyle>
            <a:lvl1pPr algn="ctr">
              <a:defRPr sz="2400" b="0" baseline="0">
                <a:solidFill>
                  <a:schemeClr val="tx1"/>
                </a:solidFill>
                <a:latin typeface="+mn-lt"/>
              </a:defRPr>
            </a:lvl1pPr>
          </a:lstStyle>
          <a:p>
            <a:r>
              <a:rPr lang="en-US"/>
              <a:t>Insert an image</a:t>
            </a:r>
            <a:br>
              <a:rPr lang="en-US"/>
            </a:br>
            <a:r>
              <a:rPr lang="en-US"/>
              <a:t>within this placeholder </a:t>
            </a:r>
          </a:p>
        </p:txBody>
      </p:sp>
      <p:sp>
        <p:nvSpPr>
          <p:cNvPr id="15" name="Text Placeholder 9">
            <a:extLst>
              <a:ext uri="{FF2B5EF4-FFF2-40B4-BE49-F238E27FC236}">
                <a16:creationId xmlns:a16="http://schemas.microsoft.com/office/drawing/2014/main" id="{82FAC416-5A96-491E-91F4-37DD3C42AC2D}"/>
              </a:ext>
            </a:extLst>
          </p:cNvPr>
          <p:cNvSpPr>
            <a:spLocks noGrp="1"/>
          </p:cNvSpPr>
          <p:nvPr>
            <p:ph type="body" sz="quarter" idx="18" hasCustomPrompt="1"/>
          </p:nvPr>
        </p:nvSpPr>
        <p:spPr>
          <a:xfrm>
            <a:off x="6105890" y="355600"/>
            <a:ext cx="5463812" cy="348813"/>
          </a:xfrm>
          <a:prstGeom prst="rect">
            <a:avLst/>
          </a:prstGeom>
        </p:spPr>
        <p:txBody>
          <a:bodyPr wrap="square">
            <a:noAutofit/>
          </a:bodyPr>
          <a:lstStyle>
            <a:lvl1pPr>
              <a:defRPr sz="1200" b="0" cap="all" spc="200" baseline="0">
                <a:solidFill>
                  <a:srgbClr val="222731"/>
                </a:solidFill>
                <a:latin typeface="+mn-lt"/>
              </a:defRPr>
            </a:lvl1pPr>
            <a:lvl2pPr marL="0" indent="0">
              <a:buNone/>
              <a:defRPr/>
            </a:lvl2pPr>
          </a:lstStyle>
          <a:p>
            <a:pPr lvl="0"/>
            <a:r>
              <a:rPr lang="en-US"/>
              <a:t>Eyebrow CALIBRI LIGHT 9pt</a:t>
            </a:r>
          </a:p>
        </p:txBody>
      </p:sp>
      <p:sp>
        <p:nvSpPr>
          <p:cNvPr id="18" name="Text Placeholder 4">
            <a:extLst>
              <a:ext uri="{FF2B5EF4-FFF2-40B4-BE49-F238E27FC236}">
                <a16:creationId xmlns:a16="http://schemas.microsoft.com/office/drawing/2014/main" id="{EC4C2575-A445-43B7-875C-641A76884F26}"/>
              </a:ext>
            </a:extLst>
          </p:cNvPr>
          <p:cNvSpPr>
            <a:spLocks noGrp="1"/>
          </p:cNvSpPr>
          <p:nvPr>
            <p:ph type="body" sz="quarter" idx="13" hasCustomPrompt="1"/>
          </p:nvPr>
        </p:nvSpPr>
        <p:spPr>
          <a:xfrm>
            <a:off x="6106311" y="2070100"/>
            <a:ext cx="5463816" cy="426720"/>
          </a:xfrm>
          <a:prstGeom prst="rect">
            <a:avLst/>
          </a:prstGeom>
        </p:spPr>
        <p:txBody>
          <a:bodyPr>
            <a:noAutofit/>
          </a:bodyPr>
          <a:lstStyle>
            <a:lvl1pPr>
              <a:defRPr sz="1867" b="1" cap="none" baseline="0">
                <a:solidFill>
                  <a:schemeClr val="accent3"/>
                </a:solidFill>
                <a:latin typeface="+mj-lt"/>
              </a:defRPr>
            </a:lvl1pPr>
          </a:lstStyle>
          <a:p>
            <a:pPr lvl="0"/>
            <a:r>
              <a:rPr lang="en-US"/>
              <a:t>Short Title, Calibri, 14pt, Bold</a:t>
            </a:r>
          </a:p>
        </p:txBody>
      </p:sp>
      <p:sp>
        <p:nvSpPr>
          <p:cNvPr id="19" name="Content Placeholder 5">
            <a:extLst>
              <a:ext uri="{FF2B5EF4-FFF2-40B4-BE49-F238E27FC236}">
                <a16:creationId xmlns:a16="http://schemas.microsoft.com/office/drawing/2014/main" id="{E778DA63-FCCC-4EE0-AA5F-890A1063CF18}"/>
              </a:ext>
            </a:extLst>
          </p:cNvPr>
          <p:cNvSpPr>
            <a:spLocks noGrp="1"/>
          </p:cNvSpPr>
          <p:nvPr>
            <p:ph sz="quarter" idx="20"/>
          </p:nvPr>
        </p:nvSpPr>
        <p:spPr>
          <a:xfrm>
            <a:off x="6105887" y="2590800"/>
            <a:ext cx="5463815" cy="1766352"/>
          </a:xfrm>
        </p:spPr>
        <p:txBody>
          <a:bodyPr>
            <a:noAutofit/>
          </a:bodyPr>
          <a:lstStyle>
            <a:lvl1pPr>
              <a:defRPr sz="1867">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stStyle>
          <a:p>
            <a:pPr lvl="0"/>
            <a:r>
              <a:rPr lang="en-US"/>
              <a:t>Click to edit Master text styles</a:t>
            </a:r>
          </a:p>
          <a:p>
            <a:pPr lvl="1"/>
            <a:r>
              <a:rPr lang="en-US"/>
              <a:t>Second level</a:t>
            </a:r>
          </a:p>
          <a:p>
            <a:pPr lvl="2"/>
            <a:r>
              <a:rPr lang="en-US"/>
              <a:t>Third level</a:t>
            </a:r>
          </a:p>
        </p:txBody>
      </p:sp>
      <p:sp>
        <p:nvSpPr>
          <p:cNvPr id="3" name="Title 2">
            <a:extLst>
              <a:ext uri="{FF2B5EF4-FFF2-40B4-BE49-F238E27FC236}">
                <a16:creationId xmlns:a16="http://schemas.microsoft.com/office/drawing/2014/main" id="{40AE3F9D-0018-4E23-82DB-DD559B56D0D9}"/>
              </a:ext>
            </a:extLst>
          </p:cNvPr>
          <p:cNvSpPr>
            <a:spLocks noGrp="1"/>
          </p:cNvSpPr>
          <p:nvPr>
            <p:ph type="title"/>
          </p:nvPr>
        </p:nvSpPr>
        <p:spPr>
          <a:xfrm>
            <a:off x="6095728" y="759460"/>
            <a:ext cx="5892155" cy="520701"/>
          </a:xfrm>
        </p:spPr>
        <p:txBody>
          <a:bodyPr/>
          <a:lstStyle>
            <a:lvl1pPr>
              <a:defRPr>
                <a:solidFill>
                  <a:schemeClr val="tx1"/>
                </a:solidFill>
              </a:defRPr>
            </a:lvl1pPr>
          </a:lstStyle>
          <a:p>
            <a:r>
              <a:rPr lang="en-US"/>
              <a:t>Click to edit Master title</a:t>
            </a:r>
            <a:endParaRPr lang="en-IN"/>
          </a:p>
        </p:txBody>
      </p:sp>
      <p:sp>
        <p:nvSpPr>
          <p:cNvPr id="4" name="Content Placeholder 2">
            <a:extLst>
              <a:ext uri="{FF2B5EF4-FFF2-40B4-BE49-F238E27FC236}">
                <a16:creationId xmlns:a16="http://schemas.microsoft.com/office/drawing/2014/main" id="{5C9F7E1F-0ACF-5236-690F-5AE374F107C5}"/>
              </a:ext>
            </a:extLst>
          </p:cNvPr>
          <p:cNvSpPr txBox="1">
            <a:spLocks/>
          </p:cNvSpPr>
          <p:nvPr userDrawn="1"/>
        </p:nvSpPr>
        <p:spPr bwMode="gray">
          <a:xfrm>
            <a:off x="670562" y="6343414"/>
            <a:ext cx="5082732" cy="374895"/>
          </a:xfrm>
          <a:prstGeom prst="rect">
            <a:avLst/>
          </a:prstGeom>
        </p:spPr>
        <p:txBody>
          <a:bodyPr vert="horz" lIns="0" tIns="0" rIns="0" bIns="0" anchor="b" anchorCtr="0"/>
          <a:lstStyle>
            <a:lvl1pPr marL="0" indent="0" algn="l" defTabSz="457200" rtl="0" eaLnBrk="1" latinLnBrk="0" hangingPunct="1">
              <a:spcBef>
                <a:spcPct val="20000"/>
              </a:spcBef>
              <a:buFont typeface="Arial"/>
              <a:buNone/>
              <a:defRPr sz="900" kern="1200">
                <a:solidFill>
                  <a:schemeClr val="tx1"/>
                </a:solidFill>
                <a:latin typeface="Georgia"/>
                <a:ea typeface="+mn-ea"/>
                <a:cs typeface="Georgia"/>
              </a:defRPr>
            </a:lvl1pPr>
            <a:lvl2pPr marL="457200" indent="0" algn="l" defTabSz="457200" rtl="0" eaLnBrk="1" latinLnBrk="0" hangingPunct="1">
              <a:spcBef>
                <a:spcPct val="20000"/>
              </a:spcBef>
              <a:buFont typeface="Arial"/>
              <a:buNone/>
              <a:defRPr sz="900" kern="1200">
                <a:solidFill>
                  <a:schemeClr val="tx1"/>
                </a:solidFill>
                <a:latin typeface="Georgia"/>
                <a:ea typeface="+mn-ea"/>
                <a:cs typeface="Georgia"/>
              </a:defRPr>
            </a:lvl2pPr>
            <a:lvl3pPr marL="914400" indent="0" algn="l" defTabSz="457200" rtl="0" eaLnBrk="1" latinLnBrk="0" hangingPunct="1">
              <a:spcBef>
                <a:spcPct val="20000"/>
              </a:spcBef>
              <a:buFont typeface="Arial"/>
              <a:buNone/>
              <a:defRPr sz="900" kern="1200">
                <a:solidFill>
                  <a:schemeClr val="tx1"/>
                </a:solidFill>
                <a:latin typeface="Georgia"/>
                <a:ea typeface="+mn-ea"/>
                <a:cs typeface="Georgia"/>
              </a:defRPr>
            </a:lvl3pPr>
            <a:lvl4pPr marL="1371600" indent="0" algn="l" defTabSz="457200" rtl="0" eaLnBrk="1" latinLnBrk="0" hangingPunct="1">
              <a:spcBef>
                <a:spcPct val="20000"/>
              </a:spcBef>
              <a:buFont typeface="Arial"/>
              <a:buNone/>
              <a:defRPr sz="900" kern="1200">
                <a:solidFill>
                  <a:schemeClr val="tx1"/>
                </a:solidFill>
                <a:latin typeface="Georgia"/>
                <a:ea typeface="+mn-ea"/>
                <a:cs typeface="Georgia"/>
              </a:defRPr>
            </a:lvl4pPr>
            <a:lvl5pPr marL="1828800" indent="0" algn="l" defTabSz="457200" rtl="0" eaLnBrk="1" latinLnBrk="0" hangingPunct="1">
              <a:spcBef>
                <a:spcPct val="20000"/>
              </a:spcBef>
              <a:buFont typeface="Arial"/>
              <a:buNone/>
              <a:defRPr sz="900" kern="1200">
                <a:solidFill>
                  <a:schemeClr val="tx1"/>
                </a:solidFill>
                <a:latin typeface="Georgia"/>
                <a:ea typeface="+mn-ea"/>
                <a:cs typeface="Georgia"/>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l" defTabSz="609570" rtl="0" eaLnBrk="1" fontAlgn="auto" latinLnBrk="0" hangingPunct="1">
              <a:lnSpc>
                <a:spcPct val="100000"/>
              </a:lnSpc>
              <a:spcBef>
                <a:spcPts val="0"/>
              </a:spcBef>
              <a:spcAft>
                <a:spcPts val="0"/>
              </a:spcAft>
              <a:buClrTx/>
              <a:buSzTx/>
              <a:buFont typeface="Arial"/>
              <a:buNone/>
              <a:tabLst/>
              <a:defRPr/>
            </a:pPr>
            <a:r>
              <a:rPr lang="en-US" sz="933" kern="1200">
                <a:solidFill>
                  <a:schemeClr val="tx1"/>
                </a:solidFill>
                <a:latin typeface="+mn-lt"/>
                <a:ea typeface="+mn-ea"/>
                <a:cs typeface="Calibri" panose="020F0502020204030204" pitchFamily="34" charset="0"/>
              </a:rPr>
              <a:t>The sensor housing, </a:t>
            </a:r>
            <a:r>
              <a:rPr lang="en-US" sz="933" kern="1200" err="1">
                <a:solidFill>
                  <a:schemeClr val="tx1"/>
                </a:solidFill>
                <a:latin typeface="+mn-lt"/>
                <a:ea typeface="+mn-ea"/>
                <a:cs typeface="Calibri" panose="020F0502020204030204" pitchFamily="34" charset="0"/>
              </a:rPr>
              <a:t>FreeStyle</a:t>
            </a:r>
            <a:r>
              <a:rPr lang="en-US" sz="933" kern="1200">
                <a:solidFill>
                  <a:schemeClr val="tx1"/>
                </a:solidFill>
                <a:latin typeface="+mn-lt"/>
                <a:ea typeface="+mn-ea"/>
                <a:cs typeface="Calibri" panose="020F0502020204030204" pitchFamily="34" charset="0"/>
              </a:rPr>
              <a:t>, Libre, and related brand marks are marks of Abbott.</a:t>
            </a:r>
          </a:p>
          <a:p>
            <a:pPr>
              <a:spcBef>
                <a:spcPts val="0"/>
              </a:spcBef>
            </a:pPr>
            <a:r>
              <a:rPr lang="en-US" sz="933" kern="1200">
                <a:solidFill>
                  <a:schemeClr val="tx1"/>
                </a:solidFill>
                <a:latin typeface="+mn-lt"/>
                <a:ea typeface="+mn-ea"/>
                <a:cs typeface="Calibri" panose="020F0502020204030204" pitchFamily="34" charset="0"/>
              </a:rPr>
              <a:t>Proprietary and confidential — do not distribute. ADC-XXXXX v1.0</a:t>
            </a:r>
          </a:p>
        </p:txBody>
      </p:sp>
      <p:sp>
        <p:nvSpPr>
          <p:cNvPr id="13" name="Slide Number Placeholder 12">
            <a:extLst>
              <a:ext uri="{FF2B5EF4-FFF2-40B4-BE49-F238E27FC236}">
                <a16:creationId xmlns:a16="http://schemas.microsoft.com/office/drawing/2014/main" id="{63B9C534-73A7-00C0-5DDE-48ADCBFE3D83}"/>
              </a:ext>
            </a:extLst>
          </p:cNvPr>
          <p:cNvSpPr>
            <a:spLocks noGrp="1"/>
          </p:cNvSpPr>
          <p:nvPr>
            <p:ph type="sldNum" sz="quarter" idx="25"/>
          </p:nvPr>
        </p:nvSpPr>
        <p:spPr>
          <a:xfrm>
            <a:off x="11092520" y="6419110"/>
            <a:ext cx="554360" cy="366183"/>
          </a:xfrm>
          <a:prstGeom prst="rect">
            <a:avLst/>
          </a:prstGeom>
        </p:spPr>
        <p:txBody>
          <a:bodyPr/>
          <a:lstStyle/>
          <a:p>
            <a:pPr>
              <a:defRPr/>
            </a:pPr>
            <a:fld id="{7B2119CD-3B2D-4CEB-B404-D2E3F8CD6D69}" type="slidenum">
              <a:rPr lang="en-IN" smtClean="0"/>
              <a:pPr>
                <a:defRPr/>
              </a:pPr>
              <a:t>‹#›</a:t>
            </a:fld>
            <a:endParaRPr lang="en-IN"/>
          </a:p>
        </p:txBody>
      </p:sp>
      <p:sp>
        <p:nvSpPr>
          <p:cNvPr id="2" name="Footer Placeholder 4">
            <a:extLst>
              <a:ext uri="{FF2B5EF4-FFF2-40B4-BE49-F238E27FC236}">
                <a16:creationId xmlns:a16="http://schemas.microsoft.com/office/drawing/2014/main" id="{F6AD6BCD-A8ED-453F-6DFC-4CE3A58020B5}"/>
              </a:ext>
            </a:extLst>
          </p:cNvPr>
          <p:cNvSpPr>
            <a:spLocks noGrp="1"/>
          </p:cNvSpPr>
          <p:nvPr>
            <p:ph type="ftr" sz="quarter" idx="3"/>
          </p:nvPr>
        </p:nvSpPr>
        <p:spPr>
          <a:xfrm>
            <a:off x="8372590" y="6413433"/>
            <a:ext cx="2646393" cy="374235"/>
          </a:xfrm>
          <a:prstGeom prst="rect">
            <a:avLst/>
          </a:prstGeom>
        </p:spPr>
        <p:txBody>
          <a:bodyPr vert="horz" lIns="91440" tIns="45720" rIns="91440" bIns="45720" rtlCol="0" anchor="b" anchorCtr="0"/>
          <a:lstStyle>
            <a:lvl1pPr algn="ctr">
              <a:defRPr lang="en-US" sz="933" kern="1200" dirty="0" smtClean="0">
                <a:solidFill>
                  <a:schemeClr val="tx1"/>
                </a:solidFill>
                <a:latin typeface="+mn-lt"/>
                <a:ea typeface="+mn-ea"/>
                <a:cs typeface="+mn-cs"/>
              </a:defRPr>
            </a:lvl1pPr>
          </a:lstStyle>
          <a:p>
            <a:r>
              <a:rPr lang="en-US"/>
              <a:t>ADC Innovation Pipeline |  1-Aug-25</a:t>
            </a:r>
          </a:p>
        </p:txBody>
      </p:sp>
    </p:spTree>
    <p:extLst>
      <p:ext uri="{BB962C8B-B14F-4D97-AF65-F5344CB8AC3E}">
        <p14:creationId xmlns:p14="http://schemas.microsoft.com/office/powerpoint/2010/main" val="2383695144"/>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Divider Yellow Square Image">
    <p:bg>
      <p:bgPr>
        <a:solidFill>
          <a:schemeClr val="tx2"/>
        </a:solidFill>
        <a:effectLst/>
      </p:bgPr>
    </p:bg>
    <p:spTree>
      <p:nvGrpSpPr>
        <p:cNvPr id="1" name=""/>
        <p:cNvGrpSpPr/>
        <p:nvPr/>
      </p:nvGrpSpPr>
      <p:grpSpPr>
        <a:xfrm>
          <a:off x="0" y="0"/>
          <a:ext cx="0" cy="0"/>
          <a:chOff x="0" y="0"/>
          <a:chExt cx="0" cy="0"/>
        </a:xfrm>
      </p:grpSpPr>
      <p:sp>
        <p:nvSpPr>
          <p:cNvPr id="4" name="Picture Placeholder 9">
            <a:extLst>
              <a:ext uri="{FF2B5EF4-FFF2-40B4-BE49-F238E27FC236}">
                <a16:creationId xmlns:a16="http://schemas.microsoft.com/office/drawing/2014/main" id="{B3F1A411-FC55-C062-0733-075AD0F006B8}"/>
              </a:ext>
            </a:extLst>
          </p:cNvPr>
          <p:cNvSpPr>
            <a:spLocks noGrp="1"/>
          </p:cNvSpPr>
          <p:nvPr>
            <p:ph type="pic" sz="quarter" idx="14" hasCustomPrompt="1"/>
          </p:nvPr>
        </p:nvSpPr>
        <p:spPr>
          <a:xfrm>
            <a:off x="6111979" y="0"/>
            <a:ext cx="6080020" cy="6858000"/>
          </a:xfrm>
          <a:prstGeom prst="rect">
            <a:avLst/>
          </a:prstGeom>
          <a:solidFill>
            <a:srgbClr val="EAEAEA"/>
          </a:solidFill>
          <a:ln>
            <a:noFill/>
          </a:ln>
          <a:effectLst/>
        </p:spPr>
        <p:txBody>
          <a:bodyPr lIns="365760" rIns="365760" anchor="ctr" anchorCtr="1"/>
          <a:lstStyle>
            <a:lvl1pPr algn="ctr">
              <a:defRPr sz="2400" b="0" baseline="0">
                <a:solidFill>
                  <a:schemeClr val="tx1"/>
                </a:solidFill>
                <a:latin typeface="+mn-lt"/>
              </a:defRPr>
            </a:lvl1pPr>
          </a:lstStyle>
          <a:p>
            <a:r>
              <a:rPr lang="en-US"/>
              <a:t>Insert an image</a:t>
            </a:r>
            <a:br>
              <a:rPr lang="en-US"/>
            </a:br>
            <a:r>
              <a:rPr lang="en-US"/>
              <a:t>within this placeholder </a:t>
            </a:r>
          </a:p>
        </p:txBody>
      </p:sp>
      <p:sp>
        <p:nvSpPr>
          <p:cNvPr id="14" name="Text Placeholder 9">
            <a:extLst>
              <a:ext uri="{FF2B5EF4-FFF2-40B4-BE49-F238E27FC236}">
                <a16:creationId xmlns:a16="http://schemas.microsoft.com/office/drawing/2014/main" id="{05D9C096-3ECB-4476-AF46-67B691208D52}"/>
              </a:ext>
            </a:extLst>
          </p:cNvPr>
          <p:cNvSpPr>
            <a:spLocks noGrp="1"/>
          </p:cNvSpPr>
          <p:nvPr>
            <p:ph type="body" sz="quarter" idx="18" hasCustomPrompt="1"/>
          </p:nvPr>
        </p:nvSpPr>
        <p:spPr>
          <a:xfrm>
            <a:off x="670562" y="355600"/>
            <a:ext cx="5285739" cy="348813"/>
          </a:xfrm>
          <a:prstGeom prst="rect">
            <a:avLst/>
          </a:prstGeom>
        </p:spPr>
        <p:txBody>
          <a:bodyPr wrap="square">
            <a:noAutofit/>
          </a:bodyPr>
          <a:lstStyle>
            <a:lvl1pPr>
              <a:defRPr sz="1200" b="0" cap="all" spc="200" baseline="0">
                <a:solidFill>
                  <a:srgbClr val="222731"/>
                </a:solidFill>
                <a:latin typeface="+mn-lt"/>
              </a:defRPr>
            </a:lvl1pPr>
            <a:lvl2pPr marL="0" indent="0">
              <a:buNone/>
              <a:defRPr/>
            </a:lvl2pPr>
          </a:lstStyle>
          <a:p>
            <a:pPr lvl="0"/>
            <a:r>
              <a:rPr lang="en-US"/>
              <a:t>Eyebrow CALIBRI LIGHT 9PT</a:t>
            </a:r>
          </a:p>
        </p:txBody>
      </p:sp>
      <p:sp>
        <p:nvSpPr>
          <p:cNvPr id="3" name="Title 2">
            <a:extLst>
              <a:ext uri="{FF2B5EF4-FFF2-40B4-BE49-F238E27FC236}">
                <a16:creationId xmlns:a16="http://schemas.microsoft.com/office/drawing/2014/main" id="{9A67DE3C-68DE-43DF-A233-910AFDC7FBD6}"/>
              </a:ext>
            </a:extLst>
          </p:cNvPr>
          <p:cNvSpPr>
            <a:spLocks noGrp="1"/>
          </p:cNvSpPr>
          <p:nvPr>
            <p:ph type="title"/>
          </p:nvPr>
        </p:nvSpPr>
        <p:spPr>
          <a:xfrm>
            <a:off x="670561" y="2870200"/>
            <a:ext cx="5044441" cy="1117600"/>
          </a:xfrm>
        </p:spPr>
        <p:txBody>
          <a:bodyPr anchor="ctr"/>
          <a:lstStyle>
            <a:lvl1pPr>
              <a:defRPr sz="4800">
                <a:solidFill>
                  <a:schemeClr val="tx1"/>
                </a:solidFill>
              </a:defRPr>
            </a:lvl1pPr>
          </a:lstStyle>
          <a:p>
            <a:r>
              <a:rPr lang="en-US"/>
              <a:t>Click to edit Master title style</a:t>
            </a:r>
            <a:endParaRPr lang="en-IN"/>
          </a:p>
        </p:txBody>
      </p:sp>
      <p:sp>
        <p:nvSpPr>
          <p:cNvPr id="8" name="Slide Number Placeholder 7">
            <a:extLst>
              <a:ext uri="{FF2B5EF4-FFF2-40B4-BE49-F238E27FC236}">
                <a16:creationId xmlns:a16="http://schemas.microsoft.com/office/drawing/2014/main" id="{AD8F7A3C-9103-DB22-927B-66B30E49938D}"/>
              </a:ext>
            </a:extLst>
          </p:cNvPr>
          <p:cNvSpPr>
            <a:spLocks noGrp="1"/>
          </p:cNvSpPr>
          <p:nvPr>
            <p:ph type="sldNum" sz="quarter" idx="29"/>
          </p:nvPr>
        </p:nvSpPr>
        <p:spPr>
          <a:xfrm>
            <a:off x="11092520" y="6419110"/>
            <a:ext cx="554360" cy="366183"/>
          </a:xfrm>
          <a:prstGeom prst="rect">
            <a:avLst/>
          </a:prstGeom>
        </p:spPr>
        <p:txBody>
          <a:bodyPr/>
          <a:lstStyle/>
          <a:p>
            <a:pPr>
              <a:defRPr/>
            </a:pPr>
            <a:fld id="{7B2119CD-3B2D-4CEB-B404-D2E3F8CD6D69}" type="slidenum">
              <a:rPr lang="en-IN" smtClean="0"/>
              <a:pPr>
                <a:defRPr/>
              </a:pPr>
              <a:t>‹#›</a:t>
            </a:fld>
            <a:endParaRPr lang="en-IN"/>
          </a:p>
        </p:txBody>
      </p:sp>
      <p:sp>
        <p:nvSpPr>
          <p:cNvPr id="5" name="Footer Placeholder 4">
            <a:extLst>
              <a:ext uri="{FF2B5EF4-FFF2-40B4-BE49-F238E27FC236}">
                <a16:creationId xmlns:a16="http://schemas.microsoft.com/office/drawing/2014/main" id="{8741E398-DF93-38F6-B981-32A7292521EA}"/>
              </a:ext>
            </a:extLst>
          </p:cNvPr>
          <p:cNvSpPr>
            <a:spLocks noGrp="1"/>
          </p:cNvSpPr>
          <p:nvPr>
            <p:ph type="ftr" sz="quarter" idx="3"/>
          </p:nvPr>
        </p:nvSpPr>
        <p:spPr>
          <a:xfrm>
            <a:off x="8372590" y="6413433"/>
            <a:ext cx="2646393" cy="374235"/>
          </a:xfrm>
          <a:prstGeom prst="rect">
            <a:avLst/>
          </a:prstGeom>
        </p:spPr>
        <p:txBody>
          <a:bodyPr vert="horz" lIns="91440" tIns="45720" rIns="91440" bIns="45720" rtlCol="0" anchor="b" anchorCtr="0"/>
          <a:lstStyle>
            <a:lvl1pPr algn="ctr">
              <a:defRPr lang="en-US" sz="933" kern="1200" dirty="0" smtClean="0">
                <a:solidFill>
                  <a:schemeClr val="tx1"/>
                </a:solidFill>
                <a:latin typeface="+mn-lt"/>
                <a:ea typeface="+mn-ea"/>
                <a:cs typeface="+mn-cs"/>
              </a:defRPr>
            </a:lvl1pPr>
          </a:lstStyle>
          <a:p>
            <a:r>
              <a:rPr lang="en-US"/>
              <a:t>ADC Innovation Pipeline |  1-Aug-25</a:t>
            </a:r>
          </a:p>
        </p:txBody>
      </p:sp>
    </p:spTree>
    <p:extLst>
      <p:ext uri="{BB962C8B-B14F-4D97-AF65-F5344CB8AC3E}">
        <p14:creationId xmlns:p14="http://schemas.microsoft.com/office/powerpoint/2010/main" val="2624765564"/>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and Content YW">
    <p:bg>
      <p:bgPr>
        <a:solidFill>
          <a:schemeClr val="tx2"/>
        </a:solidFill>
        <a:effectLst/>
      </p:bgPr>
    </p:bg>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E16D6E74-3911-4251-9210-E9AF0CB4653E}"/>
              </a:ext>
            </a:extLst>
          </p:cNvPr>
          <p:cNvSpPr>
            <a:spLocks noGrp="1"/>
          </p:cNvSpPr>
          <p:nvPr>
            <p:ph type="body" sz="quarter" idx="10" hasCustomPrompt="1"/>
          </p:nvPr>
        </p:nvSpPr>
        <p:spPr>
          <a:xfrm>
            <a:off x="670564" y="355600"/>
            <a:ext cx="6989233" cy="348813"/>
          </a:xfrm>
          <a:prstGeom prst="rect">
            <a:avLst/>
          </a:prstGeom>
        </p:spPr>
        <p:txBody>
          <a:bodyPr>
            <a:noAutofit/>
          </a:bodyPr>
          <a:lstStyle>
            <a:lvl1pPr>
              <a:defRPr sz="1200" b="0" cap="all" spc="200" baseline="0">
                <a:solidFill>
                  <a:srgbClr val="222731"/>
                </a:solidFill>
                <a:latin typeface="+mn-lt"/>
              </a:defRPr>
            </a:lvl1pPr>
            <a:lvl2pPr marL="0" indent="0">
              <a:buNone/>
              <a:defRPr/>
            </a:lvl2pPr>
          </a:lstStyle>
          <a:p>
            <a:pPr lvl="0"/>
            <a:r>
              <a:rPr lang="en-US"/>
              <a:t>Eyebrow CALIBRI LIGHT 9Pt</a:t>
            </a:r>
          </a:p>
        </p:txBody>
      </p:sp>
      <p:sp>
        <p:nvSpPr>
          <p:cNvPr id="15" name="Content Placeholder 9">
            <a:extLst>
              <a:ext uri="{FF2B5EF4-FFF2-40B4-BE49-F238E27FC236}">
                <a16:creationId xmlns:a16="http://schemas.microsoft.com/office/drawing/2014/main" id="{DCEC16E3-E9C3-470B-B2C9-CBD23EA9860F}"/>
              </a:ext>
            </a:extLst>
          </p:cNvPr>
          <p:cNvSpPr>
            <a:spLocks noGrp="1"/>
          </p:cNvSpPr>
          <p:nvPr>
            <p:ph sz="quarter" idx="14"/>
          </p:nvPr>
        </p:nvSpPr>
        <p:spPr>
          <a:xfrm>
            <a:off x="670560" y="2289453"/>
            <a:ext cx="10861040" cy="3927515"/>
          </a:xfrm>
        </p:spPr>
        <p:txBody>
          <a:bodyPr/>
          <a:lstStyle>
            <a:lvl2pPr>
              <a:defRPr sz="2133"/>
            </a:lvl2pPr>
            <a:lvl3pPr>
              <a:defRPr sz="1867"/>
            </a:lvl3pPr>
            <a:lvl4pPr>
              <a:defRPr sz="1600"/>
            </a:lvl4pPr>
            <a:lvl5pPr>
              <a:defRPr sz="1600"/>
            </a:lvl5pPr>
          </a:lstStyle>
          <a:p>
            <a:pPr lvl="0"/>
            <a:r>
              <a:rPr lang="en-US"/>
              <a:t>Click to edit Master text styles</a:t>
            </a:r>
          </a:p>
          <a:p>
            <a:pPr lvl="1"/>
            <a:r>
              <a:rPr lang="en-US"/>
              <a:t>Second level</a:t>
            </a:r>
          </a:p>
          <a:p>
            <a:pPr lvl="2"/>
            <a:r>
              <a:rPr lang="en-US"/>
              <a:t>Third level</a:t>
            </a:r>
          </a:p>
        </p:txBody>
      </p:sp>
      <p:sp>
        <p:nvSpPr>
          <p:cNvPr id="16" name="Text Placeholder 4">
            <a:extLst>
              <a:ext uri="{FF2B5EF4-FFF2-40B4-BE49-F238E27FC236}">
                <a16:creationId xmlns:a16="http://schemas.microsoft.com/office/drawing/2014/main" id="{5D5EEAD8-45FF-4137-A993-0E3B0A63B7A6}"/>
              </a:ext>
            </a:extLst>
          </p:cNvPr>
          <p:cNvSpPr>
            <a:spLocks noGrp="1"/>
          </p:cNvSpPr>
          <p:nvPr>
            <p:ph type="body" sz="quarter" idx="15" hasCustomPrompt="1"/>
          </p:nvPr>
        </p:nvSpPr>
        <p:spPr>
          <a:xfrm>
            <a:off x="670984" y="1778002"/>
            <a:ext cx="10860616" cy="520700"/>
          </a:xfrm>
          <a:prstGeom prst="rect">
            <a:avLst/>
          </a:prstGeom>
        </p:spPr>
        <p:txBody>
          <a:bodyPr>
            <a:noAutofit/>
          </a:bodyPr>
          <a:lstStyle>
            <a:lvl1pPr>
              <a:defRPr sz="2133" b="1" cap="none" baseline="0">
                <a:solidFill>
                  <a:schemeClr val="accent3"/>
                </a:solidFill>
                <a:latin typeface="+mj-lt"/>
              </a:defRPr>
            </a:lvl1pPr>
          </a:lstStyle>
          <a:p>
            <a:pPr lvl="0"/>
            <a:r>
              <a:rPr lang="en-US"/>
              <a:t>Subtitle Calibri 16pt Bold, Blue</a:t>
            </a:r>
          </a:p>
        </p:txBody>
      </p:sp>
      <p:sp>
        <p:nvSpPr>
          <p:cNvPr id="7" name="Title 6">
            <a:extLst>
              <a:ext uri="{FF2B5EF4-FFF2-40B4-BE49-F238E27FC236}">
                <a16:creationId xmlns:a16="http://schemas.microsoft.com/office/drawing/2014/main" id="{1B071053-E294-48B6-82D4-81528F06E152}"/>
              </a:ext>
            </a:extLst>
          </p:cNvPr>
          <p:cNvSpPr>
            <a:spLocks noGrp="1"/>
          </p:cNvSpPr>
          <p:nvPr>
            <p:ph type="title"/>
          </p:nvPr>
        </p:nvSpPr>
        <p:spPr/>
        <p:txBody>
          <a:bodyPr/>
          <a:lstStyle>
            <a:lvl1pPr>
              <a:defRPr>
                <a:solidFill>
                  <a:schemeClr val="tx1"/>
                </a:solidFill>
              </a:defRPr>
            </a:lvl1pPr>
          </a:lstStyle>
          <a:p>
            <a:r>
              <a:rPr lang="en-US"/>
              <a:t>Click to edit Master title style</a:t>
            </a:r>
            <a:endParaRPr lang="en-IN"/>
          </a:p>
        </p:txBody>
      </p:sp>
      <p:sp>
        <p:nvSpPr>
          <p:cNvPr id="5" name="Slide Number Placeholder 4">
            <a:extLst>
              <a:ext uri="{FF2B5EF4-FFF2-40B4-BE49-F238E27FC236}">
                <a16:creationId xmlns:a16="http://schemas.microsoft.com/office/drawing/2014/main" id="{FE19A2EC-AC9D-E1AE-A7D9-2E9D5B9D1094}"/>
              </a:ext>
            </a:extLst>
          </p:cNvPr>
          <p:cNvSpPr>
            <a:spLocks noGrp="1"/>
          </p:cNvSpPr>
          <p:nvPr>
            <p:ph type="sldNum" sz="quarter" idx="18"/>
          </p:nvPr>
        </p:nvSpPr>
        <p:spPr>
          <a:xfrm>
            <a:off x="11092520" y="6419110"/>
            <a:ext cx="554360" cy="366183"/>
          </a:xfrm>
          <a:prstGeom prst="rect">
            <a:avLst/>
          </a:prstGeom>
        </p:spPr>
        <p:txBody>
          <a:bodyPr/>
          <a:lstStyle/>
          <a:p>
            <a:pPr>
              <a:defRPr/>
            </a:pPr>
            <a:fld id="{7B2119CD-3B2D-4CEB-B404-D2E3F8CD6D69}" type="slidenum">
              <a:rPr lang="en-IN" smtClean="0"/>
              <a:pPr>
                <a:defRPr/>
              </a:pPr>
              <a:t>‹#›</a:t>
            </a:fld>
            <a:endParaRPr lang="en-IN"/>
          </a:p>
        </p:txBody>
      </p:sp>
      <p:sp>
        <p:nvSpPr>
          <p:cNvPr id="3" name="Footer Placeholder 4">
            <a:extLst>
              <a:ext uri="{FF2B5EF4-FFF2-40B4-BE49-F238E27FC236}">
                <a16:creationId xmlns:a16="http://schemas.microsoft.com/office/drawing/2014/main" id="{A860B168-338A-829C-4B84-BADE78038E27}"/>
              </a:ext>
            </a:extLst>
          </p:cNvPr>
          <p:cNvSpPr>
            <a:spLocks noGrp="1"/>
          </p:cNvSpPr>
          <p:nvPr>
            <p:ph type="ftr" sz="quarter" idx="3"/>
          </p:nvPr>
        </p:nvSpPr>
        <p:spPr>
          <a:xfrm>
            <a:off x="8372590" y="6413433"/>
            <a:ext cx="2646393" cy="374235"/>
          </a:xfrm>
          <a:prstGeom prst="rect">
            <a:avLst/>
          </a:prstGeom>
        </p:spPr>
        <p:txBody>
          <a:bodyPr vert="horz" lIns="91440" tIns="45720" rIns="91440" bIns="45720" rtlCol="0" anchor="b" anchorCtr="0"/>
          <a:lstStyle>
            <a:lvl1pPr algn="ctr">
              <a:defRPr lang="en-US" sz="933" kern="1200" dirty="0" smtClean="0">
                <a:solidFill>
                  <a:schemeClr val="tx1"/>
                </a:solidFill>
                <a:latin typeface="+mn-lt"/>
                <a:ea typeface="+mn-ea"/>
                <a:cs typeface="+mn-cs"/>
              </a:defRPr>
            </a:lvl1pPr>
          </a:lstStyle>
          <a:p>
            <a:r>
              <a:rPr lang="en-US"/>
              <a:t>ADC Innovation Pipeline |  1-Aug-25</a:t>
            </a:r>
          </a:p>
        </p:txBody>
      </p:sp>
    </p:spTree>
    <p:extLst>
      <p:ext uri="{BB962C8B-B14F-4D97-AF65-F5344CB8AC3E}">
        <p14:creationId xmlns:p14="http://schemas.microsoft.com/office/powerpoint/2010/main" val="2157048964"/>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Title and Content Charcoal">
    <p:bg>
      <p:bgPr>
        <a:solidFill>
          <a:schemeClr val="tx1"/>
        </a:solidFill>
        <a:effectLst/>
      </p:bgPr>
    </p:bg>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E16D6E74-3911-4251-9210-E9AF0CB4653E}"/>
              </a:ext>
            </a:extLst>
          </p:cNvPr>
          <p:cNvSpPr>
            <a:spLocks noGrp="1"/>
          </p:cNvSpPr>
          <p:nvPr>
            <p:ph type="body" sz="quarter" idx="10" hasCustomPrompt="1"/>
          </p:nvPr>
        </p:nvSpPr>
        <p:spPr>
          <a:xfrm>
            <a:off x="670564" y="355600"/>
            <a:ext cx="6989233" cy="348813"/>
          </a:xfrm>
          <a:prstGeom prst="rect">
            <a:avLst/>
          </a:prstGeom>
        </p:spPr>
        <p:txBody>
          <a:bodyPr>
            <a:noAutofit/>
          </a:bodyPr>
          <a:lstStyle>
            <a:lvl1pPr>
              <a:defRPr sz="1200" b="0" cap="all" spc="200" baseline="0">
                <a:solidFill>
                  <a:schemeClr val="bg1"/>
                </a:solidFill>
                <a:latin typeface="+mn-lt"/>
              </a:defRPr>
            </a:lvl1pPr>
            <a:lvl2pPr marL="0" indent="0">
              <a:buNone/>
              <a:defRPr/>
            </a:lvl2pPr>
          </a:lstStyle>
          <a:p>
            <a:pPr lvl="0"/>
            <a:r>
              <a:rPr lang="en-US"/>
              <a:t>Eyebrow CALIBRI LIGHT 9Pt</a:t>
            </a:r>
          </a:p>
        </p:txBody>
      </p:sp>
      <p:sp>
        <p:nvSpPr>
          <p:cNvPr id="15" name="Content Placeholder 9">
            <a:extLst>
              <a:ext uri="{FF2B5EF4-FFF2-40B4-BE49-F238E27FC236}">
                <a16:creationId xmlns:a16="http://schemas.microsoft.com/office/drawing/2014/main" id="{DCEC16E3-E9C3-470B-B2C9-CBD23EA9860F}"/>
              </a:ext>
            </a:extLst>
          </p:cNvPr>
          <p:cNvSpPr>
            <a:spLocks noGrp="1"/>
          </p:cNvSpPr>
          <p:nvPr>
            <p:ph sz="quarter" idx="14"/>
          </p:nvPr>
        </p:nvSpPr>
        <p:spPr>
          <a:xfrm>
            <a:off x="670560" y="2289453"/>
            <a:ext cx="10861040" cy="3927515"/>
          </a:xfrm>
        </p:spPr>
        <p:txBody>
          <a:bodyPr/>
          <a:lstStyle>
            <a:lvl1pPr>
              <a:defRPr>
                <a:solidFill>
                  <a:schemeClr val="bg1"/>
                </a:solidFill>
              </a:defRPr>
            </a:lvl1pPr>
            <a:lvl2pPr>
              <a:defRPr sz="2133">
                <a:solidFill>
                  <a:schemeClr val="bg1"/>
                </a:solidFill>
              </a:defRPr>
            </a:lvl2pPr>
            <a:lvl3pPr>
              <a:defRPr sz="1867">
                <a:solidFill>
                  <a:schemeClr val="bg1"/>
                </a:solidFill>
              </a:defRPr>
            </a:lvl3pPr>
            <a:lvl4pPr>
              <a:defRPr sz="1600"/>
            </a:lvl4pPr>
            <a:lvl5pPr>
              <a:defRPr sz="1600"/>
            </a:lvl5pPr>
          </a:lstStyle>
          <a:p>
            <a:pPr lvl="0"/>
            <a:r>
              <a:rPr lang="en-US"/>
              <a:t>Click to edit Master text styles</a:t>
            </a:r>
          </a:p>
          <a:p>
            <a:pPr lvl="1"/>
            <a:r>
              <a:rPr lang="en-US"/>
              <a:t>Second level</a:t>
            </a:r>
          </a:p>
          <a:p>
            <a:pPr lvl="2"/>
            <a:r>
              <a:rPr lang="en-US"/>
              <a:t>Third level</a:t>
            </a:r>
          </a:p>
        </p:txBody>
      </p:sp>
      <p:sp>
        <p:nvSpPr>
          <p:cNvPr id="16" name="Text Placeholder 4">
            <a:extLst>
              <a:ext uri="{FF2B5EF4-FFF2-40B4-BE49-F238E27FC236}">
                <a16:creationId xmlns:a16="http://schemas.microsoft.com/office/drawing/2014/main" id="{5D5EEAD8-45FF-4137-A993-0E3B0A63B7A6}"/>
              </a:ext>
            </a:extLst>
          </p:cNvPr>
          <p:cNvSpPr>
            <a:spLocks noGrp="1"/>
          </p:cNvSpPr>
          <p:nvPr>
            <p:ph type="body" sz="quarter" idx="15" hasCustomPrompt="1"/>
          </p:nvPr>
        </p:nvSpPr>
        <p:spPr>
          <a:xfrm>
            <a:off x="670984" y="1778002"/>
            <a:ext cx="10860616" cy="520700"/>
          </a:xfrm>
          <a:prstGeom prst="rect">
            <a:avLst/>
          </a:prstGeom>
        </p:spPr>
        <p:txBody>
          <a:bodyPr>
            <a:noAutofit/>
          </a:bodyPr>
          <a:lstStyle>
            <a:lvl1pPr>
              <a:defRPr sz="2133" b="1" cap="none" baseline="0">
                <a:solidFill>
                  <a:schemeClr val="tx2"/>
                </a:solidFill>
                <a:latin typeface="+mj-lt"/>
              </a:defRPr>
            </a:lvl1pPr>
          </a:lstStyle>
          <a:p>
            <a:pPr lvl="0"/>
            <a:r>
              <a:rPr lang="en-US"/>
              <a:t>Subtitle Calibri 16pt Bold, Yellow</a:t>
            </a:r>
          </a:p>
        </p:txBody>
      </p:sp>
      <p:sp>
        <p:nvSpPr>
          <p:cNvPr id="7" name="Title 6">
            <a:extLst>
              <a:ext uri="{FF2B5EF4-FFF2-40B4-BE49-F238E27FC236}">
                <a16:creationId xmlns:a16="http://schemas.microsoft.com/office/drawing/2014/main" id="{1B071053-E294-48B6-82D4-81528F06E152}"/>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en-IN"/>
          </a:p>
        </p:txBody>
      </p:sp>
      <p:sp>
        <p:nvSpPr>
          <p:cNvPr id="5" name="Slide Number Placeholder 4">
            <a:extLst>
              <a:ext uri="{FF2B5EF4-FFF2-40B4-BE49-F238E27FC236}">
                <a16:creationId xmlns:a16="http://schemas.microsoft.com/office/drawing/2014/main" id="{FE19A2EC-AC9D-E1AE-A7D9-2E9D5B9D1094}"/>
              </a:ext>
            </a:extLst>
          </p:cNvPr>
          <p:cNvSpPr>
            <a:spLocks noGrp="1"/>
          </p:cNvSpPr>
          <p:nvPr>
            <p:ph type="sldNum" sz="quarter" idx="18"/>
          </p:nvPr>
        </p:nvSpPr>
        <p:spPr>
          <a:xfrm>
            <a:off x="11092520" y="6419110"/>
            <a:ext cx="554360" cy="366183"/>
          </a:xfrm>
          <a:prstGeom prst="rect">
            <a:avLst/>
          </a:prstGeom>
        </p:spPr>
        <p:txBody>
          <a:bodyPr/>
          <a:lstStyle>
            <a:lvl1pPr>
              <a:defRPr>
                <a:solidFill>
                  <a:schemeClr val="bg1"/>
                </a:solidFill>
              </a:defRPr>
            </a:lvl1pPr>
          </a:lstStyle>
          <a:p>
            <a:pPr>
              <a:defRPr/>
            </a:pPr>
            <a:fld id="{7B2119CD-3B2D-4CEB-B404-D2E3F8CD6D69}" type="slidenum">
              <a:rPr lang="en-IN" smtClean="0"/>
              <a:pPr>
                <a:defRPr/>
              </a:pPr>
              <a:t>‹#›</a:t>
            </a:fld>
            <a:endParaRPr lang="en-IN"/>
          </a:p>
        </p:txBody>
      </p:sp>
      <p:sp>
        <p:nvSpPr>
          <p:cNvPr id="3" name="Content Placeholder 2">
            <a:extLst>
              <a:ext uri="{FF2B5EF4-FFF2-40B4-BE49-F238E27FC236}">
                <a16:creationId xmlns:a16="http://schemas.microsoft.com/office/drawing/2014/main" id="{C44062AF-B517-84E4-CA46-7BAAC292DABB}"/>
              </a:ext>
            </a:extLst>
          </p:cNvPr>
          <p:cNvSpPr txBox="1">
            <a:spLocks/>
          </p:cNvSpPr>
          <p:nvPr userDrawn="1"/>
        </p:nvSpPr>
        <p:spPr bwMode="gray">
          <a:xfrm>
            <a:off x="670562" y="6344073"/>
            <a:ext cx="5082732" cy="374235"/>
          </a:xfrm>
          <a:prstGeom prst="rect">
            <a:avLst/>
          </a:prstGeom>
        </p:spPr>
        <p:txBody>
          <a:bodyPr vert="horz" lIns="0" tIns="0" rIns="0" bIns="0" anchor="b" anchorCtr="0"/>
          <a:lstStyle>
            <a:lvl1pPr marL="0" indent="0" algn="l" defTabSz="457200" rtl="0" eaLnBrk="1" latinLnBrk="0" hangingPunct="1">
              <a:spcBef>
                <a:spcPct val="20000"/>
              </a:spcBef>
              <a:buFont typeface="Arial"/>
              <a:buNone/>
              <a:defRPr sz="900" kern="1200">
                <a:solidFill>
                  <a:schemeClr val="tx1"/>
                </a:solidFill>
                <a:latin typeface="Georgia"/>
                <a:ea typeface="+mn-ea"/>
                <a:cs typeface="Georgia"/>
              </a:defRPr>
            </a:lvl1pPr>
            <a:lvl2pPr marL="457200" indent="0" algn="l" defTabSz="457200" rtl="0" eaLnBrk="1" latinLnBrk="0" hangingPunct="1">
              <a:spcBef>
                <a:spcPct val="20000"/>
              </a:spcBef>
              <a:buFont typeface="Arial"/>
              <a:buNone/>
              <a:defRPr sz="900" kern="1200">
                <a:solidFill>
                  <a:schemeClr val="tx1"/>
                </a:solidFill>
                <a:latin typeface="Georgia"/>
                <a:ea typeface="+mn-ea"/>
                <a:cs typeface="Georgia"/>
              </a:defRPr>
            </a:lvl2pPr>
            <a:lvl3pPr marL="914400" indent="0" algn="l" defTabSz="457200" rtl="0" eaLnBrk="1" latinLnBrk="0" hangingPunct="1">
              <a:spcBef>
                <a:spcPct val="20000"/>
              </a:spcBef>
              <a:buFont typeface="Arial"/>
              <a:buNone/>
              <a:defRPr sz="900" kern="1200">
                <a:solidFill>
                  <a:schemeClr val="tx1"/>
                </a:solidFill>
                <a:latin typeface="Georgia"/>
                <a:ea typeface="+mn-ea"/>
                <a:cs typeface="Georgia"/>
              </a:defRPr>
            </a:lvl3pPr>
            <a:lvl4pPr marL="1371600" indent="0" algn="l" defTabSz="457200" rtl="0" eaLnBrk="1" latinLnBrk="0" hangingPunct="1">
              <a:spcBef>
                <a:spcPct val="20000"/>
              </a:spcBef>
              <a:buFont typeface="Arial"/>
              <a:buNone/>
              <a:defRPr sz="900" kern="1200">
                <a:solidFill>
                  <a:schemeClr val="tx1"/>
                </a:solidFill>
                <a:latin typeface="Georgia"/>
                <a:ea typeface="+mn-ea"/>
                <a:cs typeface="Georgia"/>
              </a:defRPr>
            </a:lvl4pPr>
            <a:lvl5pPr marL="1828800" indent="0" algn="l" defTabSz="457200" rtl="0" eaLnBrk="1" latinLnBrk="0" hangingPunct="1">
              <a:spcBef>
                <a:spcPct val="20000"/>
              </a:spcBef>
              <a:buFont typeface="Arial"/>
              <a:buNone/>
              <a:defRPr sz="900" kern="1200">
                <a:solidFill>
                  <a:schemeClr val="tx1"/>
                </a:solidFill>
                <a:latin typeface="Georgia"/>
                <a:ea typeface="+mn-ea"/>
                <a:cs typeface="Georgia"/>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l" defTabSz="609570" rtl="0" eaLnBrk="1" fontAlgn="auto" latinLnBrk="0" hangingPunct="1">
              <a:lnSpc>
                <a:spcPct val="100000"/>
              </a:lnSpc>
              <a:spcBef>
                <a:spcPts val="0"/>
              </a:spcBef>
              <a:spcAft>
                <a:spcPts val="0"/>
              </a:spcAft>
              <a:buClrTx/>
              <a:buSzTx/>
              <a:buFont typeface="Arial"/>
              <a:buNone/>
              <a:tabLst/>
              <a:defRPr/>
            </a:pPr>
            <a:r>
              <a:rPr lang="en-US" sz="933" kern="1200">
                <a:solidFill>
                  <a:schemeClr val="bg2"/>
                </a:solidFill>
                <a:latin typeface="+mn-lt"/>
                <a:ea typeface="+mn-ea"/>
                <a:cs typeface="Calibri" panose="020F0502020204030204" pitchFamily="34" charset="0"/>
              </a:rPr>
              <a:t>The sensor housing, </a:t>
            </a:r>
            <a:r>
              <a:rPr lang="en-US" sz="933" kern="1200" err="1">
                <a:solidFill>
                  <a:schemeClr val="bg2"/>
                </a:solidFill>
                <a:latin typeface="+mn-lt"/>
                <a:ea typeface="+mn-ea"/>
                <a:cs typeface="Calibri" panose="020F0502020204030204" pitchFamily="34" charset="0"/>
              </a:rPr>
              <a:t>FreeStyle</a:t>
            </a:r>
            <a:r>
              <a:rPr lang="en-US" sz="933" kern="1200">
                <a:solidFill>
                  <a:schemeClr val="bg2"/>
                </a:solidFill>
                <a:latin typeface="+mn-lt"/>
                <a:ea typeface="+mn-ea"/>
                <a:cs typeface="Calibri" panose="020F0502020204030204" pitchFamily="34" charset="0"/>
              </a:rPr>
              <a:t>, Libre, and related brand marks are marks of Abbott.</a:t>
            </a:r>
          </a:p>
          <a:p>
            <a:pPr>
              <a:spcBef>
                <a:spcPts val="0"/>
              </a:spcBef>
            </a:pPr>
            <a:r>
              <a:rPr lang="en-US" sz="933" kern="1200">
                <a:solidFill>
                  <a:schemeClr val="bg2"/>
                </a:solidFill>
                <a:latin typeface="+mn-lt"/>
                <a:ea typeface="+mn-ea"/>
                <a:cs typeface="Calibri" panose="020F0502020204030204" pitchFamily="34" charset="0"/>
              </a:rPr>
              <a:t>Proprietary and confidential — do not distribute. ADC-XXXXX v1.0</a:t>
            </a:r>
          </a:p>
        </p:txBody>
      </p:sp>
      <p:sp>
        <p:nvSpPr>
          <p:cNvPr id="4" name="Footer Placeholder 4">
            <a:extLst>
              <a:ext uri="{FF2B5EF4-FFF2-40B4-BE49-F238E27FC236}">
                <a16:creationId xmlns:a16="http://schemas.microsoft.com/office/drawing/2014/main" id="{C2A864B7-1AB6-D343-63EA-B48DC7284878}"/>
              </a:ext>
            </a:extLst>
          </p:cNvPr>
          <p:cNvSpPr>
            <a:spLocks noGrp="1"/>
          </p:cNvSpPr>
          <p:nvPr>
            <p:ph type="ftr" sz="quarter" idx="3"/>
          </p:nvPr>
        </p:nvSpPr>
        <p:spPr>
          <a:xfrm>
            <a:off x="8372590" y="6413433"/>
            <a:ext cx="2646393" cy="374235"/>
          </a:xfrm>
          <a:prstGeom prst="rect">
            <a:avLst/>
          </a:prstGeom>
        </p:spPr>
        <p:txBody>
          <a:bodyPr vert="horz" lIns="91440" tIns="45720" rIns="91440" bIns="45720" rtlCol="0" anchor="b" anchorCtr="0"/>
          <a:lstStyle>
            <a:lvl1pPr algn="ctr">
              <a:defRPr lang="en-US" sz="933" kern="1200" dirty="0" smtClean="0">
                <a:solidFill>
                  <a:schemeClr val="bg1"/>
                </a:solidFill>
                <a:latin typeface="+mn-lt"/>
                <a:ea typeface="+mn-ea"/>
                <a:cs typeface="+mn-cs"/>
              </a:defRPr>
            </a:lvl1pPr>
          </a:lstStyle>
          <a:p>
            <a:r>
              <a:rPr lang="en-US"/>
              <a:t>ADC Innovation Pipeline |  1-Aug-25</a:t>
            </a:r>
          </a:p>
        </p:txBody>
      </p:sp>
    </p:spTree>
    <p:extLst>
      <p:ext uri="{BB962C8B-B14F-4D97-AF65-F5344CB8AC3E}">
        <p14:creationId xmlns:p14="http://schemas.microsoft.com/office/powerpoint/2010/main" val="3063298211"/>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ToC Charcoal ">
    <p:bg>
      <p:bgPr>
        <a:solidFill>
          <a:schemeClr val="tx1"/>
        </a:solidFill>
        <a:effectLst/>
      </p:bgPr>
    </p:bg>
    <p:spTree>
      <p:nvGrpSpPr>
        <p:cNvPr id="1" name=""/>
        <p:cNvGrpSpPr/>
        <p:nvPr/>
      </p:nvGrpSpPr>
      <p:grpSpPr>
        <a:xfrm>
          <a:off x="0" y="0"/>
          <a:ext cx="0" cy="0"/>
          <a:chOff x="0" y="0"/>
          <a:chExt cx="0" cy="0"/>
        </a:xfrm>
      </p:grpSpPr>
      <p:sp>
        <p:nvSpPr>
          <p:cNvPr id="14" name="Text Placeholder 9">
            <a:extLst>
              <a:ext uri="{FF2B5EF4-FFF2-40B4-BE49-F238E27FC236}">
                <a16:creationId xmlns:a16="http://schemas.microsoft.com/office/drawing/2014/main" id="{05D9C096-3ECB-4476-AF46-67B691208D52}"/>
              </a:ext>
            </a:extLst>
          </p:cNvPr>
          <p:cNvSpPr>
            <a:spLocks noGrp="1"/>
          </p:cNvSpPr>
          <p:nvPr>
            <p:ph type="body" sz="quarter" idx="18" hasCustomPrompt="1"/>
          </p:nvPr>
        </p:nvSpPr>
        <p:spPr>
          <a:xfrm>
            <a:off x="670564" y="355600"/>
            <a:ext cx="5873673" cy="348813"/>
          </a:xfrm>
          <a:prstGeom prst="rect">
            <a:avLst/>
          </a:prstGeom>
        </p:spPr>
        <p:txBody>
          <a:bodyPr wrap="square">
            <a:noAutofit/>
          </a:bodyPr>
          <a:lstStyle>
            <a:lvl1pPr>
              <a:defRPr sz="1200" b="0" cap="all" spc="200" baseline="0">
                <a:solidFill>
                  <a:schemeClr val="bg1"/>
                </a:solidFill>
                <a:latin typeface="+mn-lt"/>
              </a:defRPr>
            </a:lvl1pPr>
            <a:lvl2pPr marL="0" indent="0">
              <a:buNone/>
              <a:defRPr/>
            </a:lvl2pPr>
          </a:lstStyle>
          <a:p>
            <a:pPr lvl="0"/>
            <a:r>
              <a:rPr lang="en-US"/>
              <a:t>Eyebrow CALIBRI LIGHT 9PT</a:t>
            </a:r>
          </a:p>
        </p:txBody>
      </p:sp>
      <p:sp>
        <p:nvSpPr>
          <p:cNvPr id="3" name="Title 2">
            <a:extLst>
              <a:ext uri="{FF2B5EF4-FFF2-40B4-BE49-F238E27FC236}">
                <a16:creationId xmlns:a16="http://schemas.microsoft.com/office/drawing/2014/main" id="{9A67DE3C-68DE-43DF-A233-910AFDC7FBD6}"/>
              </a:ext>
            </a:extLst>
          </p:cNvPr>
          <p:cNvSpPr>
            <a:spLocks noGrp="1"/>
          </p:cNvSpPr>
          <p:nvPr>
            <p:ph type="title"/>
          </p:nvPr>
        </p:nvSpPr>
        <p:spPr>
          <a:xfrm>
            <a:off x="670561" y="3581400"/>
            <a:ext cx="5044441" cy="2472267"/>
          </a:xfrm>
        </p:spPr>
        <p:txBody>
          <a:bodyPr anchor="b"/>
          <a:lstStyle>
            <a:lvl1pPr>
              <a:lnSpc>
                <a:spcPct val="80000"/>
              </a:lnSpc>
              <a:defRPr sz="5867" b="0">
                <a:solidFill>
                  <a:schemeClr val="tx2"/>
                </a:solidFill>
              </a:defRPr>
            </a:lvl1pPr>
          </a:lstStyle>
          <a:p>
            <a:r>
              <a:rPr lang="en-US"/>
              <a:t>Click to edit Master title style</a:t>
            </a:r>
            <a:endParaRPr lang="en-IN"/>
          </a:p>
        </p:txBody>
      </p:sp>
      <p:sp>
        <p:nvSpPr>
          <p:cNvPr id="2" name="Content Placeholder 2">
            <a:extLst>
              <a:ext uri="{FF2B5EF4-FFF2-40B4-BE49-F238E27FC236}">
                <a16:creationId xmlns:a16="http://schemas.microsoft.com/office/drawing/2014/main" id="{C563C71B-4B5A-DDA9-9DDB-2AA40696E52C}"/>
              </a:ext>
            </a:extLst>
          </p:cNvPr>
          <p:cNvSpPr txBox="1">
            <a:spLocks/>
          </p:cNvSpPr>
          <p:nvPr userDrawn="1"/>
        </p:nvSpPr>
        <p:spPr bwMode="gray">
          <a:xfrm>
            <a:off x="670562" y="6344073"/>
            <a:ext cx="5082732" cy="374235"/>
          </a:xfrm>
          <a:prstGeom prst="rect">
            <a:avLst/>
          </a:prstGeom>
        </p:spPr>
        <p:txBody>
          <a:bodyPr vert="horz" lIns="0" tIns="0" rIns="0" bIns="0" anchor="b" anchorCtr="0"/>
          <a:lstStyle>
            <a:lvl1pPr marL="0" indent="0" algn="l" defTabSz="457200" rtl="0" eaLnBrk="1" latinLnBrk="0" hangingPunct="1">
              <a:spcBef>
                <a:spcPct val="20000"/>
              </a:spcBef>
              <a:buFont typeface="Arial"/>
              <a:buNone/>
              <a:defRPr sz="900" kern="1200">
                <a:solidFill>
                  <a:schemeClr val="tx1"/>
                </a:solidFill>
                <a:latin typeface="Georgia"/>
                <a:ea typeface="+mn-ea"/>
                <a:cs typeface="Georgia"/>
              </a:defRPr>
            </a:lvl1pPr>
            <a:lvl2pPr marL="457200" indent="0" algn="l" defTabSz="457200" rtl="0" eaLnBrk="1" latinLnBrk="0" hangingPunct="1">
              <a:spcBef>
                <a:spcPct val="20000"/>
              </a:spcBef>
              <a:buFont typeface="Arial"/>
              <a:buNone/>
              <a:defRPr sz="900" kern="1200">
                <a:solidFill>
                  <a:schemeClr val="tx1"/>
                </a:solidFill>
                <a:latin typeface="Georgia"/>
                <a:ea typeface="+mn-ea"/>
                <a:cs typeface="Georgia"/>
              </a:defRPr>
            </a:lvl2pPr>
            <a:lvl3pPr marL="914400" indent="0" algn="l" defTabSz="457200" rtl="0" eaLnBrk="1" latinLnBrk="0" hangingPunct="1">
              <a:spcBef>
                <a:spcPct val="20000"/>
              </a:spcBef>
              <a:buFont typeface="Arial"/>
              <a:buNone/>
              <a:defRPr sz="900" kern="1200">
                <a:solidFill>
                  <a:schemeClr val="tx1"/>
                </a:solidFill>
                <a:latin typeface="Georgia"/>
                <a:ea typeface="+mn-ea"/>
                <a:cs typeface="Georgia"/>
              </a:defRPr>
            </a:lvl3pPr>
            <a:lvl4pPr marL="1371600" indent="0" algn="l" defTabSz="457200" rtl="0" eaLnBrk="1" latinLnBrk="0" hangingPunct="1">
              <a:spcBef>
                <a:spcPct val="20000"/>
              </a:spcBef>
              <a:buFont typeface="Arial"/>
              <a:buNone/>
              <a:defRPr sz="900" kern="1200">
                <a:solidFill>
                  <a:schemeClr val="tx1"/>
                </a:solidFill>
                <a:latin typeface="Georgia"/>
                <a:ea typeface="+mn-ea"/>
                <a:cs typeface="Georgia"/>
              </a:defRPr>
            </a:lvl4pPr>
            <a:lvl5pPr marL="1828800" indent="0" algn="l" defTabSz="457200" rtl="0" eaLnBrk="1" latinLnBrk="0" hangingPunct="1">
              <a:spcBef>
                <a:spcPct val="20000"/>
              </a:spcBef>
              <a:buFont typeface="Arial"/>
              <a:buNone/>
              <a:defRPr sz="900" kern="1200">
                <a:solidFill>
                  <a:schemeClr val="tx1"/>
                </a:solidFill>
                <a:latin typeface="Georgia"/>
                <a:ea typeface="+mn-ea"/>
                <a:cs typeface="Georgia"/>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l" defTabSz="609570" rtl="0" eaLnBrk="1" fontAlgn="auto" latinLnBrk="0" hangingPunct="1">
              <a:lnSpc>
                <a:spcPct val="100000"/>
              </a:lnSpc>
              <a:spcBef>
                <a:spcPts val="0"/>
              </a:spcBef>
              <a:spcAft>
                <a:spcPts val="0"/>
              </a:spcAft>
              <a:buClrTx/>
              <a:buSzTx/>
              <a:buFont typeface="Arial"/>
              <a:buNone/>
              <a:tabLst/>
              <a:defRPr/>
            </a:pPr>
            <a:r>
              <a:rPr lang="en-US" sz="933" kern="1200">
                <a:solidFill>
                  <a:schemeClr val="bg2"/>
                </a:solidFill>
                <a:latin typeface="+mn-lt"/>
                <a:ea typeface="+mn-ea"/>
                <a:cs typeface="Calibri" panose="020F0502020204030204" pitchFamily="34" charset="0"/>
              </a:rPr>
              <a:t>The sensor housing, </a:t>
            </a:r>
            <a:r>
              <a:rPr lang="en-US" sz="933" kern="1200" err="1">
                <a:solidFill>
                  <a:schemeClr val="bg2"/>
                </a:solidFill>
                <a:latin typeface="+mn-lt"/>
                <a:ea typeface="+mn-ea"/>
                <a:cs typeface="Calibri" panose="020F0502020204030204" pitchFamily="34" charset="0"/>
              </a:rPr>
              <a:t>FreeStyle</a:t>
            </a:r>
            <a:r>
              <a:rPr lang="en-US" sz="933" kern="1200">
                <a:solidFill>
                  <a:schemeClr val="bg2"/>
                </a:solidFill>
                <a:latin typeface="+mn-lt"/>
                <a:ea typeface="+mn-ea"/>
                <a:cs typeface="Calibri" panose="020F0502020204030204" pitchFamily="34" charset="0"/>
              </a:rPr>
              <a:t>, Libre, and related brand marks are marks of Abbott.</a:t>
            </a:r>
          </a:p>
          <a:p>
            <a:pPr>
              <a:spcBef>
                <a:spcPts val="0"/>
              </a:spcBef>
            </a:pPr>
            <a:r>
              <a:rPr lang="en-US" sz="933" kern="1200">
                <a:solidFill>
                  <a:schemeClr val="bg2"/>
                </a:solidFill>
                <a:latin typeface="+mn-lt"/>
                <a:ea typeface="+mn-ea"/>
                <a:cs typeface="Calibri" panose="020F0502020204030204" pitchFamily="34" charset="0"/>
              </a:rPr>
              <a:t>Proprietary and confidential — do not distribute. ADC-XXXXX v1.0</a:t>
            </a:r>
          </a:p>
        </p:txBody>
      </p:sp>
      <p:sp>
        <p:nvSpPr>
          <p:cNvPr id="11" name="Slide Number Placeholder 10">
            <a:extLst>
              <a:ext uri="{FF2B5EF4-FFF2-40B4-BE49-F238E27FC236}">
                <a16:creationId xmlns:a16="http://schemas.microsoft.com/office/drawing/2014/main" id="{56174A8B-E7BA-0B3C-4577-039B1E269150}"/>
              </a:ext>
            </a:extLst>
          </p:cNvPr>
          <p:cNvSpPr>
            <a:spLocks noGrp="1"/>
          </p:cNvSpPr>
          <p:nvPr>
            <p:ph type="sldNum" sz="quarter" idx="29"/>
          </p:nvPr>
        </p:nvSpPr>
        <p:spPr>
          <a:xfrm>
            <a:off x="11092520" y="6419110"/>
            <a:ext cx="554360" cy="366183"/>
          </a:xfrm>
          <a:prstGeom prst="rect">
            <a:avLst/>
          </a:prstGeom>
        </p:spPr>
        <p:txBody>
          <a:bodyPr/>
          <a:lstStyle>
            <a:lvl1pPr>
              <a:defRPr>
                <a:solidFill>
                  <a:srgbClr val="FFFFFF"/>
                </a:solidFill>
              </a:defRPr>
            </a:lvl1pPr>
          </a:lstStyle>
          <a:p>
            <a:pPr>
              <a:defRPr/>
            </a:pPr>
            <a:fld id="{7B2119CD-3B2D-4CEB-B404-D2E3F8CD6D69}" type="slidenum">
              <a:rPr lang="en-IN" smtClean="0"/>
              <a:pPr>
                <a:defRPr/>
              </a:pPr>
              <a:t>‹#›</a:t>
            </a:fld>
            <a:endParaRPr lang="en-IN"/>
          </a:p>
        </p:txBody>
      </p:sp>
      <p:sp>
        <p:nvSpPr>
          <p:cNvPr id="5" name="Footer Placeholder 4">
            <a:extLst>
              <a:ext uri="{FF2B5EF4-FFF2-40B4-BE49-F238E27FC236}">
                <a16:creationId xmlns:a16="http://schemas.microsoft.com/office/drawing/2014/main" id="{608A9C5A-861A-3400-5647-0656DA7EBE79}"/>
              </a:ext>
            </a:extLst>
          </p:cNvPr>
          <p:cNvSpPr>
            <a:spLocks noGrp="1"/>
          </p:cNvSpPr>
          <p:nvPr>
            <p:ph type="ftr" sz="quarter" idx="3"/>
          </p:nvPr>
        </p:nvSpPr>
        <p:spPr>
          <a:xfrm>
            <a:off x="8372590" y="6413433"/>
            <a:ext cx="2646393" cy="374235"/>
          </a:xfrm>
          <a:prstGeom prst="rect">
            <a:avLst/>
          </a:prstGeom>
        </p:spPr>
        <p:txBody>
          <a:bodyPr vert="horz" lIns="91440" tIns="45720" rIns="91440" bIns="45720" rtlCol="0" anchor="b" anchorCtr="0"/>
          <a:lstStyle>
            <a:lvl1pPr algn="ctr">
              <a:defRPr lang="en-US" sz="933" kern="1200" dirty="0" smtClean="0">
                <a:solidFill>
                  <a:schemeClr val="bg1"/>
                </a:solidFill>
                <a:latin typeface="+mn-lt"/>
                <a:ea typeface="+mn-ea"/>
                <a:cs typeface="+mn-cs"/>
              </a:defRPr>
            </a:lvl1pPr>
          </a:lstStyle>
          <a:p>
            <a:r>
              <a:rPr lang="en-US"/>
              <a:t>ADC Innovation Pipeline |  1-Aug-25</a:t>
            </a:r>
          </a:p>
        </p:txBody>
      </p:sp>
    </p:spTree>
    <p:extLst>
      <p:ext uri="{BB962C8B-B14F-4D97-AF65-F5344CB8AC3E}">
        <p14:creationId xmlns:p14="http://schemas.microsoft.com/office/powerpoint/2010/main" val="2881678389"/>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oC White">
    <p:bg>
      <p:bgPr>
        <a:solidFill>
          <a:schemeClr val="bg1"/>
        </a:solidFill>
        <a:effectLst/>
      </p:bgPr>
    </p:bg>
    <p:spTree>
      <p:nvGrpSpPr>
        <p:cNvPr id="1" name=""/>
        <p:cNvGrpSpPr/>
        <p:nvPr/>
      </p:nvGrpSpPr>
      <p:grpSpPr>
        <a:xfrm>
          <a:off x="0" y="0"/>
          <a:ext cx="0" cy="0"/>
          <a:chOff x="0" y="0"/>
          <a:chExt cx="0" cy="0"/>
        </a:xfrm>
      </p:grpSpPr>
      <p:sp>
        <p:nvSpPr>
          <p:cNvPr id="14" name="Text Placeholder 9">
            <a:extLst>
              <a:ext uri="{FF2B5EF4-FFF2-40B4-BE49-F238E27FC236}">
                <a16:creationId xmlns:a16="http://schemas.microsoft.com/office/drawing/2014/main" id="{05D9C096-3ECB-4476-AF46-67B691208D52}"/>
              </a:ext>
            </a:extLst>
          </p:cNvPr>
          <p:cNvSpPr>
            <a:spLocks noGrp="1"/>
          </p:cNvSpPr>
          <p:nvPr>
            <p:ph type="body" sz="quarter" idx="18" hasCustomPrompt="1"/>
          </p:nvPr>
        </p:nvSpPr>
        <p:spPr>
          <a:xfrm>
            <a:off x="670564" y="355600"/>
            <a:ext cx="5873673" cy="348813"/>
          </a:xfrm>
          <a:prstGeom prst="rect">
            <a:avLst/>
          </a:prstGeom>
        </p:spPr>
        <p:txBody>
          <a:bodyPr wrap="square">
            <a:noAutofit/>
          </a:bodyPr>
          <a:lstStyle>
            <a:lvl1pPr>
              <a:defRPr sz="1200" b="0" cap="all" spc="200" baseline="0">
                <a:solidFill>
                  <a:srgbClr val="222731"/>
                </a:solidFill>
                <a:latin typeface="+mn-lt"/>
              </a:defRPr>
            </a:lvl1pPr>
            <a:lvl2pPr marL="0" indent="0">
              <a:buNone/>
              <a:defRPr/>
            </a:lvl2pPr>
          </a:lstStyle>
          <a:p>
            <a:pPr lvl="0"/>
            <a:r>
              <a:rPr lang="en-US"/>
              <a:t>Eyebrow CALIBRI LIGHT 9PT</a:t>
            </a:r>
          </a:p>
        </p:txBody>
      </p:sp>
      <p:sp>
        <p:nvSpPr>
          <p:cNvPr id="3" name="Title 2">
            <a:extLst>
              <a:ext uri="{FF2B5EF4-FFF2-40B4-BE49-F238E27FC236}">
                <a16:creationId xmlns:a16="http://schemas.microsoft.com/office/drawing/2014/main" id="{9A67DE3C-68DE-43DF-A233-910AFDC7FBD6}"/>
              </a:ext>
            </a:extLst>
          </p:cNvPr>
          <p:cNvSpPr>
            <a:spLocks noGrp="1"/>
          </p:cNvSpPr>
          <p:nvPr>
            <p:ph type="title"/>
          </p:nvPr>
        </p:nvSpPr>
        <p:spPr>
          <a:xfrm>
            <a:off x="670561" y="3581400"/>
            <a:ext cx="5044441" cy="2472267"/>
          </a:xfrm>
        </p:spPr>
        <p:txBody>
          <a:bodyPr anchor="b"/>
          <a:lstStyle>
            <a:lvl1pPr>
              <a:lnSpc>
                <a:spcPct val="80000"/>
              </a:lnSpc>
              <a:defRPr sz="5867" b="0">
                <a:solidFill>
                  <a:schemeClr val="tx1"/>
                </a:solidFill>
              </a:defRPr>
            </a:lvl1pPr>
          </a:lstStyle>
          <a:p>
            <a:r>
              <a:rPr lang="en-US"/>
              <a:t>Click to edit Master title style</a:t>
            </a:r>
            <a:endParaRPr lang="en-IN"/>
          </a:p>
        </p:txBody>
      </p:sp>
      <p:sp>
        <p:nvSpPr>
          <p:cNvPr id="11" name="Slide Number Placeholder 10">
            <a:extLst>
              <a:ext uri="{FF2B5EF4-FFF2-40B4-BE49-F238E27FC236}">
                <a16:creationId xmlns:a16="http://schemas.microsoft.com/office/drawing/2014/main" id="{56174A8B-E7BA-0B3C-4577-039B1E269150}"/>
              </a:ext>
            </a:extLst>
          </p:cNvPr>
          <p:cNvSpPr>
            <a:spLocks noGrp="1"/>
          </p:cNvSpPr>
          <p:nvPr>
            <p:ph type="sldNum" sz="quarter" idx="29"/>
          </p:nvPr>
        </p:nvSpPr>
        <p:spPr>
          <a:xfrm>
            <a:off x="11092520" y="6419110"/>
            <a:ext cx="554360" cy="366183"/>
          </a:xfrm>
          <a:prstGeom prst="rect">
            <a:avLst/>
          </a:prstGeom>
        </p:spPr>
        <p:txBody>
          <a:bodyPr/>
          <a:lstStyle>
            <a:lvl1pPr>
              <a:defRPr>
                <a:solidFill>
                  <a:schemeClr val="tx1"/>
                </a:solidFill>
              </a:defRPr>
            </a:lvl1pPr>
          </a:lstStyle>
          <a:p>
            <a:pPr>
              <a:defRPr/>
            </a:pPr>
            <a:fld id="{7B2119CD-3B2D-4CEB-B404-D2E3F8CD6D69}" type="slidenum">
              <a:rPr lang="en-IN" smtClean="0"/>
              <a:pPr>
                <a:defRPr/>
              </a:pPr>
              <a:t>‹#›</a:t>
            </a:fld>
            <a:endParaRPr lang="en-IN"/>
          </a:p>
        </p:txBody>
      </p:sp>
      <p:sp>
        <p:nvSpPr>
          <p:cNvPr id="2" name="Footer Placeholder 4">
            <a:extLst>
              <a:ext uri="{FF2B5EF4-FFF2-40B4-BE49-F238E27FC236}">
                <a16:creationId xmlns:a16="http://schemas.microsoft.com/office/drawing/2014/main" id="{8EAD0D33-E8BF-0F5D-E6C4-F17A48A92F1D}"/>
              </a:ext>
            </a:extLst>
          </p:cNvPr>
          <p:cNvSpPr>
            <a:spLocks noGrp="1"/>
          </p:cNvSpPr>
          <p:nvPr>
            <p:ph type="ftr" sz="quarter" idx="3"/>
          </p:nvPr>
        </p:nvSpPr>
        <p:spPr>
          <a:xfrm>
            <a:off x="8372590" y="6413433"/>
            <a:ext cx="2646393" cy="374235"/>
          </a:xfrm>
          <a:prstGeom prst="rect">
            <a:avLst/>
          </a:prstGeom>
        </p:spPr>
        <p:txBody>
          <a:bodyPr vert="horz" lIns="91440" tIns="45720" rIns="91440" bIns="45720" rtlCol="0" anchor="b" anchorCtr="0"/>
          <a:lstStyle>
            <a:lvl1pPr algn="ctr">
              <a:defRPr lang="en-US" sz="933" kern="1200" dirty="0" smtClean="0">
                <a:solidFill>
                  <a:schemeClr val="tx1"/>
                </a:solidFill>
                <a:latin typeface="+mn-lt"/>
                <a:ea typeface="+mn-ea"/>
                <a:cs typeface="+mn-cs"/>
              </a:defRPr>
            </a:lvl1pPr>
          </a:lstStyle>
          <a:p>
            <a:r>
              <a:rPr lang="en-US"/>
              <a:t>ADC Innovation Pipeline |  1-Aug-25</a:t>
            </a:r>
          </a:p>
        </p:txBody>
      </p:sp>
    </p:spTree>
    <p:extLst>
      <p:ext uri="{BB962C8B-B14F-4D97-AF65-F5344CB8AC3E}">
        <p14:creationId xmlns:p14="http://schemas.microsoft.com/office/powerpoint/2010/main" val="1863887185"/>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Divider Charcoal Butterfly">
    <p:bg>
      <p:bgPr>
        <a:solidFill>
          <a:schemeClr val="tx1"/>
        </a:solidFill>
        <a:effectLst/>
      </p:bgPr>
    </p:bg>
    <p:spTree>
      <p:nvGrpSpPr>
        <p:cNvPr id="1" name=""/>
        <p:cNvGrpSpPr/>
        <p:nvPr/>
      </p:nvGrpSpPr>
      <p:grpSpPr>
        <a:xfrm>
          <a:off x="0" y="0"/>
          <a:ext cx="0" cy="0"/>
          <a:chOff x="0" y="0"/>
          <a:chExt cx="0" cy="0"/>
        </a:xfrm>
      </p:grpSpPr>
      <p:sp>
        <p:nvSpPr>
          <p:cNvPr id="14" name="Text Placeholder 9">
            <a:extLst>
              <a:ext uri="{FF2B5EF4-FFF2-40B4-BE49-F238E27FC236}">
                <a16:creationId xmlns:a16="http://schemas.microsoft.com/office/drawing/2014/main" id="{05D9C096-3ECB-4476-AF46-67B691208D52}"/>
              </a:ext>
            </a:extLst>
          </p:cNvPr>
          <p:cNvSpPr>
            <a:spLocks noGrp="1"/>
          </p:cNvSpPr>
          <p:nvPr>
            <p:ph type="body" sz="quarter" idx="18" hasCustomPrompt="1"/>
          </p:nvPr>
        </p:nvSpPr>
        <p:spPr>
          <a:xfrm>
            <a:off x="670564" y="355600"/>
            <a:ext cx="5873673" cy="348813"/>
          </a:xfrm>
          <a:prstGeom prst="rect">
            <a:avLst/>
          </a:prstGeom>
        </p:spPr>
        <p:txBody>
          <a:bodyPr wrap="square">
            <a:noAutofit/>
          </a:bodyPr>
          <a:lstStyle>
            <a:lvl1pPr>
              <a:defRPr sz="1200" b="0" cap="all" spc="200" baseline="0">
                <a:solidFill>
                  <a:schemeClr val="bg1"/>
                </a:solidFill>
                <a:latin typeface="+mn-lt"/>
              </a:defRPr>
            </a:lvl1pPr>
            <a:lvl2pPr marL="0" indent="0">
              <a:buNone/>
              <a:defRPr/>
            </a:lvl2pPr>
          </a:lstStyle>
          <a:p>
            <a:pPr lvl="0"/>
            <a:r>
              <a:rPr lang="en-US"/>
              <a:t>Eyebrow CALIBRI LIGHT 9PT</a:t>
            </a:r>
          </a:p>
        </p:txBody>
      </p:sp>
      <p:sp>
        <p:nvSpPr>
          <p:cNvPr id="3" name="Title 2">
            <a:extLst>
              <a:ext uri="{FF2B5EF4-FFF2-40B4-BE49-F238E27FC236}">
                <a16:creationId xmlns:a16="http://schemas.microsoft.com/office/drawing/2014/main" id="{9A67DE3C-68DE-43DF-A233-910AFDC7FBD6}"/>
              </a:ext>
            </a:extLst>
          </p:cNvPr>
          <p:cNvSpPr>
            <a:spLocks noGrp="1"/>
          </p:cNvSpPr>
          <p:nvPr>
            <p:ph type="title"/>
          </p:nvPr>
        </p:nvSpPr>
        <p:spPr>
          <a:xfrm>
            <a:off x="670559" y="2870200"/>
            <a:ext cx="9104620" cy="1117600"/>
          </a:xfrm>
        </p:spPr>
        <p:txBody>
          <a:bodyPr anchor="ctr"/>
          <a:lstStyle>
            <a:lvl1pPr>
              <a:defRPr sz="4800">
                <a:solidFill>
                  <a:schemeClr val="bg1"/>
                </a:solidFill>
              </a:defRPr>
            </a:lvl1pPr>
          </a:lstStyle>
          <a:p>
            <a:r>
              <a:rPr lang="en-US"/>
              <a:t>Click to edit Master title style</a:t>
            </a:r>
            <a:endParaRPr lang="en-IN"/>
          </a:p>
        </p:txBody>
      </p:sp>
      <p:sp>
        <p:nvSpPr>
          <p:cNvPr id="2" name="Content Placeholder 2">
            <a:extLst>
              <a:ext uri="{FF2B5EF4-FFF2-40B4-BE49-F238E27FC236}">
                <a16:creationId xmlns:a16="http://schemas.microsoft.com/office/drawing/2014/main" id="{C563C71B-4B5A-DDA9-9DDB-2AA40696E52C}"/>
              </a:ext>
            </a:extLst>
          </p:cNvPr>
          <p:cNvSpPr txBox="1">
            <a:spLocks/>
          </p:cNvSpPr>
          <p:nvPr userDrawn="1"/>
        </p:nvSpPr>
        <p:spPr bwMode="gray">
          <a:xfrm>
            <a:off x="670562" y="6344073"/>
            <a:ext cx="5082732" cy="374235"/>
          </a:xfrm>
          <a:prstGeom prst="rect">
            <a:avLst/>
          </a:prstGeom>
        </p:spPr>
        <p:txBody>
          <a:bodyPr vert="horz" lIns="0" tIns="0" rIns="0" bIns="0" anchor="b" anchorCtr="0"/>
          <a:lstStyle>
            <a:lvl1pPr marL="0" indent="0" algn="l" defTabSz="457200" rtl="0" eaLnBrk="1" latinLnBrk="0" hangingPunct="1">
              <a:spcBef>
                <a:spcPct val="20000"/>
              </a:spcBef>
              <a:buFont typeface="Arial"/>
              <a:buNone/>
              <a:defRPr sz="900" kern="1200">
                <a:solidFill>
                  <a:schemeClr val="tx1"/>
                </a:solidFill>
                <a:latin typeface="Georgia"/>
                <a:ea typeface="+mn-ea"/>
                <a:cs typeface="Georgia"/>
              </a:defRPr>
            </a:lvl1pPr>
            <a:lvl2pPr marL="457200" indent="0" algn="l" defTabSz="457200" rtl="0" eaLnBrk="1" latinLnBrk="0" hangingPunct="1">
              <a:spcBef>
                <a:spcPct val="20000"/>
              </a:spcBef>
              <a:buFont typeface="Arial"/>
              <a:buNone/>
              <a:defRPr sz="900" kern="1200">
                <a:solidFill>
                  <a:schemeClr val="tx1"/>
                </a:solidFill>
                <a:latin typeface="Georgia"/>
                <a:ea typeface="+mn-ea"/>
                <a:cs typeface="Georgia"/>
              </a:defRPr>
            </a:lvl2pPr>
            <a:lvl3pPr marL="914400" indent="0" algn="l" defTabSz="457200" rtl="0" eaLnBrk="1" latinLnBrk="0" hangingPunct="1">
              <a:spcBef>
                <a:spcPct val="20000"/>
              </a:spcBef>
              <a:buFont typeface="Arial"/>
              <a:buNone/>
              <a:defRPr sz="900" kern="1200">
                <a:solidFill>
                  <a:schemeClr val="tx1"/>
                </a:solidFill>
                <a:latin typeface="Georgia"/>
                <a:ea typeface="+mn-ea"/>
                <a:cs typeface="Georgia"/>
              </a:defRPr>
            </a:lvl3pPr>
            <a:lvl4pPr marL="1371600" indent="0" algn="l" defTabSz="457200" rtl="0" eaLnBrk="1" latinLnBrk="0" hangingPunct="1">
              <a:spcBef>
                <a:spcPct val="20000"/>
              </a:spcBef>
              <a:buFont typeface="Arial"/>
              <a:buNone/>
              <a:defRPr sz="900" kern="1200">
                <a:solidFill>
                  <a:schemeClr val="tx1"/>
                </a:solidFill>
                <a:latin typeface="Georgia"/>
                <a:ea typeface="+mn-ea"/>
                <a:cs typeface="Georgia"/>
              </a:defRPr>
            </a:lvl4pPr>
            <a:lvl5pPr marL="1828800" indent="0" algn="l" defTabSz="457200" rtl="0" eaLnBrk="1" latinLnBrk="0" hangingPunct="1">
              <a:spcBef>
                <a:spcPct val="20000"/>
              </a:spcBef>
              <a:buFont typeface="Arial"/>
              <a:buNone/>
              <a:defRPr sz="900" kern="1200">
                <a:solidFill>
                  <a:schemeClr val="tx1"/>
                </a:solidFill>
                <a:latin typeface="Georgia"/>
                <a:ea typeface="+mn-ea"/>
                <a:cs typeface="Georgia"/>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l" defTabSz="609570" rtl="0" eaLnBrk="1" fontAlgn="auto" latinLnBrk="0" hangingPunct="1">
              <a:lnSpc>
                <a:spcPct val="100000"/>
              </a:lnSpc>
              <a:spcBef>
                <a:spcPts val="0"/>
              </a:spcBef>
              <a:spcAft>
                <a:spcPts val="0"/>
              </a:spcAft>
              <a:buClrTx/>
              <a:buSzTx/>
              <a:buFont typeface="Arial"/>
              <a:buNone/>
              <a:tabLst/>
              <a:defRPr/>
            </a:pPr>
            <a:r>
              <a:rPr lang="en-US" sz="933" kern="1200">
                <a:solidFill>
                  <a:schemeClr val="bg2"/>
                </a:solidFill>
                <a:latin typeface="+mn-lt"/>
                <a:ea typeface="+mn-ea"/>
                <a:cs typeface="Calibri" panose="020F0502020204030204" pitchFamily="34" charset="0"/>
              </a:rPr>
              <a:t>The sensor housing, </a:t>
            </a:r>
            <a:r>
              <a:rPr lang="en-US" sz="933" kern="1200" err="1">
                <a:solidFill>
                  <a:schemeClr val="bg2"/>
                </a:solidFill>
                <a:latin typeface="+mn-lt"/>
                <a:ea typeface="+mn-ea"/>
                <a:cs typeface="Calibri" panose="020F0502020204030204" pitchFamily="34" charset="0"/>
              </a:rPr>
              <a:t>FreeStyle</a:t>
            </a:r>
            <a:r>
              <a:rPr lang="en-US" sz="933" kern="1200">
                <a:solidFill>
                  <a:schemeClr val="bg2"/>
                </a:solidFill>
                <a:latin typeface="+mn-lt"/>
                <a:ea typeface="+mn-ea"/>
                <a:cs typeface="Calibri" panose="020F0502020204030204" pitchFamily="34" charset="0"/>
              </a:rPr>
              <a:t>, Libre, and related brand marks are marks of Abbott.</a:t>
            </a:r>
          </a:p>
          <a:p>
            <a:pPr>
              <a:spcBef>
                <a:spcPts val="0"/>
              </a:spcBef>
            </a:pPr>
            <a:r>
              <a:rPr lang="en-US" sz="933" kern="1200">
                <a:solidFill>
                  <a:schemeClr val="bg2"/>
                </a:solidFill>
                <a:latin typeface="+mn-lt"/>
                <a:ea typeface="+mn-ea"/>
                <a:cs typeface="Calibri" panose="020F0502020204030204" pitchFamily="34" charset="0"/>
              </a:rPr>
              <a:t>Proprietary and confidential — do not distribute. ADC-XXXXX v1.0</a:t>
            </a:r>
          </a:p>
        </p:txBody>
      </p:sp>
      <p:sp>
        <p:nvSpPr>
          <p:cNvPr id="11" name="Slide Number Placeholder 10">
            <a:extLst>
              <a:ext uri="{FF2B5EF4-FFF2-40B4-BE49-F238E27FC236}">
                <a16:creationId xmlns:a16="http://schemas.microsoft.com/office/drawing/2014/main" id="{56174A8B-E7BA-0B3C-4577-039B1E269150}"/>
              </a:ext>
            </a:extLst>
          </p:cNvPr>
          <p:cNvSpPr>
            <a:spLocks noGrp="1"/>
          </p:cNvSpPr>
          <p:nvPr>
            <p:ph type="sldNum" sz="quarter" idx="29"/>
          </p:nvPr>
        </p:nvSpPr>
        <p:spPr>
          <a:xfrm>
            <a:off x="11092520" y="6419110"/>
            <a:ext cx="554360" cy="366183"/>
          </a:xfrm>
          <a:prstGeom prst="rect">
            <a:avLst/>
          </a:prstGeom>
        </p:spPr>
        <p:txBody>
          <a:bodyPr/>
          <a:lstStyle>
            <a:lvl1pPr>
              <a:defRPr>
                <a:solidFill>
                  <a:schemeClr val="bg2"/>
                </a:solidFill>
              </a:defRPr>
            </a:lvl1pPr>
          </a:lstStyle>
          <a:p>
            <a:pPr>
              <a:defRPr/>
            </a:pPr>
            <a:fld id="{7B2119CD-3B2D-4CEB-B404-D2E3F8CD6D69}" type="slidenum">
              <a:rPr lang="en-IN" smtClean="0"/>
              <a:pPr>
                <a:defRPr/>
              </a:pPr>
              <a:t>‹#›</a:t>
            </a:fld>
            <a:endParaRPr lang="en-IN"/>
          </a:p>
        </p:txBody>
      </p:sp>
      <p:pic>
        <p:nvPicPr>
          <p:cNvPr id="5" name="Graphic 4">
            <a:extLst>
              <a:ext uri="{FF2B5EF4-FFF2-40B4-BE49-F238E27FC236}">
                <a16:creationId xmlns:a16="http://schemas.microsoft.com/office/drawing/2014/main" id="{28561880-BDA3-174E-1F62-FF3C7E272FBD}"/>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452102" y="5194302"/>
            <a:ext cx="1079500" cy="1079500"/>
          </a:xfrm>
          <a:prstGeom prst="rect">
            <a:avLst/>
          </a:prstGeom>
        </p:spPr>
      </p:pic>
      <p:sp>
        <p:nvSpPr>
          <p:cNvPr id="6" name="Footer Placeholder 4">
            <a:extLst>
              <a:ext uri="{FF2B5EF4-FFF2-40B4-BE49-F238E27FC236}">
                <a16:creationId xmlns:a16="http://schemas.microsoft.com/office/drawing/2014/main" id="{2E4A333E-4345-6EFD-2570-E066DDC27F13}"/>
              </a:ext>
            </a:extLst>
          </p:cNvPr>
          <p:cNvSpPr>
            <a:spLocks noGrp="1"/>
          </p:cNvSpPr>
          <p:nvPr>
            <p:ph type="ftr" sz="quarter" idx="3"/>
          </p:nvPr>
        </p:nvSpPr>
        <p:spPr>
          <a:xfrm>
            <a:off x="8372590" y="6413433"/>
            <a:ext cx="2646393" cy="374235"/>
          </a:xfrm>
          <a:prstGeom prst="rect">
            <a:avLst/>
          </a:prstGeom>
        </p:spPr>
        <p:txBody>
          <a:bodyPr vert="horz" lIns="91440" tIns="45720" rIns="91440" bIns="45720" rtlCol="0" anchor="b" anchorCtr="0"/>
          <a:lstStyle>
            <a:lvl1pPr algn="ctr">
              <a:defRPr lang="en-US" sz="933" kern="1200" dirty="0" smtClean="0">
                <a:solidFill>
                  <a:schemeClr val="bg1"/>
                </a:solidFill>
                <a:latin typeface="+mn-lt"/>
                <a:ea typeface="+mn-ea"/>
                <a:cs typeface="+mn-cs"/>
              </a:defRPr>
            </a:lvl1pPr>
          </a:lstStyle>
          <a:p>
            <a:r>
              <a:rPr lang="en-US"/>
              <a:t>ADC Innovation Pipeline |  1-Aug-25</a:t>
            </a:r>
          </a:p>
        </p:txBody>
      </p:sp>
    </p:spTree>
    <p:extLst>
      <p:ext uri="{BB962C8B-B14F-4D97-AF65-F5344CB8AC3E}">
        <p14:creationId xmlns:p14="http://schemas.microsoft.com/office/powerpoint/2010/main" val="3257663537"/>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Divider Yellow Butterfly">
    <p:bg>
      <p:bgPr>
        <a:solidFill>
          <a:schemeClr val="tx2"/>
        </a:solidFill>
        <a:effectLst/>
      </p:bgPr>
    </p:bg>
    <p:spTree>
      <p:nvGrpSpPr>
        <p:cNvPr id="1" name=""/>
        <p:cNvGrpSpPr/>
        <p:nvPr/>
      </p:nvGrpSpPr>
      <p:grpSpPr>
        <a:xfrm>
          <a:off x="0" y="0"/>
          <a:ext cx="0" cy="0"/>
          <a:chOff x="0" y="0"/>
          <a:chExt cx="0" cy="0"/>
        </a:xfrm>
      </p:grpSpPr>
      <p:sp>
        <p:nvSpPr>
          <p:cNvPr id="14" name="Text Placeholder 9">
            <a:extLst>
              <a:ext uri="{FF2B5EF4-FFF2-40B4-BE49-F238E27FC236}">
                <a16:creationId xmlns:a16="http://schemas.microsoft.com/office/drawing/2014/main" id="{05D9C096-3ECB-4476-AF46-67B691208D52}"/>
              </a:ext>
            </a:extLst>
          </p:cNvPr>
          <p:cNvSpPr>
            <a:spLocks noGrp="1"/>
          </p:cNvSpPr>
          <p:nvPr>
            <p:ph type="body" sz="quarter" idx="18" hasCustomPrompt="1"/>
          </p:nvPr>
        </p:nvSpPr>
        <p:spPr>
          <a:xfrm>
            <a:off x="670564" y="355600"/>
            <a:ext cx="5873673" cy="348813"/>
          </a:xfrm>
          <a:prstGeom prst="rect">
            <a:avLst/>
          </a:prstGeom>
        </p:spPr>
        <p:txBody>
          <a:bodyPr wrap="square">
            <a:noAutofit/>
          </a:bodyPr>
          <a:lstStyle>
            <a:lvl1pPr>
              <a:defRPr sz="1200" b="0" cap="all" spc="200" baseline="0">
                <a:solidFill>
                  <a:schemeClr val="tx1"/>
                </a:solidFill>
                <a:latin typeface="+mn-lt"/>
              </a:defRPr>
            </a:lvl1pPr>
            <a:lvl2pPr marL="0" indent="0">
              <a:buNone/>
              <a:defRPr/>
            </a:lvl2pPr>
          </a:lstStyle>
          <a:p>
            <a:pPr lvl="0"/>
            <a:r>
              <a:rPr lang="en-US"/>
              <a:t>Eyebrow CALIBRI LIGHT 9PT</a:t>
            </a:r>
          </a:p>
        </p:txBody>
      </p:sp>
      <p:sp>
        <p:nvSpPr>
          <p:cNvPr id="3" name="Title 2">
            <a:extLst>
              <a:ext uri="{FF2B5EF4-FFF2-40B4-BE49-F238E27FC236}">
                <a16:creationId xmlns:a16="http://schemas.microsoft.com/office/drawing/2014/main" id="{9A67DE3C-68DE-43DF-A233-910AFDC7FBD6}"/>
              </a:ext>
            </a:extLst>
          </p:cNvPr>
          <p:cNvSpPr>
            <a:spLocks noGrp="1"/>
          </p:cNvSpPr>
          <p:nvPr>
            <p:ph type="title"/>
          </p:nvPr>
        </p:nvSpPr>
        <p:spPr>
          <a:xfrm>
            <a:off x="670559" y="2870200"/>
            <a:ext cx="9104620" cy="1117600"/>
          </a:xfrm>
        </p:spPr>
        <p:txBody>
          <a:bodyPr anchor="ctr"/>
          <a:lstStyle>
            <a:lvl1pPr>
              <a:defRPr sz="4800">
                <a:solidFill>
                  <a:schemeClr val="tx1"/>
                </a:solidFill>
              </a:defRPr>
            </a:lvl1pPr>
          </a:lstStyle>
          <a:p>
            <a:r>
              <a:rPr lang="en-US"/>
              <a:t>Click to edit Master title style</a:t>
            </a:r>
            <a:endParaRPr lang="en-IN"/>
          </a:p>
        </p:txBody>
      </p:sp>
      <p:pic>
        <p:nvPicPr>
          <p:cNvPr id="5" name="Graphic 4">
            <a:extLst>
              <a:ext uri="{FF2B5EF4-FFF2-40B4-BE49-F238E27FC236}">
                <a16:creationId xmlns:a16="http://schemas.microsoft.com/office/drawing/2014/main" id="{28561880-BDA3-174E-1F62-FF3C7E272FBD}"/>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452102" y="5194302"/>
            <a:ext cx="1079500" cy="1079500"/>
          </a:xfrm>
          <a:prstGeom prst="rect">
            <a:avLst/>
          </a:prstGeom>
        </p:spPr>
      </p:pic>
      <p:sp>
        <p:nvSpPr>
          <p:cNvPr id="9" name="Slide Number Placeholder 8">
            <a:extLst>
              <a:ext uri="{FF2B5EF4-FFF2-40B4-BE49-F238E27FC236}">
                <a16:creationId xmlns:a16="http://schemas.microsoft.com/office/drawing/2014/main" id="{97C25970-3ECE-F88E-BE46-840B7040CA41}"/>
              </a:ext>
            </a:extLst>
          </p:cNvPr>
          <p:cNvSpPr>
            <a:spLocks noGrp="1"/>
          </p:cNvSpPr>
          <p:nvPr>
            <p:ph type="sldNum" sz="quarter" idx="21"/>
          </p:nvPr>
        </p:nvSpPr>
        <p:spPr>
          <a:xfrm>
            <a:off x="11092520" y="6419110"/>
            <a:ext cx="554360" cy="366183"/>
          </a:xfrm>
          <a:prstGeom prst="rect">
            <a:avLst/>
          </a:prstGeom>
        </p:spPr>
        <p:txBody>
          <a:bodyPr/>
          <a:lstStyle/>
          <a:p>
            <a:pPr>
              <a:defRPr/>
            </a:pPr>
            <a:fld id="{7B2119CD-3B2D-4CEB-B404-D2E3F8CD6D69}" type="slidenum">
              <a:rPr lang="en-IN" smtClean="0"/>
              <a:pPr>
                <a:defRPr/>
              </a:pPr>
              <a:t>‹#›</a:t>
            </a:fld>
            <a:endParaRPr lang="en-IN"/>
          </a:p>
        </p:txBody>
      </p:sp>
      <p:sp>
        <p:nvSpPr>
          <p:cNvPr id="2" name="Footer Placeholder 4">
            <a:extLst>
              <a:ext uri="{FF2B5EF4-FFF2-40B4-BE49-F238E27FC236}">
                <a16:creationId xmlns:a16="http://schemas.microsoft.com/office/drawing/2014/main" id="{48A49C2A-73A9-1CBC-B244-3EA1CC67E2F0}"/>
              </a:ext>
            </a:extLst>
          </p:cNvPr>
          <p:cNvSpPr>
            <a:spLocks noGrp="1"/>
          </p:cNvSpPr>
          <p:nvPr>
            <p:ph type="ftr" sz="quarter" idx="3"/>
          </p:nvPr>
        </p:nvSpPr>
        <p:spPr>
          <a:xfrm>
            <a:off x="8372590" y="6413433"/>
            <a:ext cx="2646393" cy="374235"/>
          </a:xfrm>
          <a:prstGeom prst="rect">
            <a:avLst/>
          </a:prstGeom>
        </p:spPr>
        <p:txBody>
          <a:bodyPr vert="horz" lIns="91440" tIns="45720" rIns="91440" bIns="45720" rtlCol="0" anchor="b" anchorCtr="0"/>
          <a:lstStyle>
            <a:lvl1pPr algn="ctr">
              <a:defRPr lang="en-US" sz="933" kern="1200" dirty="0" smtClean="0">
                <a:solidFill>
                  <a:schemeClr val="tx1"/>
                </a:solidFill>
                <a:latin typeface="+mn-lt"/>
                <a:ea typeface="+mn-ea"/>
                <a:cs typeface="+mn-cs"/>
              </a:defRPr>
            </a:lvl1pPr>
          </a:lstStyle>
          <a:p>
            <a:r>
              <a:rPr lang="en-US"/>
              <a:t>ADC Innovation Pipeline |  1-Aug-25</a:t>
            </a:r>
          </a:p>
        </p:txBody>
      </p:sp>
    </p:spTree>
    <p:extLst>
      <p:ext uri="{BB962C8B-B14F-4D97-AF65-F5344CB8AC3E}">
        <p14:creationId xmlns:p14="http://schemas.microsoft.com/office/powerpoint/2010/main" val="4111435462"/>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Divider White Butterfly">
    <p:bg>
      <p:bgPr>
        <a:solidFill>
          <a:schemeClr val="bg1"/>
        </a:solidFill>
        <a:effectLst/>
      </p:bgPr>
    </p:bg>
    <p:spTree>
      <p:nvGrpSpPr>
        <p:cNvPr id="1" name=""/>
        <p:cNvGrpSpPr/>
        <p:nvPr/>
      </p:nvGrpSpPr>
      <p:grpSpPr>
        <a:xfrm>
          <a:off x="0" y="0"/>
          <a:ext cx="0" cy="0"/>
          <a:chOff x="0" y="0"/>
          <a:chExt cx="0" cy="0"/>
        </a:xfrm>
      </p:grpSpPr>
      <p:sp>
        <p:nvSpPr>
          <p:cNvPr id="14" name="Text Placeholder 9">
            <a:extLst>
              <a:ext uri="{FF2B5EF4-FFF2-40B4-BE49-F238E27FC236}">
                <a16:creationId xmlns:a16="http://schemas.microsoft.com/office/drawing/2014/main" id="{05D9C096-3ECB-4476-AF46-67B691208D52}"/>
              </a:ext>
            </a:extLst>
          </p:cNvPr>
          <p:cNvSpPr>
            <a:spLocks noGrp="1"/>
          </p:cNvSpPr>
          <p:nvPr>
            <p:ph type="body" sz="quarter" idx="18" hasCustomPrompt="1"/>
          </p:nvPr>
        </p:nvSpPr>
        <p:spPr>
          <a:xfrm>
            <a:off x="670564" y="355600"/>
            <a:ext cx="5873673" cy="348813"/>
          </a:xfrm>
          <a:prstGeom prst="rect">
            <a:avLst/>
          </a:prstGeom>
        </p:spPr>
        <p:txBody>
          <a:bodyPr wrap="square">
            <a:noAutofit/>
          </a:bodyPr>
          <a:lstStyle>
            <a:lvl1pPr>
              <a:defRPr sz="1200" b="0" cap="all" spc="200" baseline="0">
                <a:solidFill>
                  <a:schemeClr val="tx1"/>
                </a:solidFill>
                <a:latin typeface="+mn-lt"/>
              </a:defRPr>
            </a:lvl1pPr>
            <a:lvl2pPr marL="0" indent="0">
              <a:buNone/>
              <a:defRPr/>
            </a:lvl2pPr>
          </a:lstStyle>
          <a:p>
            <a:pPr lvl="0"/>
            <a:r>
              <a:rPr lang="en-US"/>
              <a:t>Eyebrow CALIBRI LIGHT 9PT</a:t>
            </a:r>
          </a:p>
        </p:txBody>
      </p:sp>
      <p:sp>
        <p:nvSpPr>
          <p:cNvPr id="3" name="Title 2">
            <a:extLst>
              <a:ext uri="{FF2B5EF4-FFF2-40B4-BE49-F238E27FC236}">
                <a16:creationId xmlns:a16="http://schemas.microsoft.com/office/drawing/2014/main" id="{9A67DE3C-68DE-43DF-A233-910AFDC7FBD6}"/>
              </a:ext>
            </a:extLst>
          </p:cNvPr>
          <p:cNvSpPr>
            <a:spLocks noGrp="1"/>
          </p:cNvSpPr>
          <p:nvPr>
            <p:ph type="title"/>
          </p:nvPr>
        </p:nvSpPr>
        <p:spPr>
          <a:xfrm>
            <a:off x="670559" y="2870200"/>
            <a:ext cx="9104620" cy="1117600"/>
          </a:xfrm>
        </p:spPr>
        <p:txBody>
          <a:bodyPr anchor="ctr"/>
          <a:lstStyle>
            <a:lvl1pPr>
              <a:defRPr sz="4800">
                <a:solidFill>
                  <a:schemeClr val="tx1"/>
                </a:solidFill>
              </a:defRPr>
            </a:lvl1pPr>
          </a:lstStyle>
          <a:p>
            <a:r>
              <a:rPr lang="en-US"/>
              <a:t>Click to edit Master title style</a:t>
            </a:r>
            <a:endParaRPr lang="en-IN"/>
          </a:p>
        </p:txBody>
      </p:sp>
      <p:sp>
        <p:nvSpPr>
          <p:cNvPr id="9" name="Slide Number Placeholder 8">
            <a:extLst>
              <a:ext uri="{FF2B5EF4-FFF2-40B4-BE49-F238E27FC236}">
                <a16:creationId xmlns:a16="http://schemas.microsoft.com/office/drawing/2014/main" id="{97C25970-3ECE-F88E-BE46-840B7040CA41}"/>
              </a:ext>
            </a:extLst>
          </p:cNvPr>
          <p:cNvSpPr>
            <a:spLocks noGrp="1"/>
          </p:cNvSpPr>
          <p:nvPr>
            <p:ph type="sldNum" sz="quarter" idx="21"/>
          </p:nvPr>
        </p:nvSpPr>
        <p:spPr>
          <a:xfrm>
            <a:off x="11092520" y="6419110"/>
            <a:ext cx="554360" cy="366183"/>
          </a:xfrm>
          <a:prstGeom prst="rect">
            <a:avLst/>
          </a:prstGeom>
        </p:spPr>
        <p:txBody>
          <a:bodyPr/>
          <a:lstStyle/>
          <a:p>
            <a:pPr>
              <a:defRPr/>
            </a:pPr>
            <a:fld id="{7B2119CD-3B2D-4CEB-B404-D2E3F8CD6D69}" type="slidenum">
              <a:rPr lang="en-IN" smtClean="0"/>
              <a:pPr>
                <a:defRPr/>
              </a:pPr>
              <a:t>‹#›</a:t>
            </a:fld>
            <a:endParaRPr lang="en-IN"/>
          </a:p>
        </p:txBody>
      </p:sp>
      <p:pic>
        <p:nvPicPr>
          <p:cNvPr id="2" name="Graphic 1">
            <a:extLst>
              <a:ext uri="{FF2B5EF4-FFF2-40B4-BE49-F238E27FC236}">
                <a16:creationId xmlns:a16="http://schemas.microsoft.com/office/drawing/2014/main" id="{100E0B5C-EFA9-0C1D-CB92-C3CEA895B9E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452102" y="5194302"/>
            <a:ext cx="1079500" cy="1079500"/>
          </a:xfrm>
          <a:prstGeom prst="rect">
            <a:avLst/>
          </a:prstGeom>
        </p:spPr>
      </p:pic>
      <p:sp>
        <p:nvSpPr>
          <p:cNvPr id="4" name="Footer Placeholder 4">
            <a:extLst>
              <a:ext uri="{FF2B5EF4-FFF2-40B4-BE49-F238E27FC236}">
                <a16:creationId xmlns:a16="http://schemas.microsoft.com/office/drawing/2014/main" id="{AFC6C9CA-4053-CDF6-9D71-24604C332C5D}"/>
              </a:ext>
            </a:extLst>
          </p:cNvPr>
          <p:cNvSpPr>
            <a:spLocks noGrp="1"/>
          </p:cNvSpPr>
          <p:nvPr>
            <p:ph type="ftr" sz="quarter" idx="3"/>
          </p:nvPr>
        </p:nvSpPr>
        <p:spPr>
          <a:xfrm>
            <a:off x="8372590" y="6413433"/>
            <a:ext cx="2646393" cy="374235"/>
          </a:xfrm>
          <a:prstGeom prst="rect">
            <a:avLst/>
          </a:prstGeom>
        </p:spPr>
        <p:txBody>
          <a:bodyPr vert="horz" lIns="91440" tIns="45720" rIns="91440" bIns="45720" rtlCol="0" anchor="b" anchorCtr="0"/>
          <a:lstStyle>
            <a:lvl1pPr algn="ctr">
              <a:defRPr lang="en-US" sz="933" kern="1200" dirty="0" smtClean="0">
                <a:solidFill>
                  <a:schemeClr val="tx1"/>
                </a:solidFill>
                <a:latin typeface="+mn-lt"/>
                <a:ea typeface="+mn-ea"/>
                <a:cs typeface="+mn-cs"/>
              </a:defRPr>
            </a:lvl1pPr>
          </a:lstStyle>
          <a:p>
            <a:r>
              <a:rPr lang="en-US"/>
              <a:t>ADC Innovation Pipeline |  1-Aug-25</a:t>
            </a:r>
          </a:p>
        </p:txBody>
      </p:sp>
    </p:spTree>
    <p:extLst>
      <p:ext uri="{BB962C8B-B14F-4D97-AF65-F5344CB8AC3E}">
        <p14:creationId xmlns:p14="http://schemas.microsoft.com/office/powerpoint/2010/main" val="2165112609"/>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L) Half-content &amp; full image layout">
    <p:spTree>
      <p:nvGrpSpPr>
        <p:cNvPr id="1" name=""/>
        <p:cNvGrpSpPr/>
        <p:nvPr/>
      </p:nvGrpSpPr>
      <p:grpSpPr>
        <a:xfrm>
          <a:off x="0" y="0"/>
          <a:ext cx="0" cy="0"/>
          <a:chOff x="0" y="0"/>
          <a:chExt cx="0" cy="0"/>
        </a:xfrm>
      </p:grpSpPr>
      <p:sp>
        <p:nvSpPr>
          <p:cNvPr id="5" name="Picture Placeholder 9">
            <a:extLst>
              <a:ext uri="{FF2B5EF4-FFF2-40B4-BE49-F238E27FC236}">
                <a16:creationId xmlns:a16="http://schemas.microsoft.com/office/drawing/2014/main" id="{EBBC6B44-1A66-4C17-802D-CD6F3BEB84DB}"/>
              </a:ext>
            </a:extLst>
          </p:cNvPr>
          <p:cNvSpPr>
            <a:spLocks noGrp="1"/>
          </p:cNvSpPr>
          <p:nvPr>
            <p:ph type="pic" sz="quarter" idx="14" hasCustomPrompt="1"/>
          </p:nvPr>
        </p:nvSpPr>
        <p:spPr>
          <a:xfrm>
            <a:off x="1" y="0"/>
            <a:ext cx="12192000" cy="6858000"/>
          </a:xfrm>
          <a:prstGeom prst="rect">
            <a:avLst/>
          </a:prstGeom>
          <a:solidFill>
            <a:srgbClr val="EAEAEA"/>
          </a:solidFill>
          <a:ln>
            <a:noFill/>
          </a:ln>
          <a:effectLst/>
        </p:spPr>
        <p:txBody>
          <a:bodyPr lIns="365760" rIns="365760" anchor="ctr" anchorCtr="1"/>
          <a:lstStyle>
            <a:lvl1pPr marL="5035299" indent="0" algn="l">
              <a:tabLst/>
              <a:defRPr sz="2400" b="0" baseline="0">
                <a:solidFill>
                  <a:schemeClr val="tx1"/>
                </a:solidFill>
                <a:latin typeface="+mn-lt"/>
              </a:defRPr>
            </a:lvl1pPr>
          </a:lstStyle>
          <a:p>
            <a:r>
              <a:rPr lang="en-US"/>
              <a:t>Insert an image</a:t>
            </a:r>
            <a:br>
              <a:rPr lang="en-US"/>
            </a:br>
            <a:r>
              <a:rPr lang="en-US"/>
              <a:t>within this placeholder </a:t>
            </a:r>
          </a:p>
        </p:txBody>
      </p:sp>
      <p:sp>
        <p:nvSpPr>
          <p:cNvPr id="14" name="Text Placeholder 9">
            <a:extLst>
              <a:ext uri="{FF2B5EF4-FFF2-40B4-BE49-F238E27FC236}">
                <a16:creationId xmlns:a16="http://schemas.microsoft.com/office/drawing/2014/main" id="{BD57305E-F709-4E9E-B399-8D21F2A51FF6}"/>
              </a:ext>
            </a:extLst>
          </p:cNvPr>
          <p:cNvSpPr>
            <a:spLocks noGrp="1"/>
          </p:cNvSpPr>
          <p:nvPr>
            <p:ph type="body" sz="quarter" idx="18" hasCustomPrompt="1"/>
          </p:nvPr>
        </p:nvSpPr>
        <p:spPr>
          <a:xfrm>
            <a:off x="670563" y="355600"/>
            <a:ext cx="8422639" cy="348813"/>
          </a:xfrm>
          <a:prstGeom prst="rect">
            <a:avLst/>
          </a:prstGeom>
        </p:spPr>
        <p:txBody>
          <a:bodyPr wrap="square">
            <a:noAutofit/>
          </a:bodyPr>
          <a:lstStyle>
            <a:lvl1pPr>
              <a:defRPr sz="1200" b="0" cap="all" spc="200" baseline="0">
                <a:solidFill>
                  <a:srgbClr val="222731"/>
                </a:solidFill>
                <a:latin typeface="+mn-lt"/>
              </a:defRPr>
            </a:lvl1pPr>
            <a:lvl2pPr marL="0" indent="0">
              <a:buNone/>
              <a:defRPr/>
            </a:lvl2pPr>
          </a:lstStyle>
          <a:p>
            <a:pPr lvl="0"/>
            <a:r>
              <a:rPr lang="en-US"/>
              <a:t>Eyebrow CALIBRI LIGHT 9pt</a:t>
            </a:r>
          </a:p>
        </p:txBody>
      </p:sp>
      <p:sp>
        <p:nvSpPr>
          <p:cNvPr id="16" name="Content Placeholder 5">
            <a:extLst>
              <a:ext uri="{FF2B5EF4-FFF2-40B4-BE49-F238E27FC236}">
                <a16:creationId xmlns:a16="http://schemas.microsoft.com/office/drawing/2014/main" id="{C73EADF8-32AF-409A-AD0A-3134A5D09D53}"/>
              </a:ext>
            </a:extLst>
          </p:cNvPr>
          <p:cNvSpPr>
            <a:spLocks noGrp="1"/>
          </p:cNvSpPr>
          <p:nvPr>
            <p:ph sz="quarter" idx="19"/>
          </p:nvPr>
        </p:nvSpPr>
        <p:spPr>
          <a:xfrm>
            <a:off x="670561" y="2286001"/>
            <a:ext cx="5096255" cy="2971800"/>
          </a:xfrm>
        </p:spPr>
        <p:txBody>
          <a:bodyPr/>
          <a:lstStyle>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p:txBody>
      </p:sp>
      <p:sp>
        <p:nvSpPr>
          <p:cNvPr id="3" name="Title 2">
            <a:extLst>
              <a:ext uri="{FF2B5EF4-FFF2-40B4-BE49-F238E27FC236}">
                <a16:creationId xmlns:a16="http://schemas.microsoft.com/office/drawing/2014/main" id="{F49B87BA-CB3B-4626-87FF-39721BA39BC9}"/>
              </a:ext>
            </a:extLst>
          </p:cNvPr>
          <p:cNvSpPr>
            <a:spLocks noGrp="1"/>
          </p:cNvSpPr>
          <p:nvPr>
            <p:ph type="title"/>
          </p:nvPr>
        </p:nvSpPr>
        <p:spPr>
          <a:xfrm>
            <a:off x="670560" y="759460"/>
            <a:ext cx="8422640" cy="520701"/>
          </a:xfrm>
        </p:spPr>
        <p:txBody>
          <a:bodyPr/>
          <a:lstStyle>
            <a:lvl1pPr>
              <a:defRPr>
                <a:solidFill>
                  <a:schemeClr val="tx1"/>
                </a:solidFill>
              </a:defRPr>
            </a:lvl1pPr>
          </a:lstStyle>
          <a:p>
            <a:r>
              <a:rPr lang="en-US"/>
              <a:t>Click to edit Master title style</a:t>
            </a:r>
            <a:endParaRPr lang="en-IN"/>
          </a:p>
        </p:txBody>
      </p:sp>
      <p:sp>
        <p:nvSpPr>
          <p:cNvPr id="4" name="Content Placeholder 2">
            <a:extLst>
              <a:ext uri="{FF2B5EF4-FFF2-40B4-BE49-F238E27FC236}">
                <a16:creationId xmlns:a16="http://schemas.microsoft.com/office/drawing/2014/main" id="{262117B8-3493-FD10-4783-0F969DBBBE15}"/>
              </a:ext>
            </a:extLst>
          </p:cNvPr>
          <p:cNvSpPr txBox="1">
            <a:spLocks/>
          </p:cNvSpPr>
          <p:nvPr userDrawn="1"/>
        </p:nvSpPr>
        <p:spPr bwMode="gray">
          <a:xfrm>
            <a:off x="670562" y="6343414"/>
            <a:ext cx="5082732" cy="374895"/>
          </a:xfrm>
          <a:prstGeom prst="rect">
            <a:avLst/>
          </a:prstGeom>
        </p:spPr>
        <p:txBody>
          <a:bodyPr vert="horz" lIns="0" tIns="0" rIns="0" bIns="0" anchor="b" anchorCtr="0"/>
          <a:lstStyle>
            <a:lvl1pPr marL="0" indent="0" algn="l" defTabSz="457200" rtl="0" eaLnBrk="1" latinLnBrk="0" hangingPunct="1">
              <a:spcBef>
                <a:spcPct val="20000"/>
              </a:spcBef>
              <a:buFont typeface="Arial"/>
              <a:buNone/>
              <a:defRPr sz="900" kern="1200">
                <a:solidFill>
                  <a:schemeClr val="tx1"/>
                </a:solidFill>
                <a:latin typeface="Georgia"/>
                <a:ea typeface="+mn-ea"/>
                <a:cs typeface="Georgia"/>
              </a:defRPr>
            </a:lvl1pPr>
            <a:lvl2pPr marL="457200" indent="0" algn="l" defTabSz="457200" rtl="0" eaLnBrk="1" latinLnBrk="0" hangingPunct="1">
              <a:spcBef>
                <a:spcPct val="20000"/>
              </a:spcBef>
              <a:buFont typeface="Arial"/>
              <a:buNone/>
              <a:defRPr sz="900" kern="1200">
                <a:solidFill>
                  <a:schemeClr val="tx1"/>
                </a:solidFill>
                <a:latin typeface="Georgia"/>
                <a:ea typeface="+mn-ea"/>
                <a:cs typeface="Georgia"/>
              </a:defRPr>
            </a:lvl2pPr>
            <a:lvl3pPr marL="914400" indent="0" algn="l" defTabSz="457200" rtl="0" eaLnBrk="1" latinLnBrk="0" hangingPunct="1">
              <a:spcBef>
                <a:spcPct val="20000"/>
              </a:spcBef>
              <a:buFont typeface="Arial"/>
              <a:buNone/>
              <a:defRPr sz="900" kern="1200">
                <a:solidFill>
                  <a:schemeClr val="tx1"/>
                </a:solidFill>
                <a:latin typeface="Georgia"/>
                <a:ea typeface="+mn-ea"/>
                <a:cs typeface="Georgia"/>
              </a:defRPr>
            </a:lvl3pPr>
            <a:lvl4pPr marL="1371600" indent="0" algn="l" defTabSz="457200" rtl="0" eaLnBrk="1" latinLnBrk="0" hangingPunct="1">
              <a:spcBef>
                <a:spcPct val="20000"/>
              </a:spcBef>
              <a:buFont typeface="Arial"/>
              <a:buNone/>
              <a:defRPr sz="900" kern="1200">
                <a:solidFill>
                  <a:schemeClr val="tx1"/>
                </a:solidFill>
                <a:latin typeface="Georgia"/>
                <a:ea typeface="+mn-ea"/>
                <a:cs typeface="Georgia"/>
              </a:defRPr>
            </a:lvl4pPr>
            <a:lvl5pPr marL="1828800" indent="0" algn="l" defTabSz="457200" rtl="0" eaLnBrk="1" latinLnBrk="0" hangingPunct="1">
              <a:spcBef>
                <a:spcPct val="20000"/>
              </a:spcBef>
              <a:buFont typeface="Arial"/>
              <a:buNone/>
              <a:defRPr sz="900" kern="1200">
                <a:solidFill>
                  <a:schemeClr val="tx1"/>
                </a:solidFill>
                <a:latin typeface="Georgia"/>
                <a:ea typeface="+mn-ea"/>
                <a:cs typeface="Georgia"/>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l" defTabSz="609570" rtl="0" eaLnBrk="1" fontAlgn="auto" latinLnBrk="0" hangingPunct="1">
              <a:lnSpc>
                <a:spcPct val="100000"/>
              </a:lnSpc>
              <a:spcBef>
                <a:spcPts val="0"/>
              </a:spcBef>
              <a:spcAft>
                <a:spcPts val="0"/>
              </a:spcAft>
              <a:buClrTx/>
              <a:buSzTx/>
              <a:buFont typeface="Arial"/>
              <a:buNone/>
              <a:tabLst/>
              <a:defRPr/>
            </a:pPr>
            <a:r>
              <a:rPr lang="en-US" sz="933" kern="1200">
                <a:solidFill>
                  <a:schemeClr val="tx1"/>
                </a:solidFill>
                <a:latin typeface="+mn-lt"/>
                <a:ea typeface="+mn-ea"/>
                <a:cs typeface="Calibri" panose="020F0502020204030204" pitchFamily="34" charset="0"/>
              </a:rPr>
              <a:t>The sensor housing, </a:t>
            </a:r>
            <a:r>
              <a:rPr lang="en-US" sz="933" kern="1200" err="1">
                <a:solidFill>
                  <a:schemeClr val="tx1"/>
                </a:solidFill>
                <a:latin typeface="+mn-lt"/>
                <a:ea typeface="+mn-ea"/>
                <a:cs typeface="Calibri" panose="020F0502020204030204" pitchFamily="34" charset="0"/>
              </a:rPr>
              <a:t>FreeStyle</a:t>
            </a:r>
            <a:r>
              <a:rPr lang="en-US" sz="933" kern="1200">
                <a:solidFill>
                  <a:schemeClr val="tx1"/>
                </a:solidFill>
                <a:latin typeface="+mn-lt"/>
                <a:ea typeface="+mn-ea"/>
                <a:cs typeface="Calibri" panose="020F0502020204030204" pitchFamily="34" charset="0"/>
              </a:rPr>
              <a:t>, Libre, and related brand marks are marks of Abbott.</a:t>
            </a:r>
          </a:p>
          <a:p>
            <a:pPr>
              <a:spcBef>
                <a:spcPts val="0"/>
              </a:spcBef>
            </a:pPr>
            <a:r>
              <a:rPr lang="en-US" sz="933" kern="1200">
                <a:solidFill>
                  <a:schemeClr val="tx1"/>
                </a:solidFill>
                <a:latin typeface="+mn-lt"/>
                <a:ea typeface="+mn-ea"/>
                <a:cs typeface="Calibri" panose="020F0502020204030204" pitchFamily="34" charset="0"/>
              </a:rPr>
              <a:t>Proprietary and confidential — do not distribute. ADC-XXXXX v1.0</a:t>
            </a:r>
          </a:p>
        </p:txBody>
      </p:sp>
      <p:sp>
        <p:nvSpPr>
          <p:cNvPr id="10" name="Slide Number Placeholder 9">
            <a:extLst>
              <a:ext uri="{FF2B5EF4-FFF2-40B4-BE49-F238E27FC236}">
                <a16:creationId xmlns:a16="http://schemas.microsoft.com/office/drawing/2014/main" id="{BE73E3B4-626E-7682-3AFC-AA5069A9A250}"/>
              </a:ext>
            </a:extLst>
          </p:cNvPr>
          <p:cNvSpPr>
            <a:spLocks noGrp="1"/>
          </p:cNvSpPr>
          <p:nvPr>
            <p:ph type="sldNum" sz="quarter" idx="22"/>
          </p:nvPr>
        </p:nvSpPr>
        <p:spPr>
          <a:xfrm>
            <a:off x="11092520" y="6419110"/>
            <a:ext cx="554360" cy="366183"/>
          </a:xfrm>
          <a:prstGeom prst="rect">
            <a:avLst/>
          </a:prstGeom>
        </p:spPr>
        <p:txBody>
          <a:bodyPr/>
          <a:lstStyle/>
          <a:p>
            <a:pPr>
              <a:defRPr/>
            </a:pPr>
            <a:fld id="{7B2119CD-3B2D-4CEB-B404-D2E3F8CD6D69}" type="slidenum">
              <a:rPr lang="en-IN" smtClean="0"/>
              <a:pPr>
                <a:defRPr/>
              </a:pPr>
              <a:t>‹#›</a:t>
            </a:fld>
            <a:endParaRPr lang="en-IN"/>
          </a:p>
        </p:txBody>
      </p:sp>
      <p:sp>
        <p:nvSpPr>
          <p:cNvPr id="6" name="Footer Placeholder 4">
            <a:extLst>
              <a:ext uri="{FF2B5EF4-FFF2-40B4-BE49-F238E27FC236}">
                <a16:creationId xmlns:a16="http://schemas.microsoft.com/office/drawing/2014/main" id="{2712C358-4BA7-07EE-7BC7-16F53752C188}"/>
              </a:ext>
            </a:extLst>
          </p:cNvPr>
          <p:cNvSpPr>
            <a:spLocks noGrp="1"/>
          </p:cNvSpPr>
          <p:nvPr>
            <p:ph type="ftr" sz="quarter" idx="3"/>
          </p:nvPr>
        </p:nvSpPr>
        <p:spPr>
          <a:xfrm>
            <a:off x="8372590" y="6413433"/>
            <a:ext cx="2646393" cy="374235"/>
          </a:xfrm>
          <a:prstGeom prst="rect">
            <a:avLst/>
          </a:prstGeom>
        </p:spPr>
        <p:txBody>
          <a:bodyPr vert="horz" lIns="91440" tIns="45720" rIns="91440" bIns="45720" rtlCol="0" anchor="b" anchorCtr="0"/>
          <a:lstStyle>
            <a:lvl1pPr algn="ctr">
              <a:defRPr lang="en-US" sz="933" kern="1200" dirty="0" smtClean="0">
                <a:solidFill>
                  <a:schemeClr val="tx1"/>
                </a:solidFill>
                <a:latin typeface="+mn-lt"/>
                <a:ea typeface="+mn-ea"/>
                <a:cs typeface="+mn-cs"/>
              </a:defRPr>
            </a:lvl1pPr>
          </a:lstStyle>
          <a:p>
            <a:r>
              <a:rPr lang="en-US"/>
              <a:t>ADC Innovation Pipeline |  1-Aug-25</a:t>
            </a:r>
          </a:p>
        </p:txBody>
      </p:sp>
    </p:spTree>
    <p:extLst>
      <p:ext uri="{BB962C8B-B14F-4D97-AF65-F5344CB8AC3E}">
        <p14:creationId xmlns:p14="http://schemas.microsoft.com/office/powerpoint/2010/main" val="3431233601"/>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R) Half-content &amp; full image layout">
    <p:spTree>
      <p:nvGrpSpPr>
        <p:cNvPr id="1" name=""/>
        <p:cNvGrpSpPr/>
        <p:nvPr/>
      </p:nvGrpSpPr>
      <p:grpSpPr>
        <a:xfrm>
          <a:off x="0" y="0"/>
          <a:ext cx="0" cy="0"/>
          <a:chOff x="0" y="0"/>
          <a:chExt cx="0" cy="0"/>
        </a:xfrm>
      </p:grpSpPr>
      <p:sp>
        <p:nvSpPr>
          <p:cNvPr id="5" name="Picture Placeholder 9">
            <a:extLst>
              <a:ext uri="{FF2B5EF4-FFF2-40B4-BE49-F238E27FC236}">
                <a16:creationId xmlns:a16="http://schemas.microsoft.com/office/drawing/2014/main" id="{EBBC6B44-1A66-4C17-802D-CD6F3BEB84DB}"/>
              </a:ext>
            </a:extLst>
          </p:cNvPr>
          <p:cNvSpPr>
            <a:spLocks noGrp="1"/>
          </p:cNvSpPr>
          <p:nvPr>
            <p:ph type="pic" sz="quarter" idx="14" hasCustomPrompt="1"/>
          </p:nvPr>
        </p:nvSpPr>
        <p:spPr>
          <a:xfrm>
            <a:off x="0" y="0"/>
            <a:ext cx="12192000" cy="6858000"/>
          </a:xfrm>
          <a:prstGeom prst="rect">
            <a:avLst/>
          </a:prstGeom>
          <a:solidFill>
            <a:srgbClr val="EAEAEA"/>
          </a:solidFill>
          <a:ln>
            <a:noFill/>
          </a:ln>
          <a:effectLst/>
        </p:spPr>
        <p:txBody>
          <a:bodyPr lIns="0" rIns="0" anchor="ctr" anchorCtr="0"/>
          <a:lstStyle>
            <a:lvl1pPr marL="927054" indent="0" algn="l">
              <a:tabLst/>
              <a:defRPr sz="2400" b="0" baseline="0">
                <a:solidFill>
                  <a:schemeClr val="tx1"/>
                </a:solidFill>
                <a:latin typeface="+mn-lt"/>
              </a:defRPr>
            </a:lvl1pPr>
          </a:lstStyle>
          <a:p>
            <a:r>
              <a:rPr lang="en-US"/>
              <a:t>Insert an image</a:t>
            </a:r>
            <a:br>
              <a:rPr lang="en-US"/>
            </a:br>
            <a:r>
              <a:rPr lang="en-US"/>
              <a:t>within this placeholder </a:t>
            </a:r>
          </a:p>
        </p:txBody>
      </p:sp>
      <p:sp>
        <p:nvSpPr>
          <p:cNvPr id="17" name="Text Placeholder 9">
            <a:extLst>
              <a:ext uri="{FF2B5EF4-FFF2-40B4-BE49-F238E27FC236}">
                <a16:creationId xmlns:a16="http://schemas.microsoft.com/office/drawing/2014/main" id="{6273392E-BE16-4C3F-A463-7A7FC6BEE036}"/>
              </a:ext>
            </a:extLst>
          </p:cNvPr>
          <p:cNvSpPr>
            <a:spLocks noGrp="1"/>
          </p:cNvSpPr>
          <p:nvPr>
            <p:ph type="body" sz="quarter" idx="18" hasCustomPrompt="1"/>
          </p:nvPr>
        </p:nvSpPr>
        <p:spPr>
          <a:xfrm>
            <a:off x="6084522" y="355600"/>
            <a:ext cx="5447079" cy="348813"/>
          </a:xfrm>
          <a:prstGeom prst="rect">
            <a:avLst/>
          </a:prstGeom>
        </p:spPr>
        <p:txBody>
          <a:bodyPr wrap="square">
            <a:noAutofit/>
          </a:bodyPr>
          <a:lstStyle>
            <a:lvl1pPr>
              <a:defRPr sz="1200" b="0" cap="all" spc="200" baseline="0">
                <a:solidFill>
                  <a:schemeClr val="tx1"/>
                </a:solidFill>
                <a:latin typeface="+mn-lt"/>
              </a:defRPr>
            </a:lvl1pPr>
            <a:lvl2pPr marL="0" indent="0">
              <a:buNone/>
              <a:defRPr/>
            </a:lvl2pPr>
          </a:lstStyle>
          <a:p>
            <a:pPr lvl="0"/>
            <a:r>
              <a:rPr lang="en-US"/>
              <a:t>Eyebrow CALIBRI LIGHT 9pt</a:t>
            </a:r>
          </a:p>
        </p:txBody>
      </p:sp>
      <p:sp>
        <p:nvSpPr>
          <p:cNvPr id="19" name="Content Placeholder 5">
            <a:extLst>
              <a:ext uri="{FF2B5EF4-FFF2-40B4-BE49-F238E27FC236}">
                <a16:creationId xmlns:a16="http://schemas.microsoft.com/office/drawing/2014/main" id="{1679F6DF-FEFB-4C1A-A396-814197C11D86}"/>
              </a:ext>
            </a:extLst>
          </p:cNvPr>
          <p:cNvSpPr>
            <a:spLocks noGrp="1"/>
          </p:cNvSpPr>
          <p:nvPr>
            <p:ph sz="quarter" idx="19"/>
          </p:nvPr>
        </p:nvSpPr>
        <p:spPr>
          <a:xfrm>
            <a:off x="6084519" y="2286001"/>
            <a:ext cx="5447079" cy="320040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3" name="Title 2">
            <a:extLst>
              <a:ext uri="{FF2B5EF4-FFF2-40B4-BE49-F238E27FC236}">
                <a16:creationId xmlns:a16="http://schemas.microsoft.com/office/drawing/2014/main" id="{40E04E43-6321-44FE-86E3-92363113651D}"/>
              </a:ext>
            </a:extLst>
          </p:cNvPr>
          <p:cNvSpPr>
            <a:spLocks noGrp="1"/>
          </p:cNvSpPr>
          <p:nvPr>
            <p:ph type="title"/>
          </p:nvPr>
        </p:nvSpPr>
        <p:spPr>
          <a:xfrm>
            <a:off x="6084517" y="759460"/>
            <a:ext cx="5447083" cy="520701"/>
          </a:xfrm>
        </p:spPr>
        <p:txBody>
          <a:bodyPr/>
          <a:lstStyle>
            <a:lvl1pPr>
              <a:defRPr>
                <a:solidFill>
                  <a:schemeClr val="tx1"/>
                </a:solidFill>
              </a:defRPr>
            </a:lvl1pPr>
          </a:lstStyle>
          <a:p>
            <a:r>
              <a:rPr lang="en-US"/>
              <a:t>Click to edit Master title</a:t>
            </a:r>
            <a:endParaRPr lang="en-IN"/>
          </a:p>
        </p:txBody>
      </p:sp>
      <p:sp>
        <p:nvSpPr>
          <p:cNvPr id="4" name="Content Placeholder 2">
            <a:extLst>
              <a:ext uri="{FF2B5EF4-FFF2-40B4-BE49-F238E27FC236}">
                <a16:creationId xmlns:a16="http://schemas.microsoft.com/office/drawing/2014/main" id="{F45D0EE6-B116-967A-F28B-1954BF416FDA}"/>
              </a:ext>
            </a:extLst>
          </p:cNvPr>
          <p:cNvSpPr txBox="1">
            <a:spLocks/>
          </p:cNvSpPr>
          <p:nvPr userDrawn="1"/>
        </p:nvSpPr>
        <p:spPr bwMode="gray">
          <a:xfrm>
            <a:off x="670562" y="6343414"/>
            <a:ext cx="5082732" cy="374895"/>
          </a:xfrm>
          <a:prstGeom prst="rect">
            <a:avLst/>
          </a:prstGeom>
        </p:spPr>
        <p:txBody>
          <a:bodyPr vert="horz" lIns="0" tIns="0" rIns="0" bIns="0" anchor="b" anchorCtr="0"/>
          <a:lstStyle>
            <a:lvl1pPr marL="0" indent="0" algn="l" defTabSz="457200" rtl="0" eaLnBrk="1" latinLnBrk="0" hangingPunct="1">
              <a:spcBef>
                <a:spcPct val="20000"/>
              </a:spcBef>
              <a:buFont typeface="Arial"/>
              <a:buNone/>
              <a:defRPr sz="900" kern="1200">
                <a:solidFill>
                  <a:schemeClr val="tx1"/>
                </a:solidFill>
                <a:latin typeface="Georgia"/>
                <a:ea typeface="+mn-ea"/>
                <a:cs typeface="Georgia"/>
              </a:defRPr>
            </a:lvl1pPr>
            <a:lvl2pPr marL="457200" indent="0" algn="l" defTabSz="457200" rtl="0" eaLnBrk="1" latinLnBrk="0" hangingPunct="1">
              <a:spcBef>
                <a:spcPct val="20000"/>
              </a:spcBef>
              <a:buFont typeface="Arial"/>
              <a:buNone/>
              <a:defRPr sz="900" kern="1200">
                <a:solidFill>
                  <a:schemeClr val="tx1"/>
                </a:solidFill>
                <a:latin typeface="Georgia"/>
                <a:ea typeface="+mn-ea"/>
                <a:cs typeface="Georgia"/>
              </a:defRPr>
            </a:lvl2pPr>
            <a:lvl3pPr marL="914400" indent="0" algn="l" defTabSz="457200" rtl="0" eaLnBrk="1" latinLnBrk="0" hangingPunct="1">
              <a:spcBef>
                <a:spcPct val="20000"/>
              </a:spcBef>
              <a:buFont typeface="Arial"/>
              <a:buNone/>
              <a:defRPr sz="900" kern="1200">
                <a:solidFill>
                  <a:schemeClr val="tx1"/>
                </a:solidFill>
                <a:latin typeface="Georgia"/>
                <a:ea typeface="+mn-ea"/>
                <a:cs typeface="Georgia"/>
              </a:defRPr>
            </a:lvl3pPr>
            <a:lvl4pPr marL="1371600" indent="0" algn="l" defTabSz="457200" rtl="0" eaLnBrk="1" latinLnBrk="0" hangingPunct="1">
              <a:spcBef>
                <a:spcPct val="20000"/>
              </a:spcBef>
              <a:buFont typeface="Arial"/>
              <a:buNone/>
              <a:defRPr sz="900" kern="1200">
                <a:solidFill>
                  <a:schemeClr val="tx1"/>
                </a:solidFill>
                <a:latin typeface="Georgia"/>
                <a:ea typeface="+mn-ea"/>
                <a:cs typeface="Georgia"/>
              </a:defRPr>
            </a:lvl4pPr>
            <a:lvl5pPr marL="1828800" indent="0" algn="l" defTabSz="457200" rtl="0" eaLnBrk="1" latinLnBrk="0" hangingPunct="1">
              <a:spcBef>
                <a:spcPct val="20000"/>
              </a:spcBef>
              <a:buFont typeface="Arial"/>
              <a:buNone/>
              <a:defRPr sz="900" kern="1200">
                <a:solidFill>
                  <a:schemeClr val="tx1"/>
                </a:solidFill>
                <a:latin typeface="Georgia"/>
                <a:ea typeface="+mn-ea"/>
                <a:cs typeface="Georgia"/>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l" defTabSz="609570" rtl="0" eaLnBrk="1" fontAlgn="auto" latinLnBrk="0" hangingPunct="1">
              <a:lnSpc>
                <a:spcPct val="100000"/>
              </a:lnSpc>
              <a:spcBef>
                <a:spcPts val="0"/>
              </a:spcBef>
              <a:spcAft>
                <a:spcPts val="0"/>
              </a:spcAft>
              <a:buClrTx/>
              <a:buSzTx/>
              <a:buFont typeface="Arial"/>
              <a:buNone/>
              <a:tabLst/>
              <a:defRPr/>
            </a:pPr>
            <a:r>
              <a:rPr lang="en-US" sz="933" kern="1200">
                <a:solidFill>
                  <a:schemeClr val="tx1"/>
                </a:solidFill>
                <a:latin typeface="+mn-lt"/>
                <a:ea typeface="+mn-ea"/>
                <a:cs typeface="Calibri" panose="020F0502020204030204" pitchFamily="34" charset="0"/>
              </a:rPr>
              <a:t>The sensor housing, </a:t>
            </a:r>
            <a:r>
              <a:rPr lang="en-US" sz="933" kern="1200" err="1">
                <a:solidFill>
                  <a:schemeClr val="tx1"/>
                </a:solidFill>
                <a:latin typeface="+mn-lt"/>
                <a:ea typeface="+mn-ea"/>
                <a:cs typeface="Calibri" panose="020F0502020204030204" pitchFamily="34" charset="0"/>
              </a:rPr>
              <a:t>FreeStyle</a:t>
            </a:r>
            <a:r>
              <a:rPr lang="en-US" sz="933" kern="1200">
                <a:solidFill>
                  <a:schemeClr val="tx1"/>
                </a:solidFill>
                <a:latin typeface="+mn-lt"/>
                <a:ea typeface="+mn-ea"/>
                <a:cs typeface="Calibri" panose="020F0502020204030204" pitchFamily="34" charset="0"/>
              </a:rPr>
              <a:t>, Libre, and related brand marks are marks of Abbott.</a:t>
            </a:r>
          </a:p>
          <a:p>
            <a:pPr>
              <a:spcBef>
                <a:spcPts val="0"/>
              </a:spcBef>
            </a:pPr>
            <a:r>
              <a:rPr lang="en-US" sz="933" kern="1200">
                <a:solidFill>
                  <a:schemeClr val="tx1"/>
                </a:solidFill>
                <a:latin typeface="+mn-lt"/>
                <a:ea typeface="+mn-ea"/>
                <a:cs typeface="Calibri" panose="020F0502020204030204" pitchFamily="34" charset="0"/>
              </a:rPr>
              <a:t>Proprietary and confidential — do not distribute. ADC-XXXXX v1.0</a:t>
            </a:r>
          </a:p>
        </p:txBody>
      </p:sp>
      <p:sp>
        <p:nvSpPr>
          <p:cNvPr id="10" name="Slide Number Placeholder 9">
            <a:extLst>
              <a:ext uri="{FF2B5EF4-FFF2-40B4-BE49-F238E27FC236}">
                <a16:creationId xmlns:a16="http://schemas.microsoft.com/office/drawing/2014/main" id="{0F96B536-0C24-9C47-664A-27072FE1D4B4}"/>
              </a:ext>
            </a:extLst>
          </p:cNvPr>
          <p:cNvSpPr>
            <a:spLocks noGrp="1"/>
          </p:cNvSpPr>
          <p:nvPr>
            <p:ph type="sldNum" sz="quarter" idx="22"/>
          </p:nvPr>
        </p:nvSpPr>
        <p:spPr>
          <a:xfrm>
            <a:off x="11092520" y="6419110"/>
            <a:ext cx="554360" cy="366183"/>
          </a:xfrm>
          <a:prstGeom prst="rect">
            <a:avLst/>
          </a:prstGeom>
        </p:spPr>
        <p:txBody>
          <a:bodyPr/>
          <a:lstStyle/>
          <a:p>
            <a:pPr>
              <a:defRPr/>
            </a:pPr>
            <a:fld id="{7B2119CD-3B2D-4CEB-B404-D2E3F8CD6D69}" type="slidenum">
              <a:rPr lang="en-IN" smtClean="0"/>
              <a:pPr>
                <a:defRPr/>
              </a:pPr>
              <a:t>‹#›</a:t>
            </a:fld>
            <a:endParaRPr lang="en-IN"/>
          </a:p>
        </p:txBody>
      </p:sp>
      <p:sp>
        <p:nvSpPr>
          <p:cNvPr id="6" name="Footer Placeholder 4">
            <a:extLst>
              <a:ext uri="{FF2B5EF4-FFF2-40B4-BE49-F238E27FC236}">
                <a16:creationId xmlns:a16="http://schemas.microsoft.com/office/drawing/2014/main" id="{1DF9D016-BD6C-0F42-CFA1-4A1AEAFA3592}"/>
              </a:ext>
            </a:extLst>
          </p:cNvPr>
          <p:cNvSpPr>
            <a:spLocks noGrp="1"/>
          </p:cNvSpPr>
          <p:nvPr>
            <p:ph type="ftr" sz="quarter" idx="3"/>
          </p:nvPr>
        </p:nvSpPr>
        <p:spPr>
          <a:xfrm>
            <a:off x="8372590" y="6413433"/>
            <a:ext cx="2646393" cy="374235"/>
          </a:xfrm>
          <a:prstGeom prst="rect">
            <a:avLst/>
          </a:prstGeom>
        </p:spPr>
        <p:txBody>
          <a:bodyPr vert="horz" lIns="91440" tIns="45720" rIns="91440" bIns="45720" rtlCol="0" anchor="b" anchorCtr="0"/>
          <a:lstStyle>
            <a:lvl1pPr algn="ctr">
              <a:defRPr lang="en-US" sz="933" kern="1200" dirty="0" smtClean="0">
                <a:solidFill>
                  <a:schemeClr val="tx1"/>
                </a:solidFill>
                <a:latin typeface="+mn-lt"/>
                <a:ea typeface="+mn-ea"/>
                <a:cs typeface="+mn-cs"/>
              </a:defRPr>
            </a:lvl1pPr>
          </a:lstStyle>
          <a:p>
            <a:r>
              <a:rPr lang="en-US"/>
              <a:t>ADC Innovation Pipeline |  1-Aug-25</a:t>
            </a:r>
          </a:p>
        </p:txBody>
      </p:sp>
    </p:spTree>
    <p:extLst>
      <p:ext uri="{BB962C8B-B14F-4D97-AF65-F5344CB8AC3E}">
        <p14:creationId xmlns:p14="http://schemas.microsoft.com/office/powerpoint/2010/main" val="910313984"/>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Light Content Light Gray">
    <p:bg>
      <p:bgPr>
        <a:solidFill>
          <a:srgbClr val="F4F4F3"/>
        </a:solidFill>
        <a:effectLst/>
      </p:bgPr>
    </p:bg>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E16D6E74-3911-4251-9210-E9AF0CB4653E}"/>
              </a:ext>
            </a:extLst>
          </p:cNvPr>
          <p:cNvSpPr>
            <a:spLocks noGrp="1"/>
          </p:cNvSpPr>
          <p:nvPr>
            <p:ph type="body" sz="quarter" idx="10" hasCustomPrompt="1"/>
          </p:nvPr>
        </p:nvSpPr>
        <p:spPr>
          <a:xfrm>
            <a:off x="670564" y="355600"/>
            <a:ext cx="6989233" cy="348813"/>
          </a:xfrm>
          <a:prstGeom prst="rect">
            <a:avLst/>
          </a:prstGeom>
        </p:spPr>
        <p:txBody>
          <a:bodyPr>
            <a:noAutofit/>
          </a:bodyPr>
          <a:lstStyle>
            <a:lvl1pPr>
              <a:defRPr sz="1200" b="0" cap="all" spc="200" baseline="0">
                <a:solidFill>
                  <a:srgbClr val="222731"/>
                </a:solidFill>
                <a:latin typeface="+mn-lt"/>
              </a:defRPr>
            </a:lvl1pPr>
            <a:lvl2pPr marL="0" indent="0">
              <a:buNone/>
              <a:defRPr/>
            </a:lvl2pPr>
          </a:lstStyle>
          <a:p>
            <a:pPr lvl="0"/>
            <a:r>
              <a:rPr lang="en-US"/>
              <a:t>Eyebrow CALIBRI LIGHT 9Pt</a:t>
            </a:r>
          </a:p>
        </p:txBody>
      </p:sp>
      <p:sp>
        <p:nvSpPr>
          <p:cNvPr id="15" name="Content Placeholder 9">
            <a:extLst>
              <a:ext uri="{FF2B5EF4-FFF2-40B4-BE49-F238E27FC236}">
                <a16:creationId xmlns:a16="http://schemas.microsoft.com/office/drawing/2014/main" id="{DCEC16E3-E9C3-470B-B2C9-CBD23EA9860F}"/>
              </a:ext>
            </a:extLst>
          </p:cNvPr>
          <p:cNvSpPr>
            <a:spLocks noGrp="1"/>
          </p:cNvSpPr>
          <p:nvPr>
            <p:ph sz="quarter" idx="14"/>
          </p:nvPr>
        </p:nvSpPr>
        <p:spPr>
          <a:xfrm>
            <a:off x="670562" y="2870200"/>
            <a:ext cx="5152604" cy="3096048"/>
          </a:xfrm>
        </p:spPr>
        <p:txBody>
          <a:bodyPr/>
          <a:lstStyle>
            <a:lvl1pPr>
              <a:defRPr sz="1867">
                <a:latin typeface="+mn-lt"/>
              </a:defRPr>
            </a:lvl1pPr>
            <a:lvl2pPr>
              <a:defRPr sz="1867">
                <a:latin typeface="+mn-lt"/>
              </a:defRPr>
            </a:lvl2pPr>
            <a:lvl3pPr>
              <a:defRPr sz="1600">
                <a:latin typeface="+mn-lt"/>
              </a:defRPr>
            </a:lvl3pPr>
            <a:lvl4pPr>
              <a:defRPr sz="1600"/>
            </a:lvl4pPr>
            <a:lvl5pPr>
              <a:defRPr sz="1600"/>
            </a:lvl5pPr>
          </a:lstStyle>
          <a:p>
            <a:pPr lvl="0"/>
            <a:r>
              <a:rPr lang="en-US"/>
              <a:t>Click to edit Master text styles</a:t>
            </a:r>
          </a:p>
          <a:p>
            <a:pPr lvl="1"/>
            <a:r>
              <a:rPr lang="en-US"/>
              <a:t>Second level</a:t>
            </a:r>
          </a:p>
          <a:p>
            <a:pPr lvl="2"/>
            <a:r>
              <a:rPr lang="en-US"/>
              <a:t>Third level</a:t>
            </a:r>
          </a:p>
        </p:txBody>
      </p:sp>
      <p:sp>
        <p:nvSpPr>
          <p:cNvPr id="7" name="Title 6">
            <a:extLst>
              <a:ext uri="{FF2B5EF4-FFF2-40B4-BE49-F238E27FC236}">
                <a16:creationId xmlns:a16="http://schemas.microsoft.com/office/drawing/2014/main" id="{1B071053-E294-48B6-82D4-81528F06E152}"/>
              </a:ext>
            </a:extLst>
          </p:cNvPr>
          <p:cNvSpPr>
            <a:spLocks noGrp="1"/>
          </p:cNvSpPr>
          <p:nvPr>
            <p:ph type="title"/>
          </p:nvPr>
        </p:nvSpPr>
        <p:spPr>
          <a:xfrm>
            <a:off x="670560" y="1584960"/>
            <a:ext cx="6441440" cy="520701"/>
          </a:xfrm>
        </p:spPr>
        <p:txBody>
          <a:bodyPr/>
          <a:lstStyle>
            <a:lvl1pPr>
              <a:defRPr>
                <a:solidFill>
                  <a:schemeClr val="tx1"/>
                </a:solidFill>
              </a:defRPr>
            </a:lvl1pPr>
          </a:lstStyle>
          <a:p>
            <a:r>
              <a:rPr lang="en-US"/>
              <a:t>Click to edit Master title style</a:t>
            </a:r>
            <a:endParaRPr lang="en-IN"/>
          </a:p>
        </p:txBody>
      </p:sp>
      <p:sp>
        <p:nvSpPr>
          <p:cNvPr id="5" name="Slide Number Placeholder 4">
            <a:extLst>
              <a:ext uri="{FF2B5EF4-FFF2-40B4-BE49-F238E27FC236}">
                <a16:creationId xmlns:a16="http://schemas.microsoft.com/office/drawing/2014/main" id="{FE19A2EC-AC9D-E1AE-A7D9-2E9D5B9D1094}"/>
              </a:ext>
            </a:extLst>
          </p:cNvPr>
          <p:cNvSpPr>
            <a:spLocks noGrp="1"/>
          </p:cNvSpPr>
          <p:nvPr>
            <p:ph type="sldNum" sz="quarter" idx="18"/>
          </p:nvPr>
        </p:nvSpPr>
        <p:spPr>
          <a:xfrm>
            <a:off x="11092520" y="6419110"/>
            <a:ext cx="554360" cy="366183"/>
          </a:xfrm>
          <a:prstGeom prst="rect">
            <a:avLst/>
          </a:prstGeom>
        </p:spPr>
        <p:txBody>
          <a:bodyPr/>
          <a:lstStyle/>
          <a:p>
            <a:pPr>
              <a:defRPr/>
            </a:pPr>
            <a:fld id="{7B2119CD-3B2D-4CEB-B404-D2E3F8CD6D69}" type="slidenum">
              <a:rPr lang="en-IN" smtClean="0"/>
              <a:pPr>
                <a:defRPr/>
              </a:pPr>
              <a:t>‹#›</a:t>
            </a:fld>
            <a:endParaRPr lang="en-IN"/>
          </a:p>
        </p:txBody>
      </p:sp>
      <p:sp>
        <p:nvSpPr>
          <p:cNvPr id="3" name="Footer Placeholder 4">
            <a:extLst>
              <a:ext uri="{FF2B5EF4-FFF2-40B4-BE49-F238E27FC236}">
                <a16:creationId xmlns:a16="http://schemas.microsoft.com/office/drawing/2014/main" id="{EE1309EC-D777-FAA5-F859-43C322CDEC67}"/>
              </a:ext>
            </a:extLst>
          </p:cNvPr>
          <p:cNvSpPr>
            <a:spLocks noGrp="1"/>
          </p:cNvSpPr>
          <p:nvPr>
            <p:ph type="ftr" sz="quarter" idx="3"/>
          </p:nvPr>
        </p:nvSpPr>
        <p:spPr>
          <a:xfrm>
            <a:off x="8372590" y="6413433"/>
            <a:ext cx="2646393" cy="374235"/>
          </a:xfrm>
          <a:prstGeom prst="rect">
            <a:avLst/>
          </a:prstGeom>
        </p:spPr>
        <p:txBody>
          <a:bodyPr vert="horz" lIns="91440" tIns="45720" rIns="91440" bIns="45720" rtlCol="0" anchor="b" anchorCtr="0"/>
          <a:lstStyle>
            <a:lvl1pPr algn="ctr">
              <a:defRPr lang="en-US" sz="933" kern="1200" dirty="0" smtClean="0">
                <a:solidFill>
                  <a:schemeClr val="tx1"/>
                </a:solidFill>
                <a:latin typeface="+mn-lt"/>
                <a:ea typeface="+mn-ea"/>
                <a:cs typeface="+mn-cs"/>
              </a:defRPr>
            </a:lvl1pPr>
          </a:lstStyle>
          <a:p>
            <a:r>
              <a:rPr lang="en-US"/>
              <a:t>ADC Innovation Pipeline |  1-Aug-25</a:t>
            </a:r>
          </a:p>
        </p:txBody>
      </p:sp>
    </p:spTree>
    <p:extLst>
      <p:ext uri="{BB962C8B-B14F-4D97-AF65-F5344CB8AC3E}">
        <p14:creationId xmlns:p14="http://schemas.microsoft.com/office/powerpoint/2010/main" val="3773450847"/>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type="secHead" preserve="1">
  <p:cSld name="Centered statement Yellow">
    <p:bg bwMode="auto">
      <p:bgPr>
        <a:solidFill>
          <a:schemeClr val="tx2"/>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bwMode="gray">
          <a:xfrm>
            <a:off x="670560" y="2706579"/>
            <a:ext cx="10850880" cy="1645920"/>
          </a:xfrm>
        </p:spPr>
        <p:txBody>
          <a:bodyPr wrap="square" rIns="0" bIns="0" anchor="t">
            <a:noAutofit/>
          </a:bodyPr>
          <a:lstStyle>
            <a:lvl1pPr algn="ctr">
              <a:lnSpc>
                <a:spcPct val="90000"/>
              </a:lnSpc>
              <a:defRPr sz="4000" b="0" cap="none" spc="0" baseline="0">
                <a:solidFill>
                  <a:schemeClr val="tx1"/>
                </a:solidFill>
                <a:latin typeface="+mj-lt"/>
              </a:defRPr>
            </a:lvl1pPr>
          </a:lstStyle>
          <a:p>
            <a:r>
              <a:rPr lang="en-US"/>
              <a:t>Click to edit master title style</a:t>
            </a:r>
          </a:p>
        </p:txBody>
      </p:sp>
      <p:sp>
        <p:nvSpPr>
          <p:cNvPr id="3" name="Text Placeholder 2"/>
          <p:cNvSpPr>
            <a:spLocks noGrp="1"/>
          </p:cNvSpPr>
          <p:nvPr>
            <p:ph type="body" idx="1" hasCustomPrompt="1"/>
          </p:nvPr>
        </p:nvSpPr>
        <p:spPr bwMode="gray">
          <a:xfrm>
            <a:off x="670560" y="1444729"/>
            <a:ext cx="10850880" cy="640080"/>
          </a:xfrm>
          <a:prstGeom prst="rect">
            <a:avLst/>
          </a:prstGeom>
        </p:spPr>
        <p:txBody>
          <a:bodyPr rIns="0" bIns="0" anchor="b"/>
          <a:lstStyle>
            <a:lvl1pPr marL="0" indent="0" algn="ctr">
              <a:lnSpc>
                <a:spcPct val="100000"/>
              </a:lnSpc>
              <a:buNone/>
              <a:defRPr sz="1867" b="0" cap="all" spc="200" baseline="0">
                <a:solidFill>
                  <a:schemeClr val="tx1"/>
                </a:solidFill>
                <a:latin typeface="+mn-lt"/>
                <a:cs typeface="Calibri" panose="020F0502020204030204" pitchFamily="34" charset="0"/>
              </a:defRPr>
            </a:lvl1pPr>
            <a:lvl2pPr marL="609570" indent="0">
              <a:buNone/>
              <a:defRPr sz="2400">
                <a:solidFill>
                  <a:schemeClr val="tx1">
                    <a:tint val="75000"/>
                  </a:schemeClr>
                </a:solidFill>
              </a:defRPr>
            </a:lvl2pPr>
            <a:lvl3pPr marL="1219140" indent="0">
              <a:buNone/>
              <a:defRPr sz="2133">
                <a:solidFill>
                  <a:schemeClr val="tx1">
                    <a:tint val="75000"/>
                  </a:schemeClr>
                </a:solidFill>
              </a:defRPr>
            </a:lvl3pPr>
            <a:lvl4pPr marL="1828709" indent="0">
              <a:buNone/>
              <a:defRPr sz="1867">
                <a:solidFill>
                  <a:schemeClr val="tx1">
                    <a:tint val="75000"/>
                  </a:schemeClr>
                </a:solidFill>
              </a:defRPr>
            </a:lvl4pPr>
            <a:lvl5pPr marL="2438278" indent="0">
              <a:buNone/>
              <a:defRPr sz="1867">
                <a:solidFill>
                  <a:schemeClr val="tx1">
                    <a:tint val="75000"/>
                  </a:schemeClr>
                </a:solidFill>
              </a:defRPr>
            </a:lvl5pPr>
            <a:lvl6pPr marL="3047848" indent="0">
              <a:buNone/>
              <a:defRPr sz="1867">
                <a:solidFill>
                  <a:schemeClr val="tx1">
                    <a:tint val="75000"/>
                  </a:schemeClr>
                </a:solidFill>
              </a:defRPr>
            </a:lvl6pPr>
            <a:lvl7pPr marL="3657418" indent="0">
              <a:buNone/>
              <a:defRPr sz="1867">
                <a:solidFill>
                  <a:schemeClr val="tx1">
                    <a:tint val="75000"/>
                  </a:schemeClr>
                </a:solidFill>
              </a:defRPr>
            </a:lvl7pPr>
            <a:lvl8pPr marL="4266987" indent="0">
              <a:buNone/>
              <a:defRPr sz="1867">
                <a:solidFill>
                  <a:schemeClr val="tx1">
                    <a:tint val="75000"/>
                  </a:schemeClr>
                </a:solidFill>
              </a:defRPr>
            </a:lvl8pPr>
            <a:lvl9pPr marL="4876557" indent="0">
              <a:buNone/>
              <a:defRPr sz="1867">
                <a:solidFill>
                  <a:schemeClr val="tx1">
                    <a:tint val="75000"/>
                  </a:schemeClr>
                </a:solidFill>
              </a:defRPr>
            </a:lvl9pPr>
          </a:lstStyle>
          <a:p>
            <a:pPr lvl="0"/>
            <a:r>
              <a:rPr lang="en-US"/>
              <a:t>CLICK TO EDIT MASTER TEXT STYLES</a:t>
            </a:r>
          </a:p>
        </p:txBody>
      </p:sp>
      <p:sp>
        <p:nvSpPr>
          <p:cNvPr id="10" name="Slide Number Placeholder 9">
            <a:extLst>
              <a:ext uri="{FF2B5EF4-FFF2-40B4-BE49-F238E27FC236}">
                <a16:creationId xmlns:a16="http://schemas.microsoft.com/office/drawing/2014/main" id="{00E02CAF-4CC0-4859-963B-FC187D3CD31C}"/>
              </a:ext>
            </a:extLst>
          </p:cNvPr>
          <p:cNvSpPr>
            <a:spLocks noGrp="1"/>
          </p:cNvSpPr>
          <p:nvPr>
            <p:ph type="sldNum" sz="quarter" idx="12"/>
          </p:nvPr>
        </p:nvSpPr>
        <p:spPr>
          <a:xfrm>
            <a:off x="11092520" y="6419110"/>
            <a:ext cx="554360" cy="366183"/>
          </a:xfrm>
          <a:prstGeom prst="rect">
            <a:avLst/>
          </a:prstGeom>
        </p:spPr>
        <p:txBody>
          <a:bodyPr/>
          <a:lstStyle>
            <a:lvl1pPr>
              <a:defRPr>
                <a:solidFill>
                  <a:srgbClr val="222731"/>
                </a:solidFill>
              </a:defRPr>
            </a:lvl1pPr>
          </a:lstStyle>
          <a:p>
            <a:pPr>
              <a:defRPr/>
            </a:pPr>
            <a:fld id="{7B2119CD-3B2D-4CEB-B404-D2E3F8CD6D69}" type="slidenum">
              <a:rPr lang="en-IN" smtClean="0"/>
              <a:pPr>
                <a:defRPr/>
              </a:pPr>
              <a:t>‹#›</a:t>
            </a:fld>
            <a:endParaRPr lang="en-IN"/>
          </a:p>
        </p:txBody>
      </p:sp>
      <p:sp>
        <p:nvSpPr>
          <p:cNvPr id="5" name="Content Placeholder 2">
            <a:extLst>
              <a:ext uri="{FF2B5EF4-FFF2-40B4-BE49-F238E27FC236}">
                <a16:creationId xmlns:a16="http://schemas.microsoft.com/office/drawing/2014/main" id="{3D919117-8F29-0B0C-28FB-F46CFA763070}"/>
              </a:ext>
            </a:extLst>
          </p:cNvPr>
          <p:cNvSpPr txBox="1">
            <a:spLocks/>
          </p:cNvSpPr>
          <p:nvPr userDrawn="1"/>
        </p:nvSpPr>
        <p:spPr bwMode="gray">
          <a:xfrm>
            <a:off x="670562" y="6343414"/>
            <a:ext cx="5082732" cy="374895"/>
          </a:xfrm>
          <a:prstGeom prst="rect">
            <a:avLst/>
          </a:prstGeom>
        </p:spPr>
        <p:txBody>
          <a:bodyPr vert="horz" lIns="0" tIns="0" rIns="0" bIns="0" anchor="b" anchorCtr="0"/>
          <a:lstStyle>
            <a:lvl1pPr marL="0" indent="0" algn="l" defTabSz="457200" rtl="0" eaLnBrk="1" latinLnBrk="0" hangingPunct="1">
              <a:spcBef>
                <a:spcPct val="20000"/>
              </a:spcBef>
              <a:buFont typeface="Arial"/>
              <a:buNone/>
              <a:defRPr sz="900" kern="1200">
                <a:solidFill>
                  <a:schemeClr val="tx1"/>
                </a:solidFill>
                <a:latin typeface="Georgia"/>
                <a:ea typeface="+mn-ea"/>
                <a:cs typeface="Georgia"/>
              </a:defRPr>
            </a:lvl1pPr>
            <a:lvl2pPr marL="457200" indent="0" algn="l" defTabSz="457200" rtl="0" eaLnBrk="1" latinLnBrk="0" hangingPunct="1">
              <a:spcBef>
                <a:spcPct val="20000"/>
              </a:spcBef>
              <a:buFont typeface="Arial"/>
              <a:buNone/>
              <a:defRPr sz="900" kern="1200">
                <a:solidFill>
                  <a:schemeClr val="tx1"/>
                </a:solidFill>
                <a:latin typeface="Georgia"/>
                <a:ea typeface="+mn-ea"/>
                <a:cs typeface="Georgia"/>
              </a:defRPr>
            </a:lvl2pPr>
            <a:lvl3pPr marL="914400" indent="0" algn="l" defTabSz="457200" rtl="0" eaLnBrk="1" latinLnBrk="0" hangingPunct="1">
              <a:spcBef>
                <a:spcPct val="20000"/>
              </a:spcBef>
              <a:buFont typeface="Arial"/>
              <a:buNone/>
              <a:defRPr sz="900" kern="1200">
                <a:solidFill>
                  <a:schemeClr val="tx1"/>
                </a:solidFill>
                <a:latin typeface="Georgia"/>
                <a:ea typeface="+mn-ea"/>
                <a:cs typeface="Georgia"/>
              </a:defRPr>
            </a:lvl3pPr>
            <a:lvl4pPr marL="1371600" indent="0" algn="l" defTabSz="457200" rtl="0" eaLnBrk="1" latinLnBrk="0" hangingPunct="1">
              <a:spcBef>
                <a:spcPct val="20000"/>
              </a:spcBef>
              <a:buFont typeface="Arial"/>
              <a:buNone/>
              <a:defRPr sz="900" kern="1200">
                <a:solidFill>
                  <a:schemeClr val="tx1"/>
                </a:solidFill>
                <a:latin typeface="Georgia"/>
                <a:ea typeface="+mn-ea"/>
                <a:cs typeface="Georgia"/>
              </a:defRPr>
            </a:lvl4pPr>
            <a:lvl5pPr marL="1828800" indent="0" algn="l" defTabSz="457200" rtl="0" eaLnBrk="1" latinLnBrk="0" hangingPunct="1">
              <a:spcBef>
                <a:spcPct val="20000"/>
              </a:spcBef>
              <a:buFont typeface="Arial"/>
              <a:buNone/>
              <a:defRPr sz="900" kern="1200">
                <a:solidFill>
                  <a:schemeClr val="tx1"/>
                </a:solidFill>
                <a:latin typeface="Georgia"/>
                <a:ea typeface="+mn-ea"/>
                <a:cs typeface="Georgia"/>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l" defTabSz="609570" rtl="0" eaLnBrk="1" fontAlgn="auto" latinLnBrk="0" hangingPunct="1">
              <a:lnSpc>
                <a:spcPct val="100000"/>
              </a:lnSpc>
              <a:spcBef>
                <a:spcPts val="0"/>
              </a:spcBef>
              <a:spcAft>
                <a:spcPts val="0"/>
              </a:spcAft>
              <a:buClrTx/>
              <a:buSzTx/>
              <a:buFont typeface="Arial"/>
              <a:buNone/>
              <a:tabLst/>
              <a:defRPr/>
            </a:pPr>
            <a:r>
              <a:rPr lang="en-US" sz="933" kern="1200">
                <a:solidFill>
                  <a:schemeClr val="tx1"/>
                </a:solidFill>
                <a:latin typeface="+mn-lt"/>
                <a:ea typeface="+mn-ea"/>
                <a:cs typeface="Calibri" panose="020F0502020204030204" pitchFamily="34" charset="0"/>
              </a:rPr>
              <a:t>The sensor housing, </a:t>
            </a:r>
            <a:r>
              <a:rPr lang="en-US" sz="933" kern="1200" err="1">
                <a:solidFill>
                  <a:schemeClr val="tx1"/>
                </a:solidFill>
                <a:latin typeface="+mn-lt"/>
                <a:ea typeface="+mn-ea"/>
                <a:cs typeface="Calibri" panose="020F0502020204030204" pitchFamily="34" charset="0"/>
              </a:rPr>
              <a:t>FreeStyle</a:t>
            </a:r>
            <a:r>
              <a:rPr lang="en-US" sz="933" kern="1200">
                <a:solidFill>
                  <a:schemeClr val="tx1"/>
                </a:solidFill>
                <a:latin typeface="+mn-lt"/>
                <a:ea typeface="+mn-ea"/>
                <a:cs typeface="Calibri" panose="020F0502020204030204" pitchFamily="34" charset="0"/>
              </a:rPr>
              <a:t>, Libre, and related brand marks are marks of Abbott.</a:t>
            </a:r>
          </a:p>
          <a:p>
            <a:pPr>
              <a:spcBef>
                <a:spcPts val="0"/>
              </a:spcBef>
            </a:pPr>
            <a:r>
              <a:rPr lang="en-US" sz="933" kern="1200">
                <a:solidFill>
                  <a:schemeClr val="tx1"/>
                </a:solidFill>
                <a:latin typeface="+mn-lt"/>
                <a:ea typeface="+mn-ea"/>
                <a:cs typeface="Calibri" panose="020F0502020204030204" pitchFamily="34" charset="0"/>
              </a:rPr>
              <a:t>Proprietary and confidential — do not distribute. ADC-XXXXX v1.0</a:t>
            </a:r>
          </a:p>
        </p:txBody>
      </p:sp>
      <p:sp>
        <p:nvSpPr>
          <p:cNvPr id="4" name="Footer Placeholder 4">
            <a:extLst>
              <a:ext uri="{FF2B5EF4-FFF2-40B4-BE49-F238E27FC236}">
                <a16:creationId xmlns:a16="http://schemas.microsoft.com/office/drawing/2014/main" id="{A3C9DE8F-C60F-1540-0112-48EB56BFB063}"/>
              </a:ext>
            </a:extLst>
          </p:cNvPr>
          <p:cNvSpPr>
            <a:spLocks noGrp="1"/>
          </p:cNvSpPr>
          <p:nvPr>
            <p:ph type="ftr" sz="quarter" idx="3"/>
          </p:nvPr>
        </p:nvSpPr>
        <p:spPr>
          <a:xfrm>
            <a:off x="8372590" y="6413433"/>
            <a:ext cx="2646393" cy="374235"/>
          </a:xfrm>
          <a:prstGeom prst="rect">
            <a:avLst/>
          </a:prstGeom>
        </p:spPr>
        <p:txBody>
          <a:bodyPr vert="horz" lIns="91440" tIns="45720" rIns="91440" bIns="45720" rtlCol="0" anchor="b" anchorCtr="0"/>
          <a:lstStyle>
            <a:lvl1pPr algn="ctr">
              <a:defRPr lang="en-US" sz="933" kern="1200" dirty="0" smtClean="0">
                <a:solidFill>
                  <a:schemeClr val="tx1"/>
                </a:solidFill>
                <a:latin typeface="+mn-lt"/>
                <a:ea typeface="+mn-ea"/>
                <a:cs typeface="+mn-cs"/>
              </a:defRPr>
            </a:lvl1pPr>
          </a:lstStyle>
          <a:p>
            <a:r>
              <a:rPr lang="en-US"/>
              <a:t>ADC Innovation Pipeline |  1-Aug-25</a:t>
            </a:r>
          </a:p>
        </p:txBody>
      </p:sp>
    </p:spTree>
    <p:extLst>
      <p:ext uri="{BB962C8B-B14F-4D97-AF65-F5344CB8AC3E}">
        <p14:creationId xmlns:p14="http://schemas.microsoft.com/office/powerpoint/2010/main" val="2429725363"/>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type="secHead" preserve="1">
  <p:cSld name="Centered statement Charcoal">
    <p:bg bwMode="auto">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bwMode="gray">
          <a:xfrm>
            <a:off x="670560" y="2706579"/>
            <a:ext cx="10850880" cy="1645920"/>
          </a:xfrm>
        </p:spPr>
        <p:txBody>
          <a:bodyPr wrap="square" rIns="0" bIns="0" anchor="t">
            <a:noAutofit/>
          </a:bodyPr>
          <a:lstStyle>
            <a:lvl1pPr algn="ctr">
              <a:lnSpc>
                <a:spcPct val="90000"/>
              </a:lnSpc>
              <a:defRPr sz="4000" b="0" cap="none" spc="0" baseline="0">
                <a:solidFill>
                  <a:schemeClr val="bg1"/>
                </a:solidFill>
                <a:latin typeface="+mj-lt"/>
              </a:defRPr>
            </a:lvl1pPr>
          </a:lstStyle>
          <a:p>
            <a:r>
              <a:rPr lang="en-US"/>
              <a:t>Click to edit master title style</a:t>
            </a:r>
          </a:p>
        </p:txBody>
      </p:sp>
      <p:sp>
        <p:nvSpPr>
          <p:cNvPr id="3" name="Text Placeholder 2"/>
          <p:cNvSpPr>
            <a:spLocks noGrp="1"/>
          </p:cNvSpPr>
          <p:nvPr>
            <p:ph type="body" idx="1" hasCustomPrompt="1"/>
          </p:nvPr>
        </p:nvSpPr>
        <p:spPr bwMode="gray">
          <a:xfrm>
            <a:off x="670560" y="1444729"/>
            <a:ext cx="10850880" cy="640080"/>
          </a:xfrm>
          <a:prstGeom prst="rect">
            <a:avLst/>
          </a:prstGeom>
        </p:spPr>
        <p:txBody>
          <a:bodyPr rIns="0" bIns="0" anchor="b"/>
          <a:lstStyle>
            <a:lvl1pPr marL="0" indent="0" algn="ctr">
              <a:lnSpc>
                <a:spcPct val="100000"/>
              </a:lnSpc>
              <a:buNone/>
              <a:defRPr sz="1867" b="0" cap="all" spc="200" baseline="0">
                <a:solidFill>
                  <a:schemeClr val="bg1"/>
                </a:solidFill>
                <a:latin typeface="+mn-lt"/>
                <a:cs typeface="Calibri" panose="020F0502020204030204" pitchFamily="34" charset="0"/>
              </a:defRPr>
            </a:lvl1pPr>
            <a:lvl2pPr marL="609570" indent="0">
              <a:buNone/>
              <a:defRPr sz="2400">
                <a:solidFill>
                  <a:schemeClr val="tx1">
                    <a:tint val="75000"/>
                  </a:schemeClr>
                </a:solidFill>
              </a:defRPr>
            </a:lvl2pPr>
            <a:lvl3pPr marL="1219140" indent="0">
              <a:buNone/>
              <a:defRPr sz="2133">
                <a:solidFill>
                  <a:schemeClr val="tx1">
                    <a:tint val="75000"/>
                  </a:schemeClr>
                </a:solidFill>
              </a:defRPr>
            </a:lvl3pPr>
            <a:lvl4pPr marL="1828709" indent="0">
              <a:buNone/>
              <a:defRPr sz="1867">
                <a:solidFill>
                  <a:schemeClr val="tx1">
                    <a:tint val="75000"/>
                  </a:schemeClr>
                </a:solidFill>
              </a:defRPr>
            </a:lvl4pPr>
            <a:lvl5pPr marL="2438278" indent="0">
              <a:buNone/>
              <a:defRPr sz="1867">
                <a:solidFill>
                  <a:schemeClr val="tx1">
                    <a:tint val="75000"/>
                  </a:schemeClr>
                </a:solidFill>
              </a:defRPr>
            </a:lvl5pPr>
            <a:lvl6pPr marL="3047848" indent="0">
              <a:buNone/>
              <a:defRPr sz="1867">
                <a:solidFill>
                  <a:schemeClr val="tx1">
                    <a:tint val="75000"/>
                  </a:schemeClr>
                </a:solidFill>
              </a:defRPr>
            </a:lvl6pPr>
            <a:lvl7pPr marL="3657418" indent="0">
              <a:buNone/>
              <a:defRPr sz="1867">
                <a:solidFill>
                  <a:schemeClr val="tx1">
                    <a:tint val="75000"/>
                  </a:schemeClr>
                </a:solidFill>
              </a:defRPr>
            </a:lvl7pPr>
            <a:lvl8pPr marL="4266987" indent="0">
              <a:buNone/>
              <a:defRPr sz="1867">
                <a:solidFill>
                  <a:schemeClr val="tx1">
                    <a:tint val="75000"/>
                  </a:schemeClr>
                </a:solidFill>
              </a:defRPr>
            </a:lvl8pPr>
            <a:lvl9pPr marL="4876557" indent="0">
              <a:buNone/>
              <a:defRPr sz="1867">
                <a:solidFill>
                  <a:schemeClr val="tx1">
                    <a:tint val="75000"/>
                  </a:schemeClr>
                </a:solidFill>
              </a:defRPr>
            </a:lvl9pPr>
          </a:lstStyle>
          <a:p>
            <a:pPr lvl="0"/>
            <a:r>
              <a:rPr lang="en-US"/>
              <a:t>CLICK TO EDIT MASTER TEXT STYLES</a:t>
            </a:r>
          </a:p>
        </p:txBody>
      </p:sp>
      <p:sp>
        <p:nvSpPr>
          <p:cNvPr id="10" name="Slide Number Placeholder 9">
            <a:extLst>
              <a:ext uri="{FF2B5EF4-FFF2-40B4-BE49-F238E27FC236}">
                <a16:creationId xmlns:a16="http://schemas.microsoft.com/office/drawing/2014/main" id="{00E02CAF-4CC0-4859-963B-FC187D3CD31C}"/>
              </a:ext>
            </a:extLst>
          </p:cNvPr>
          <p:cNvSpPr>
            <a:spLocks noGrp="1"/>
          </p:cNvSpPr>
          <p:nvPr>
            <p:ph type="sldNum" sz="quarter" idx="12"/>
          </p:nvPr>
        </p:nvSpPr>
        <p:spPr>
          <a:xfrm>
            <a:off x="11092520" y="6419110"/>
            <a:ext cx="554360" cy="366183"/>
          </a:xfrm>
          <a:prstGeom prst="rect">
            <a:avLst/>
          </a:prstGeom>
        </p:spPr>
        <p:txBody>
          <a:bodyPr/>
          <a:lstStyle>
            <a:lvl1pPr>
              <a:defRPr>
                <a:solidFill>
                  <a:schemeClr val="bg2"/>
                </a:solidFill>
              </a:defRPr>
            </a:lvl1pPr>
          </a:lstStyle>
          <a:p>
            <a:pPr>
              <a:defRPr/>
            </a:pPr>
            <a:fld id="{7B2119CD-3B2D-4CEB-B404-D2E3F8CD6D69}" type="slidenum">
              <a:rPr lang="en-IN" smtClean="0"/>
              <a:pPr>
                <a:defRPr/>
              </a:pPr>
              <a:t>‹#›</a:t>
            </a:fld>
            <a:endParaRPr lang="en-IN"/>
          </a:p>
        </p:txBody>
      </p:sp>
      <p:sp>
        <p:nvSpPr>
          <p:cNvPr id="5" name="Content Placeholder 2">
            <a:extLst>
              <a:ext uri="{FF2B5EF4-FFF2-40B4-BE49-F238E27FC236}">
                <a16:creationId xmlns:a16="http://schemas.microsoft.com/office/drawing/2014/main" id="{3D919117-8F29-0B0C-28FB-F46CFA763070}"/>
              </a:ext>
            </a:extLst>
          </p:cNvPr>
          <p:cNvSpPr txBox="1">
            <a:spLocks/>
          </p:cNvSpPr>
          <p:nvPr userDrawn="1"/>
        </p:nvSpPr>
        <p:spPr bwMode="gray">
          <a:xfrm>
            <a:off x="670562" y="6343414"/>
            <a:ext cx="5082732" cy="374895"/>
          </a:xfrm>
          <a:prstGeom prst="rect">
            <a:avLst/>
          </a:prstGeom>
        </p:spPr>
        <p:txBody>
          <a:bodyPr vert="horz" lIns="0" tIns="0" rIns="0" bIns="0" anchor="b" anchorCtr="0"/>
          <a:lstStyle>
            <a:lvl1pPr marL="0" indent="0" algn="l" defTabSz="457200" rtl="0" eaLnBrk="1" latinLnBrk="0" hangingPunct="1">
              <a:spcBef>
                <a:spcPct val="20000"/>
              </a:spcBef>
              <a:buFont typeface="Arial"/>
              <a:buNone/>
              <a:defRPr sz="900" kern="1200">
                <a:solidFill>
                  <a:schemeClr val="tx1"/>
                </a:solidFill>
                <a:latin typeface="Georgia"/>
                <a:ea typeface="+mn-ea"/>
                <a:cs typeface="Georgia"/>
              </a:defRPr>
            </a:lvl1pPr>
            <a:lvl2pPr marL="457200" indent="0" algn="l" defTabSz="457200" rtl="0" eaLnBrk="1" latinLnBrk="0" hangingPunct="1">
              <a:spcBef>
                <a:spcPct val="20000"/>
              </a:spcBef>
              <a:buFont typeface="Arial"/>
              <a:buNone/>
              <a:defRPr sz="900" kern="1200">
                <a:solidFill>
                  <a:schemeClr val="tx1"/>
                </a:solidFill>
                <a:latin typeface="Georgia"/>
                <a:ea typeface="+mn-ea"/>
                <a:cs typeface="Georgia"/>
              </a:defRPr>
            </a:lvl2pPr>
            <a:lvl3pPr marL="914400" indent="0" algn="l" defTabSz="457200" rtl="0" eaLnBrk="1" latinLnBrk="0" hangingPunct="1">
              <a:spcBef>
                <a:spcPct val="20000"/>
              </a:spcBef>
              <a:buFont typeface="Arial"/>
              <a:buNone/>
              <a:defRPr sz="900" kern="1200">
                <a:solidFill>
                  <a:schemeClr val="tx1"/>
                </a:solidFill>
                <a:latin typeface="Georgia"/>
                <a:ea typeface="+mn-ea"/>
                <a:cs typeface="Georgia"/>
              </a:defRPr>
            </a:lvl3pPr>
            <a:lvl4pPr marL="1371600" indent="0" algn="l" defTabSz="457200" rtl="0" eaLnBrk="1" latinLnBrk="0" hangingPunct="1">
              <a:spcBef>
                <a:spcPct val="20000"/>
              </a:spcBef>
              <a:buFont typeface="Arial"/>
              <a:buNone/>
              <a:defRPr sz="900" kern="1200">
                <a:solidFill>
                  <a:schemeClr val="tx1"/>
                </a:solidFill>
                <a:latin typeface="Georgia"/>
                <a:ea typeface="+mn-ea"/>
                <a:cs typeface="Georgia"/>
              </a:defRPr>
            </a:lvl4pPr>
            <a:lvl5pPr marL="1828800" indent="0" algn="l" defTabSz="457200" rtl="0" eaLnBrk="1" latinLnBrk="0" hangingPunct="1">
              <a:spcBef>
                <a:spcPct val="20000"/>
              </a:spcBef>
              <a:buFont typeface="Arial"/>
              <a:buNone/>
              <a:defRPr sz="900" kern="1200">
                <a:solidFill>
                  <a:schemeClr val="tx1"/>
                </a:solidFill>
                <a:latin typeface="Georgia"/>
                <a:ea typeface="+mn-ea"/>
                <a:cs typeface="Georgia"/>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l" defTabSz="609570" rtl="0" eaLnBrk="1" fontAlgn="auto" latinLnBrk="0" hangingPunct="1">
              <a:lnSpc>
                <a:spcPct val="100000"/>
              </a:lnSpc>
              <a:spcBef>
                <a:spcPts val="0"/>
              </a:spcBef>
              <a:spcAft>
                <a:spcPts val="0"/>
              </a:spcAft>
              <a:buClrTx/>
              <a:buSzTx/>
              <a:buFont typeface="Arial"/>
              <a:buNone/>
              <a:tabLst/>
              <a:defRPr/>
            </a:pPr>
            <a:r>
              <a:rPr lang="en-US" sz="933" kern="1200">
                <a:solidFill>
                  <a:schemeClr val="bg2"/>
                </a:solidFill>
                <a:latin typeface="+mn-lt"/>
                <a:ea typeface="+mn-ea"/>
                <a:cs typeface="Calibri" panose="020F0502020204030204" pitchFamily="34" charset="0"/>
              </a:rPr>
              <a:t>The sensor housing, </a:t>
            </a:r>
            <a:r>
              <a:rPr lang="en-US" sz="933" kern="1200" err="1">
                <a:solidFill>
                  <a:schemeClr val="bg2"/>
                </a:solidFill>
                <a:latin typeface="+mn-lt"/>
                <a:ea typeface="+mn-ea"/>
                <a:cs typeface="Calibri" panose="020F0502020204030204" pitchFamily="34" charset="0"/>
              </a:rPr>
              <a:t>FreeStyle</a:t>
            </a:r>
            <a:r>
              <a:rPr lang="en-US" sz="933" kern="1200">
                <a:solidFill>
                  <a:schemeClr val="bg2"/>
                </a:solidFill>
                <a:latin typeface="+mn-lt"/>
                <a:ea typeface="+mn-ea"/>
                <a:cs typeface="Calibri" panose="020F0502020204030204" pitchFamily="34" charset="0"/>
              </a:rPr>
              <a:t>, Libre, and related brand marks are marks of Abbott.</a:t>
            </a:r>
          </a:p>
          <a:p>
            <a:pPr>
              <a:spcBef>
                <a:spcPts val="0"/>
              </a:spcBef>
            </a:pPr>
            <a:r>
              <a:rPr lang="en-US" sz="933" kern="1200">
                <a:solidFill>
                  <a:schemeClr val="bg2"/>
                </a:solidFill>
                <a:latin typeface="+mn-lt"/>
                <a:ea typeface="+mn-ea"/>
                <a:cs typeface="Calibri" panose="020F0502020204030204" pitchFamily="34" charset="0"/>
              </a:rPr>
              <a:t>Proprietary and confidential — do not distribute. ADC-XXXXX v1.0</a:t>
            </a:r>
          </a:p>
        </p:txBody>
      </p:sp>
      <p:sp>
        <p:nvSpPr>
          <p:cNvPr id="4" name="Footer Placeholder 4">
            <a:extLst>
              <a:ext uri="{FF2B5EF4-FFF2-40B4-BE49-F238E27FC236}">
                <a16:creationId xmlns:a16="http://schemas.microsoft.com/office/drawing/2014/main" id="{93412C2D-1660-AA63-80AF-C50FA0B4FF7F}"/>
              </a:ext>
            </a:extLst>
          </p:cNvPr>
          <p:cNvSpPr>
            <a:spLocks noGrp="1"/>
          </p:cNvSpPr>
          <p:nvPr>
            <p:ph type="ftr" sz="quarter" idx="3"/>
          </p:nvPr>
        </p:nvSpPr>
        <p:spPr>
          <a:xfrm>
            <a:off x="8372590" y="6413433"/>
            <a:ext cx="2646393" cy="374235"/>
          </a:xfrm>
          <a:prstGeom prst="rect">
            <a:avLst/>
          </a:prstGeom>
        </p:spPr>
        <p:txBody>
          <a:bodyPr vert="horz" lIns="91440" tIns="45720" rIns="91440" bIns="45720" rtlCol="0" anchor="b" anchorCtr="0"/>
          <a:lstStyle>
            <a:lvl1pPr algn="ctr">
              <a:defRPr lang="en-US" sz="933" kern="1200" dirty="0" smtClean="0">
                <a:solidFill>
                  <a:schemeClr val="bg1"/>
                </a:solidFill>
                <a:latin typeface="+mn-lt"/>
                <a:ea typeface="+mn-ea"/>
                <a:cs typeface="+mn-cs"/>
              </a:defRPr>
            </a:lvl1pPr>
          </a:lstStyle>
          <a:p>
            <a:r>
              <a:rPr lang="en-US"/>
              <a:t>ADC Innovation Pipeline |  1-Aug-25</a:t>
            </a:r>
          </a:p>
        </p:txBody>
      </p:sp>
    </p:spTree>
    <p:extLst>
      <p:ext uri="{BB962C8B-B14F-4D97-AF65-F5344CB8AC3E}">
        <p14:creationId xmlns:p14="http://schemas.microsoft.com/office/powerpoint/2010/main" val="1460718367"/>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Quote with Solid Background">
    <p:bg bwMode="auto">
      <p:bgPr>
        <a:solidFill>
          <a:schemeClr val="tx2"/>
        </a:solidFill>
        <a:effectLst/>
      </p:bgPr>
    </p:bg>
    <p:spTree>
      <p:nvGrpSpPr>
        <p:cNvPr id="1" name=""/>
        <p:cNvGrpSpPr/>
        <p:nvPr/>
      </p:nvGrpSpPr>
      <p:grpSpPr>
        <a:xfrm>
          <a:off x="0" y="0"/>
          <a:ext cx="0" cy="0"/>
          <a:chOff x="0" y="0"/>
          <a:chExt cx="0" cy="0"/>
        </a:xfrm>
      </p:grpSpPr>
      <p:sp>
        <p:nvSpPr>
          <p:cNvPr id="7" name="Text Placeholder 6"/>
          <p:cNvSpPr>
            <a:spLocks noGrp="1"/>
          </p:cNvSpPr>
          <p:nvPr>
            <p:ph type="body" sz="quarter" idx="13" hasCustomPrompt="1"/>
          </p:nvPr>
        </p:nvSpPr>
        <p:spPr bwMode="gray">
          <a:xfrm>
            <a:off x="1828800" y="2011680"/>
            <a:ext cx="9144000" cy="3566160"/>
          </a:xfrm>
          <a:prstGeom prst="rect">
            <a:avLst/>
          </a:prstGeom>
        </p:spPr>
        <p:txBody>
          <a:bodyPr/>
          <a:lstStyle>
            <a:lvl1pPr algn="l">
              <a:lnSpc>
                <a:spcPct val="100000"/>
              </a:lnSpc>
              <a:defRPr sz="3200" b="0">
                <a:solidFill>
                  <a:schemeClr val="accent3"/>
                </a:solidFill>
                <a:latin typeface="+mj-lt"/>
              </a:defRPr>
            </a:lvl1pPr>
            <a:lvl2pPr marL="1828709" indent="-304784" algn="l">
              <a:lnSpc>
                <a:spcPct val="100000"/>
              </a:lnSpc>
              <a:spcBef>
                <a:spcPts val="2400"/>
              </a:spcBef>
              <a:buFont typeface="Arial" panose="020B0604020202020204" pitchFamily="34" charset="0"/>
              <a:buChar char="–"/>
              <a:defRPr sz="2400">
                <a:solidFill>
                  <a:srgbClr val="222731"/>
                </a:solidFill>
                <a:latin typeface="+mj-lt"/>
              </a:defRPr>
            </a:lvl2pPr>
          </a:lstStyle>
          <a:p>
            <a:pPr lvl="0"/>
            <a:r>
              <a:rPr lang="en-US"/>
              <a:t>Click to edit quote text</a:t>
            </a:r>
          </a:p>
          <a:p>
            <a:pPr lvl="1"/>
            <a:r>
              <a:rPr lang="en-US"/>
              <a:t>Second level for attribution</a:t>
            </a:r>
          </a:p>
        </p:txBody>
      </p:sp>
      <p:sp>
        <p:nvSpPr>
          <p:cNvPr id="4" name="Slide Number Placeholder 3">
            <a:extLst>
              <a:ext uri="{FF2B5EF4-FFF2-40B4-BE49-F238E27FC236}">
                <a16:creationId xmlns:a16="http://schemas.microsoft.com/office/drawing/2014/main" id="{3367B97B-43D6-430D-9C83-B8A0A565552C}"/>
              </a:ext>
            </a:extLst>
          </p:cNvPr>
          <p:cNvSpPr>
            <a:spLocks noGrp="1"/>
          </p:cNvSpPr>
          <p:nvPr>
            <p:ph type="sldNum" sz="quarter" idx="16"/>
          </p:nvPr>
        </p:nvSpPr>
        <p:spPr>
          <a:xfrm>
            <a:off x="11092520" y="6419110"/>
            <a:ext cx="554360" cy="366183"/>
          </a:xfrm>
          <a:prstGeom prst="rect">
            <a:avLst/>
          </a:prstGeom>
        </p:spPr>
        <p:txBody>
          <a:bodyPr/>
          <a:lstStyle>
            <a:lvl1pPr>
              <a:defRPr>
                <a:solidFill>
                  <a:srgbClr val="222731"/>
                </a:solidFill>
              </a:defRPr>
            </a:lvl1pPr>
          </a:lstStyle>
          <a:p>
            <a:pPr>
              <a:defRPr/>
            </a:pPr>
            <a:fld id="{7B2119CD-3B2D-4CEB-B404-D2E3F8CD6D69}" type="slidenum">
              <a:rPr lang="en-IN" smtClean="0"/>
              <a:pPr>
                <a:defRPr/>
              </a:pPr>
              <a:t>‹#›</a:t>
            </a:fld>
            <a:endParaRPr lang="en-IN"/>
          </a:p>
        </p:txBody>
      </p:sp>
      <p:sp>
        <p:nvSpPr>
          <p:cNvPr id="6" name="Content Placeholder 2">
            <a:extLst>
              <a:ext uri="{FF2B5EF4-FFF2-40B4-BE49-F238E27FC236}">
                <a16:creationId xmlns:a16="http://schemas.microsoft.com/office/drawing/2014/main" id="{41C7B507-444E-FD37-F405-2B2D37428313}"/>
              </a:ext>
            </a:extLst>
          </p:cNvPr>
          <p:cNvSpPr txBox="1">
            <a:spLocks/>
          </p:cNvSpPr>
          <p:nvPr userDrawn="1"/>
        </p:nvSpPr>
        <p:spPr bwMode="gray">
          <a:xfrm>
            <a:off x="670562" y="6343414"/>
            <a:ext cx="5082732" cy="374895"/>
          </a:xfrm>
          <a:prstGeom prst="rect">
            <a:avLst/>
          </a:prstGeom>
        </p:spPr>
        <p:txBody>
          <a:bodyPr vert="horz" lIns="0" tIns="0" rIns="0" bIns="0" anchor="b" anchorCtr="0"/>
          <a:lstStyle>
            <a:lvl1pPr marL="0" indent="0" algn="l" defTabSz="457200" rtl="0" eaLnBrk="1" latinLnBrk="0" hangingPunct="1">
              <a:spcBef>
                <a:spcPct val="20000"/>
              </a:spcBef>
              <a:buFont typeface="Arial"/>
              <a:buNone/>
              <a:defRPr sz="900" kern="1200">
                <a:solidFill>
                  <a:schemeClr val="tx1"/>
                </a:solidFill>
                <a:latin typeface="Georgia"/>
                <a:ea typeface="+mn-ea"/>
                <a:cs typeface="Georgia"/>
              </a:defRPr>
            </a:lvl1pPr>
            <a:lvl2pPr marL="457200" indent="0" algn="l" defTabSz="457200" rtl="0" eaLnBrk="1" latinLnBrk="0" hangingPunct="1">
              <a:spcBef>
                <a:spcPct val="20000"/>
              </a:spcBef>
              <a:buFont typeface="Arial"/>
              <a:buNone/>
              <a:defRPr sz="900" kern="1200">
                <a:solidFill>
                  <a:schemeClr val="tx1"/>
                </a:solidFill>
                <a:latin typeface="Georgia"/>
                <a:ea typeface="+mn-ea"/>
                <a:cs typeface="Georgia"/>
              </a:defRPr>
            </a:lvl2pPr>
            <a:lvl3pPr marL="914400" indent="0" algn="l" defTabSz="457200" rtl="0" eaLnBrk="1" latinLnBrk="0" hangingPunct="1">
              <a:spcBef>
                <a:spcPct val="20000"/>
              </a:spcBef>
              <a:buFont typeface="Arial"/>
              <a:buNone/>
              <a:defRPr sz="900" kern="1200">
                <a:solidFill>
                  <a:schemeClr val="tx1"/>
                </a:solidFill>
                <a:latin typeface="Georgia"/>
                <a:ea typeface="+mn-ea"/>
                <a:cs typeface="Georgia"/>
              </a:defRPr>
            </a:lvl3pPr>
            <a:lvl4pPr marL="1371600" indent="0" algn="l" defTabSz="457200" rtl="0" eaLnBrk="1" latinLnBrk="0" hangingPunct="1">
              <a:spcBef>
                <a:spcPct val="20000"/>
              </a:spcBef>
              <a:buFont typeface="Arial"/>
              <a:buNone/>
              <a:defRPr sz="900" kern="1200">
                <a:solidFill>
                  <a:schemeClr val="tx1"/>
                </a:solidFill>
                <a:latin typeface="Georgia"/>
                <a:ea typeface="+mn-ea"/>
                <a:cs typeface="Georgia"/>
              </a:defRPr>
            </a:lvl4pPr>
            <a:lvl5pPr marL="1828800" indent="0" algn="l" defTabSz="457200" rtl="0" eaLnBrk="1" latinLnBrk="0" hangingPunct="1">
              <a:spcBef>
                <a:spcPct val="20000"/>
              </a:spcBef>
              <a:buFont typeface="Arial"/>
              <a:buNone/>
              <a:defRPr sz="900" kern="1200">
                <a:solidFill>
                  <a:schemeClr val="tx1"/>
                </a:solidFill>
                <a:latin typeface="Georgia"/>
                <a:ea typeface="+mn-ea"/>
                <a:cs typeface="Georgia"/>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l" defTabSz="609570" rtl="0" eaLnBrk="1" fontAlgn="auto" latinLnBrk="0" hangingPunct="1">
              <a:lnSpc>
                <a:spcPct val="100000"/>
              </a:lnSpc>
              <a:spcBef>
                <a:spcPts val="0"/>
              </a:spcBef>
              <a:spcAft>
                <a:spcPts val="0"/>
              </a:spcAft>
              <a:buClrTx/>
              <a:buSzTx/>
              <a:buFont typeface="Arial"/>
              <a:buNone/>
              <a:tabLst/>
              <a:defRPr/>
            </a:pPr>
            <a:r>
              <a:rPr lang="en-US" sz="933" kern="1200">
                <a:solidFill>
                  <a:schemeClr val="tx1"/>
                </a:solidFill>
                <a:latin typeface="+mn-lt"/>
                <a:ea typeface="+mn-ea"/>
                <a:cs typeface="Calibri" panose="020F0502020204030204" pitchFamily="34" charset="0"/>
              </a:rPr>
              <a:t>The sensor housing, </a:t>
            </a:r>
            <a:r>
              <a:rPr lang="en-US" sz="933" kern="1200" err="1">
                <a:solidFill>
                  <a:schemeClr val="tx1"/>
                </a:solidFill>
                <a:latin typeface="+mn-lt"/>
                <a:ea typeface="+mn-ea"/>
                <a:cs typeface="Calibri" panose="020F0502020204030204" pitchFamily="34" charset="0"/>
              </a:rPr>
              <a:t>FreeStyle</a:t>
            </a:r>
            <a:r>
              <a:rPr lang="en-US" sz="933" kern="1200">
                <a:solidFill>
                  <a:schemeClr val="tx1"/>
                </a:solidFill>
                <a:latin typeface="+mn-lt"/>
                <a:ea typeface="+mn-ea"/>
                <a:cs typeface="Calibri" panose="020F0502020204030204" pitchFamily="34" charset="0"/>
              </a:rPr>
              <a:t>, Libre, and related brand marks are marks of Abbott.</a:t>
            </a:r>
          </a:p>
          <a:p>
            <a:pPr>
              <a:spcBef>
                <a:spcPts val="0"/>
              </a:spcBef>
            </a:pPr>
            <a:r>
              <a:rPr lang="en-US" sz="933" kern="1200">
                <a:solidFill>
                  <a:schemeClr val="tx1"/>
                </a:solidFill>
                <a:latin typeface="+mn-lt"/>
                <a:ea typeface="+mn-ea"/>
                <a:cs typeface="Calibri" panose="020F0502020204030204" pitchFamily="34" charset="0"/>
              </a:rPr>
              <a:t>Proprietary and confidential — do not distribute. ADC-XXXXX v1.0</a:t>
            </a:r>
          </a:p>
        </p:txBody>
      </p:sp>
      <p:sp>
        <p:nvSpPr>
          <p:cNvPr id="3" name="Footer Placeholder 4">
            <a:extLst>
              <a:ext uri="{FF2B5EF4-FFF2-40B4-BE49-F238E27FC236}">
                <a16:creationId xmlns:a16="http://schemas.microsoft.com/office/drawing/2014/main" id="{C64DC53B-2725-8993-DEAF-28F434890BE0}"/>
              </a:ext>
            </a:extLst>
          </p:cNvPr>
          <p:cNvSpPr>
            <a:spLocks noGrp="1"/>
          </p:cNvSpPr>
          <p:nvPr>
            <p:ph type="ftr" sz="quarter" idx="3"/>
          </p:nvPr>
        </p:nvSpPr>
        <p:spPr>
          <a:xfrm>
            <a:off x="8372590" y="6413433"/>
            <a:ext cx="2646393" cy="374235"/>
          </a:xfrm>
          <a:prstGeom prst="rect">
            <a:avLst/>
          </a:prstGeom>
        </p:spPr>
        <p:txBody>
          <a:bodyPr vert="horz" lIns="91440" tIns="45720" rIns="91440" bIns="45720" rtlCol="0" anchor="b" anchorCtr="0"/>
          <a:lstStyle>
            <a:lvl1pPr algn="ctr">
              <a:defRPr lang="en-US" sz="933" kern="1200" dirty="0" smtClean="0">
                <a:solidFill>
                  <a:schemeClr val="tx1"/>
                </a:solidFill>
                <a:latin typeface="+mn-lt"/>
                <a:ea typeface="+mn-ea"/>
                <a:cs typeface="+mn-cs"/>
              </a:defRPr>
            </a:lvl1pPr>
          </a:lstStyle>
          <a:p>
            <a:r>
              <a:rPr lang="en-US"/>
              <a:t>ADC Innovation Pipeline |  1-Aug-25</a:t>
            </a:r>
          </a:p>
        </p:txBody>
      </p:sp>
    </p:spTree>
    <p:extLst>
      <p:ext uri="{BB962C8B-B14F-4D97-AF65-F5344CB8AC3E}">
        <p14:creationId xmlns:p14="http://schemas.microsoft.com/office/powerpoint/2010/main" val="3674324810"/>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33A1B12-71CF-2569-CF08-F53CF39FD259}"/>
              </a:ext>
            </a:extLst>
          </p:cNvPr>
          <p:cNvSpPr>
            <a:spLocks noGrp="1"/>
          </p:cNvSpPr>
          <p:nvPr>
            <p:ph type="sldNum" sz="quarter" idx="12"/>
          </p:nvPr>
        </p:nvSpPr>
        <p:spPr>
          <a:xfrm>
            <a:off x="11092520" y="6419110"/>
            <a:ext cx="554360" cy="366183"/>
          </a:xfrm>
          <a:prstGeom prst="rect">
            <a:avLst/>
          </a:prstGeom>
        </p:spPr>
        <p:txBody>
          <a:bodyPr/>
          <a:lstStyle/>
          <a:p>
            <a:pPr>
              <a:defRPr/>
            </a:pPr>
            <a:fld id="{7B2119CD-3B2D-4CEB-B404-D2E3F8CD6D69}" type="slidenum">
              <a:rPr lang="en-IN" smtClean="0"/>
              <a:pPr>
                <a:defRPr/>
              </a:pPr>
              <a:t>‹#›</a:t>
            </a:fld>
            <a:endParaRPr lang="en-IN"/>
          </a:p>
        </p:txBody>
      </p:sp>
      <p:sp>
        <p:nvSpPr>
          <p:cNvPr id="3" name="Footer Placeholder 4">
            <a:extLst>
              <a:ext uri="{FF2B5EF4-FFF2-40B4-BE49-F238E27FC236}">
                <a16:creationId xmlns:a16="http://schemas.microsoft.com/office/drawing/2014/main" id="{D6958D1E-73D6-C875-8C3E-DDCB0B7D2C26}"/>
              </a:ext>
            </a:extLst>
          </p:cNvPr>
          <p:cNvSpPr>
            <a:spLocks noGrp="1"/>
          </p:cNvSpPr>
          <p:nvPr>
            <p:ph type="ftr" sz="quarter" idx="3"/>
          </p:nvPr>
        </p:nvSpPr>
        <p:spPr>
          <a:xfrm>
            <a:off x="8372590" y="6413433"/>
            <a:ext cx="2646393" cy="374235"/>
          </a:xfrm>
          <a:prstGeom prst="rect">
            <a:avLst/>
          </a:prstGeom>
        </p:spPr>
        <p:txBody>
          <a:bodyPr vert="horz" lIns="91440" tIns="45720" rIns="91440" bIns="45720" rtlCol="0" anchor="b" anchorCtr="0"/>
          <a:lstStyle>
            <a:lvl1pPr algn="ctr">
              <a:defRPr lang="en-US" sz="933" kern="1200" dirty="0" smtClean="0">
                <a:solidFill>
                  <a:schemeClr val="tx1"/>
                </a:solidFill>
                <a:latin typeface="+mn-lt"/>
                <a:ea typeface="+mn-ea"/>
                <a:cs typeface="+mn-cs"/>
              </a:defRPr>
            </a:lvl1pPr>
          </a:lstStyle>
          <a:p>
            <a:r>
              <a:rPr lang="en-US"/>
              <a:t>ADC Innovation Pipeline |  1-Aug-25</a:t>
            </a:r>
          </a:p>
        </p:txBody>
      </p:sp>
    </p:spTree>
    <p:extLst>
      <p:ext uri="{BB962C8B-B14F-4D97-AF65-F5344CB8AC3E}">
        <p14:creationId xmlns:p14="http://schemas.microsoft.com/office/powerpoint/2010/main" val="1566037818"/>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type="blank" preserve="1">
  <p:cSld name="Blank Yellow">
    <p:bg>
      <p:bgPr>
        <a:solidFill>
          <a:schemeClr val="tx2"/>
        </a:solid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33A1B12-71CF-2569-CF08-F53CF39FD259}"/>
              </a:ext>
            </a:extLst>
          </p:cNvPr>
          <p:cNvSpPr>
            <a:spLocks noGrp="1"/>
          </p:cNvSpPr>
          <p:nvPr>
            <p:ph type="sldNum" sz="quarter" idx="12"/>
          </p:nvPr>
        </p:nvSpPr>
        <p:spPr>
          <a:xfrm>
            <a:off x="11092520" y="6419110"/>
            <a:ext cx="554360" cy="366183"/>
          </a:xfrm>
          <a:prstGeom prst="rect">
            <a:avLst/>
          </a:prstGeom>
        </p:spPr>
        <p:txBody>
          <a:bodyPr/>
          <a:lstStyle/>
          <a:p>
            <a:pPr>
              <a:defRPr/>
            </a:pPr>
            <a:fld id="{7B2119CD-3B2D-4CEB-B404-D2E3F8CD6D69}" type="slidenum">
              <a:rPr lang="en-IN" smtClean="0"/>
              <a:pPr>
                <a:defRPr/>
              </a:pPr>
              <a:t>‹#›</a:t>
            </a:fld>
            <a:endParaRPr lang="en-IN"/>
          </a:p>
        </p:txBody>
      </p:sp>
      <p:sp>
        <p:nvSpPr>
          <p:cNvPr id="3" name="Footer Placeholder 4">
            <a:extLst>
              <a:ext uri="{FF2B5EF4-FFF2-40B4-BE49-F238E27FC236}">
                <a16:creationId xmlns:a16="http://schemas.microsoft.com/office/drawing/2014/main" id="{A9290F0A-B230-A7C7-3E86-9A8B3FE46428}"/>
              </a:ext>
            </a:extLst>
          </p:cNvPr>
          <p:cNvSpPr>
            <a:spLocks noGrp="1"/>
          </p:cNvSpPr>
          <p:nvPr>
            <p:ph type="ftr" sz="quarter" idx="3"/>
          </p:nvPr>
        </p:nvSpPr>
        <p:spPr>
          <a:xfrm>
            <a:off x="8372590" y="6413433"/>
            <a:ext cx="2646393" cy="374235"/>
          </a:xfrm>
          <a:prstGeom prst="rect">
            <a:avLst/>
          </a:prstGeom>
        </p:spPr>
        <p:txBody>
          <a:bodyPr vert="horz" lIns="91440" tIns="45720" rIns="91440" bIns="45720" rtlCol="0" anchor="b" anchorCtr="0"/>
          <a:lstStyle>
            <a:lvl1pPr algn="ctr">
              <a:defRPr lang="en-US" sz="933" kern="1200" dirty="0" smtClean="0">
                <a:solidFill>
                  <a:schemeClr val="tx1"/>
                </a:solidFill>
                <a:latin typeface="+mn-lt"/>
                <a:ea typeface="+mn-ea"/>
                <a:cs typeface="+mn-cs"/>
              </a:defRPr>
            </a:lvl1pPr>
          </a:lstStyle>
          <a:p>
            <a:r>
              <a:rPr lang="en-US"/>
              <a:t>ADC Innovation Pipeline |  1-Aug-25</a:t>
            </a:r>
          </a:p>
        </p:txBody>
      </p:sp>
    </p:spTree>
    <p:extLst>
      <p:ext uri="{BB962C8B-B14F-4D97-AF65-F5344CB8AC3E}">
        <p14:creationId xmlns:p14="http://schemas.microsoft.com/office/powerpoint/2010/main" val="1279820836"/>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Blank Charcoal">
    <p:bg bwMode="auto">
      <p:bgPr>
        <a:solidFill>
          <a:schemeClr val="tx1"/>
        </a:solidFill>
        <a:effectLst/>
      </p:bgPr>
    </p:bg>
    <p:spTree>
      <p:nvGrpSpPr>
        <p:cNvPr id="1" name=""/>
        <p:cNvGrpSpPr/>
        <p:nvPr/>
      </p:nvGrpSpPr>
      <p:grpSpPr>
        <a:xfrm>
          <a:off x="0" y="0"/>
          <a:ext cx="0" cy="0"/>
          <a:chOff x="0" y="0"/>
          <a:chExt cx="0" cy="0"/>
        </a:xfrm>
      </p:grpSpPr>
      <p:sp>
        <p:nvSpPr>
          <p:cNvPr id="10" name="Slide Number Placeholder 9">
            <a:extLst>
              <a:ext uri="{FF2B5EF4-FFF2-40B4-BE49-F238E27FC236}">
                <a16:creationId xmlns:a16="http://schemas.microsoft.com/office/drawing/2014/main" id="{00E02CAF-4CC0-4859-963B-FC187D3CD31C}"/>
              </a:ext>
            </a:extLst>
          </p:cNvPr>
          <p:cNvSpPr>
            <a:spLocks noGrp="1"/>
          </p:cNvSpPr>
          <p:nvPr>
            <p:ph type="sldNum" sz="quarter" idx="12"/>
          </p:nvPr>
        </p:nvSpPr>
        <p:spPr>
          <a:xfrm>
            <a:off x="11092520" y="6419110"/>
            <a:ext cx="554360" cy="366183"/>
          </a:xfrm>
          <a:prstGeom prst="rect">
            <a:avLst/>
          </a:prstGeom>
        </p:spPr>
        <p:txBody>
          <a:bodyPr/>
          <a:lstStyle>
            <a:lvl1pPr>
              <a:defRPr>
                <a:solidFill>
                  <a:schemeClr val="bg2"/>
                </a:solidFill>
              </a:defRPr>
            </a:lvl1pPr>
          </a:lstStyle>
          <a:p>
            <a:pPr>
              <a:defRPr/>
            </a:pPr>
            <a:fld id="{7B2119CD-3B2D-4CEB-B404-D2E3F8CD6D69}" type="slidenum">
              <a:rPr lang="en-IN" smtClean="0"/>
              <a:pPr>
                <a:defRPr/>
              </a:pPr>
              <a:t>‹#›</a:t>
            </a:fld>
            <a:endParaRPr lang="en-IN"/>
          </a:p>
        </p:txBody>
      </p:sp>
      <p:sp>
        <p:nvSpPr>
          <p:cNvPr id="5" name="Content Placeholder 2">
            <a:extLst>
              <a:ext uri="{FF2B5EF4-FFF2-40B4-BE49-F238E27FC236}">
                <a16:creationId xmlns:a16="http://schemas.microsoft.com/office/drawing/2014/main" id="{3D919117-8F29-0B0C-28FB-F46CFA763070}"/>
              </a:ext>
            </a:extLst>
          </p:cNvPr>
          <p:cNvSpPr txBox="1">
            <a:spLocks/>
          </p:cNvSpPr>
          <p:nvPr userDrawn="1"/>
        </p:nvSpPr>
        <p:spPr bwMode="gray">
          <a:xfrm>
            <a:off x="670562" y="6343414"/>
            <a:ext cx="5082732" cy="374895"/>
          </a:xfrm>
          <a:prstGeom prst="rect">
            <a:avLst/>
          </a:prstGeom>
        </p:spPr>
        <p:txBody>
          <a:bodyPr vert="horz" lIns="0" tIns="0" rIns="0" bIns="0" anchor="b" anchorCtr="0"/>
          <a:lstStyle>
            <a:lvl1pPr marL="0" indent="0" algn="l" defTabSz="457200" rtl="0" eaLnBrk="1" latinLnBrk="0" hangingPunct="1">
              <a:spcBef>
                <a:spcPct val="20000"/>
              </a:spcBef>
              <a:buFont typeface="Arial"/>
              <a:buNone/>
              <a:defRPr sz="900" kern="1200">
                <a:solidFill>
                  <a:schemeClr val="tx1"/>
                </a:solidFill>
                <a:latin typeface="Georgia"/>
                <a:ea typeface="+mn-ea"/>
                <a:cs typeface="Georgia"/>
              </a:defRPr>
            </a:lvl1pPr>
            <a:lvl2pPr marL="457200" indent="0" algn="l" defTabSz="457200" rtl="0" eaLnBrk="1" latinLnBrk="0" hangingPunct="1">
              <a:spcBef>
                <a:spcPct val="20000"/>
              </a:spcBef>
              <a:buFont typeface="Arial"/>
              <a:buNone/>
              <a:defRPr sz="900" kern="1200">
                <a:solidFill>
                  <a:schemeClr val="tx1"/>
                </a:solidFill>
                <a:latin typeface="Georgia"/>
                <a:ea typeface="+mn-ea"/>
                <a:cs typeface="Georgia"/>
              </a:defRPr>
            </a:lvl2pPr>
            <a:lvl3pPr marL="914400" indent="0" algn="l" defTabSz="457200" rtl="0" eaLnBrk="1" latinLnBrk="0" hangingPunct="1">
              <a:spcBef>
                <a:spcPct val="20000"/>
              </a:spcBef>
              <a:buFont typeface="Arial"/>
              <a:buNone/>
              <a:defRPr sz="900" kern="1200">
                <a:solidFill>
                  <a:schemeClr val="tx1"/>
                </a:solidFill>
                <a:latin typeface="Georgia"/>
                <a:ea typeface="+mn-ea"/>
                <a:cs typeface="Georgia"/>
              </a:defRPr>
            </a:lvl3pPr>
            <a:lvl4pPr marL="1371600" indent="0" algn="l" defTabSz="457200" rtl="0" eaLnBrk="1" latinLnBrk="0" hangingPunct="1">
              <a:spcBef>
                <a:spcPct val="20000"/>
              </a:spcBef>
              <a:buFont typeface="Arial"/>
              <a:buNone/>
              <a:defRPr sz="900" kern="1200">
                <a:solidFill>
                  <a:schemeClr val="tx1"/>
                </a:solidFill>
                <a:latin typeface="Georgia"/>
                <a:ea typeface="+mn-ea"/>
                <a:cs typeface="Georgia"/>
              </a:defRPr>
            </a:lvl4pPr>
            <a:lvl5pPr marL="1828800" indent="0" algn="l" defTabSz="457200" rtl="0" eaLnBrk="1" latinLnBrk="0" hangingPunct="1">
              <a:spcBef>
                <a:spcPct val="20000"/>
              </a:spcBef>
              <a:buFont typeface="Arial"/>
              <a:buNone/>
              <a:defRPr sz="900" kern="1200">
                <a:solidFill>
                  <a:schemeClr val="tx1"/>
                </a:solidFill>
                <a:latin typeface="Georgia"/>
                <a:ea typeface="+mn-ea"/>
                <a:cs typeface="Georgia"/>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l" defTabSz="609570" rtl="0" eaLnBrk="1" fontAlgn="auto" latinLnBrk="0" hangingPunct="1">
              <a:lnSpc>
                <a:spcPct val="100000"/>
              </a:lnSpc>
              <a:spcBef>
                <a:spcPts val="0"/>
              </a:spcBef>
              <a:spcAft>
                <a:spcPts val="0"/>
              </a:spcAft>
              <a:buClrTx/>
              <a:buSzTx/>
              <a:buFont typeface="Arial"/>
              <a:buNone/>
              <a:tabLst/>
              <a:defRPr/>
            </a:pPr>
            <a:r>
              <a:rPr lang="en-US" sz="933" kern="1200">
                <a:solidFill>
                  <a:schemeClr val="bg2"/>
                </a:solidFill>
                <a:latin typeface="+mn-lt"/>
                <a:ea typeface="+mn-ea"/>
                <a:cs typeface="Calibri" panose="020F0502020204030204" pitchFamily="34" charset="0"/>
              </a:rPr>
              <a:t>The sensor housing, </a:t>
            </a:r>
            <a:r>
              <a:rPr lang="en-US" sz="933" kern="1200" err="1">
                <a:solidFill>
                  <a:schemeClr val="bg2"/>
                </a:solidFill>
                <a:latin typeface="+mn-lt"/>
                <a:ea typeface="+mn-ea"/>
                <a:cs typeface="Calibri" panose="020F0502020204030204" pitchFamily="34" charset="0"/>
              </a:rPr>
              <a:t>FreeStyle</a:t>
            </a:r>
            <a:r>
              <a:rPr lang="en-US" sz="933" kern="1200">
                <a:solidFill>
                  <a:schemeClr val="bg2"/>
                </a:solidFill>
                <a:latin typeface="+mn-lt"/>
                <a:ea typeface="+mn-ea"/>
                <a:cs typeface="Calibri" panose="020F0502020204030204" pitchFamily="34" charset="0"/>
              </a:rPr>
              <a:t>, Libre, and related brand marks are marks of Abbott.</a:t>
            </a:r>
          </a:p>
          <a:p>
            <a:pPr>
              <a:spcBef>
                <a:spcPts val="0"/>
              </a:spcBef>
            </a:pPr>
            <a:r>
              <a:rPr lang="en-US" sz="933" kern="1200">
                <a:solidFill>
                  <a:schemeClr val="bg2"/>
                </a:solidFill>
                <a:latin typeface="+mn-lt"/>
                <a:ea typeface="+mn-ea"/>
                <a:cs typeface="Calibri" panose="020F0502020204030204" pitchFamily="34" charset="0"/>
              </a:rPr>
              <a:t>Proprietary and confidential — do not distribute. ADC-XXXXX v1.0</a:t>
            </a:r>
          </a:p>
        </p:txBody>
      </p:sp>
      <p:sp>
        <p:nvSpPr>
          <p:cNvPr id="2" name="Footer Placeholder 4">
            <a:extLst>
              <a:ext uri="{FF2B5EF4-FFF2-40B4-BE49-F238E27FC236}">
                <a16:creationId xmlns:a16="http://schemas.microsoft.com/office/drawing/2014/main" id="{D84C9EA5-F26A-5747-4675-1E6FDBFF7965}"/>
              </a:ext>
            </a:extLst>
          </p:cNvPr>
          <p:cNvSpPr>
            <a:spLocks noGrp="1"/>
          </p:cNvSpPr>
          <p:nvPr>
            <p:ph type="ftr" sz="quarter" idx="3"/>
          </p:nvPr>
        </p:nvSpPr>
        <p:spPr>
          <a:xfrm>
            <a:off x="8372590" y="6413433"/>
            <a:ext cx="2646393" cy="374235"/>
          </a:xfrm>
          <a:prstGeom prst="rect">
            <a:avLst/>
          </a:prstGeom>
        </p:spPr>
        <p:txBody>
          <a:bodyPr vert="horz" lIns="91440" tIns="45720" rIns="91440" bIns="45720" rtlCol="0" anchor="b" anchorCtr="0"/>
          <a:lstStyle>
            <a:lvl1pPr algn="ctr">
              <a:defRPr lang="en-US" sz="933" kern="1200" dirty="0" smtClean="0">
                <a:solidFill>
                  <a:schemeClr val="bg1"/>
                </a:solidFill>
                <a:latin typeface="+mn-lt"/>
                <a:ea typeface="+mn-ea"/>
                <a:cs typeface="+mn-cs"/>
              </a:defRPr>
            </a:lvl1pPr>
          </a:lstStyle>
          <a:p>
            <a:r>
              <a:rPr lang="en-US"/>
              <a:t>ADC Innovation Pipeline |  1-Aug-25</a:t>
            </a:r>
          </a:p>
        </p:txBody>
      </p:sp>
    </p:spTree>
    <p:extLst>
      <p:ext uri="{BB962C8B-B14F-4D97-AF65-F5344CB8AC3E}">
        <p14:creationId xmlns:p14="http://schemas.microsoft.com/office/powerpoint/2010/main" val="2639595165"/>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type="blank" preserve="1">
  <p:cSld name="FreeStyle Libre Close (Open) 1">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0C22E376-552B-A36D-E429-731856746F8C}"/>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954067" y="5623571"/>
            <a:ext cx="567375" cy="646176"/>
          </a:xfrm>
          <a:prstGeom prst="rect">
            <a:avLst/>
          </a:prstGeom>
        </p:spPr>
      </p:pic>
      <p:pic>
        <p:nvPicPr>
          <p:cNvPr id="5" name="Graphic 4">
            <a:extLst>
              <a:ext uri="{FF2B5EF4-FFF2-40B4-BE49-F238E27FC236}">
                <a16:creationId xmlns:a16="http://schemas.microsoft.com/office/drawing/2014/main" id="{CD422E54-A20D-8431-0264-FD2DACA603C9}"/>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3743635" y="1667663"/>
            <a:ext cx="4717173" cy="1645920"/>
          </a:xfrm>
          <a:prstGeom prst="rect">
            <a:avLst/>
          </a:prstGeom>
        </p:spPr>
      </p:pic>
      <p:pic>
        <p:nvPicPr>
          <p:cNvPr id="6" name="Graphic 5">
            <a:extLst>
              <a:ext uri="{FF2B5EF4-FFF2-40B4-BE49-F238E27FC236}">
                <a16:creationId xmlns:a16="http://schemas.microsoft.com/office/drawing/2014/main" id="{B6E0A434-085D-F292-1F6B-468DC8F9D20C}"/>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3743633" y="4124896"/>
            <a:ext cx="4730496" cy="799520"/>
          </a:xfrm>
          <a:prstGeom prst="rect">
            <a:avLst/>
          </a:prstGeom>
        </p:spPr>
      </p:pic>
    </p:spTree>
    <p:extLst>
      <p:ext uri="{BB962C8B-B14F-4D97-AF65-F5344CB8AC3E}">
        <p14:creationId xmlns:p14="http://schemas.microsoft.com/office/powerpoint/2010/main" val="3068157004"/>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type="blank" preserve="1">
  <p:cSld name="FreeStyle Libre Close (Open) 2">
    <p:bg>
      <p:bgPr>
        <a:solidFill>
          <a:schemeClr val="tx2"/>
        </a:solidFill>
        <a:effectLst/>
      </p:bgPr>
    </p:bg>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084FFBBD-5E73-85E2-EF2E-2C046D52316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954067" y="5623571"/>
            <a:ext cx="567375" cy="646176"/>
          </a:xfrm>
          <a:prstGeom prst="rect">
            <a:avLst/>
          </a:prstGeom>
        </p:spPr>
      </p:pic>
      <p:pic>
        <p:nvPicPr>
          <p:cNvPr id="6" name="Graphic 5">
            <a:extLst>
              <a:ext uri="{FF2B5EF4-FFF2-40B4-BE49-F238E27FC236}">
                <a16:creationId xmlns:a16="http://schemas.microsoft.com/office/drawing/2014/main" id="{C6EF4BC8-C902-5ED9-4355-A5B35BA37F74}"/>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3743635" y="1672004"/>
            <a:ext cx="4717173" cy="1645920"/>
          </a:xfrm>
          <a:prstGeom prst="rect">
            <a:avLst/>
          </a:prstGeom>
        </p:spPr>
      </p:pic>
      <p:pic>
        <p:nvPicPr>
          <p:cNvPr id="4" name="Graphic 3">
            <a:extLst>
              <a:ext uri="{FF2B5EF4-FFF2-40B4-BE49-F238E27FC236}">
                <a16:creationId xmlns:a16="http://schemas.microsoft.com/office/drawing/2014/main" id="{E1E5CDCD-A957-10CC-7EB7-DA0F6F1EEB65}"/>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3743633" y="4124896"/>
            <a:ext cx="4730496" cy="799520"/>
          </a:xfrm>
          <a:prstGeom prst="rect">
            <a:avLst/>
          </a:prstGeom>
        </p:spPr>
      </p:pic>
    </p:spTree>
    <p:extLst>
      <p:ext uri="{BB962C8B-B14F-4D97-AF65-F5344CB8AC3E}">
        <p14:creationId xmlns:p14="http://schemas.microsoft.com/office/powerpoint/2010/main" val="3836333037"/>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FreeStyle Libre Close (Open) 3">
    <p:bg bwMode="auto">
      <p:bgPr>
        <a:solidFill>
          <a:schemeClr val="tx1"/>
        </a:solidFill>
        <a:effectLst/>
      </p:bgPr>
    </p:bg>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45BB29AB-C1C2-E56D-2106-D9ACC2857F1F}"/>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731195" y="1667664"/>
            <a:ext cx="4729613" cy="1650261"/>
          </a:xfrm>
          <a:prstGeom prst="rect">
            <a:avLst/>
          </a:prstGeom>
        </p:spPr>
      </p:pic>
      <p:pic>
        <p:nvPicPr>
          <p:cNvPr id="3" name="Graphic 2">
            <a:extLst>
              <a:ext uri="{FF2B5EF4-FFF2-40B4-BE49-F238E27FC236}">
                <a16:creationId xmlns:a16="http://schemas.microsoft.com/office/drawing/2014/main" id="{1CCF5A11-8B1F-01D4-5D9B-9C05F2B98186}"/>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0954067" y="5623571"/>
            <a:ext cx="567375" cy="646176"/>
          </a:xfrm>
          <a:prstGeom prst="rect">
            <a:avLst/>
          </a:prstGeom>
        </p:spPr>
      </p:pic>
      <p:pic>
        <p:nvPicPr>
          <p:cNvPr id="6" name="Graphic 5">
            <a:extLst>
              <a:ext uri="{FF2B5EF4-FFF2-40B4-BE49-F238E27FC236}">
                <a16:creationId xmlns:a16="http://schemas.microsoft.com/office/drawing/2014/main" id="{C83A25EE-14F9-D00D-381F-CA8B6CF56926}"/>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3743633" y="4124896"/>
            <a:ext cx="4730496" cy="799520"/>
          </a:xfrm>
          <a:prstGeom prst="rect">
            <a:avLst/>
          </a:prstGeom>
        </p:spPr>
      </p:pic>
    </p:spTree>
    <p:extLst>
      <p:ext uri="{BB962C8B-B14F-4D97-AF65-F5344CB8AC3E}">
        <p14:creationId xmlns:p14="http://schemas.microsoft.com/office/powerpoint/2010/main" val="2750730443"/>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Closing Slide Charcoal">
    <p:bg bwMode="auto">
      <p:bgPr>
        <a:solidFill>
          <a:schemeClr val="tx1"/>
        </a:solidFill>
        <a:effectLst/>
      </p:bgPr>
    </p:bg>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E53E8B6C-3DBB-F360-54E2-99EF18F6E7BD}"/>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914900" y="2083860"/>
            <a:ext cx="2362200" cy="2690283"/>
          </a:xfrm>
          <a:prstGeom prst="rect">
            <a:avLst/>
          </a:prstGeom>
        </p:spPr>
      </p:pic>
    </p:spTree>
    <p:extLst>
      <p:ext uri="{BB962C8B-B14F-4D97-AF65-F5344CB8AC3E}">
        <p14:creationId xmlns:p14="http://schemas.microsoft.com/office/powerpoint/2010/main" val="3616870694"/>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Closing Slide LTTF Charcoal">
    <p:bg bwMode="auto">
      <p:bgPr>
        <a:solidFill>
          <a:schemeClr val="tx1"/>
        </a:solidFill>
        <a:effectLst/>
      </p:bgPr>
    </p:bg>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8CDE8CCA-11ED-107C-2E46-70147D74E0DE}"/>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276600" y="2145168"/>
            <a:ext cx="5638800" cy="2567667"/>
          </a:xfrm>
          <a:prstGeom prst="rect">
            <a:avLst/>
          </a:prstGeom>
        </p:spPr>
      </p:pic>
    </p:spTree>
    <p:extLst>
      <p:ext uri="{BB962C8B-B14F-4D97-AF65-F5344CB8AC3E}">
        <p14:creationId xmlns:p14="http://schemas.microsoft.com/office/powerpoint/2010/main" val="3213700637"/>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Closing Slide White">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CEC5887A-58D3-89FE-A618-FE0AE5C5410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914900" y="2083860"/>
            <a:ext cx="2362200" cy="2690283"/>
          </a:xfrm>
          <a:prstGeom prst="rect">
            <a:avLst/>
          </a:prstGeom>
        </p:spPr>
      </p:pic>
    </p:spTree>
    <p:extLst>
      <p:ext uri="{BB962C8B-B14F-4D97-AF65-F5344CB8AC3E}">
        <p14:creationId xmlns:p14="http://schemas.microsoft.com/office/powerpoint/2010/main" val="3084307895"/>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Closing Slide LTTF White">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42DC443C-8549-2240-0CEF-418C0CD00433}"/>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276600" y="2145168"/>
            <a:ext cx="5638800" cy="2567667"/>
          </a:xfrm>
          <a:prstGeom prst="rect">
            <a:avLst/>
          </a:prstGeom>
        </p:spPr>
      </p:pic>
    </p:spTree>
    <p:extLst>
      <p:ext uri="{BB962C8B-B14F-4D97-AF65-F5344CB8AC3E}">
        <p14:creationId xmlns:p14="http://schemas.microsoft.com/office/powerpoint/2010/main" val="2733722721"/>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1_Title Slide">
    <p:bg bwMode="gray">
      <p:bgPr>
        <a:solidFill>
          <a:schemeClr val="tx2"/>
        </a:solidFill>
        <a:effectLst/>
      </p:bgPr>
    </p:bg>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8AFC241D-8FE8-045A-9C58-FF93C735A83C}"/>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832754" y="5489460"/>
            <a:ext cx="688689" cy="784341"/>
          </a:xfrm>
          <a:prstGeom prst="rect">
            <a:avLst/>
          </a:prstGeom>
        </p:spPr>
      </p:pic>
      <p:sp>
        <p:nvSpPr>
          <p:cNvPr id="7" name="Text Placeholder 4">
            <a:extLst>
              <a:ext uri="{FF2B5EF4-FFF2-40B4-BE49-F238E27FC236}">
                <a16:creationId xmlns:a16="http://schemas.microsoft.com/office/drawing/2014/main" id="{DD9DA071-70D9-5990-B4D4-2E5E78971429}"/>
              </a:ext>
            </a:extLst>
          </p:cNvPr>
          <p:cNvSpPr>
            <a:spLocks noGrp="1"/>
          </p:cNvSpPr>
          <p:nvPr>
            <p:ph type="body" sz="quarter" idx="10" hasCustomPrompt="1"/>
          </p:nvPr>
        </p:nvSpPr>
        <p:spPr bwMode="gray">
          <a:xfrm>
            <a:off x="670559" y="5114568"/>
            <a:ext cx="6763172" cy="374893"/>
          </a:xfrm>
          <a:prstGeom prst="rect">
            <a:avLst/>
          </a:prstGeom>
        </p:spPr>
        <p:txBody>
          <a:bodyPr/>
          <a:lstStyle>
            <a:lvl1pPr>
              <a:defRPr sz="1867" b="0" i="0">
                <a:solidFill>
                  <a:srgbClr val="002A3A"/>
                </a:solidFill>
                <a:latin typeface="+mn-lt"/>
              </a:defRPr>
            </a:lvl1pPr>
          </a:lstStyle>
          <a:p>
            <a:pPr lvl="0"/>
            <a:r>
              <a:rPr lang="en-US"/>
              <a:t>Speaker Name, Information, or Delete</a:t>
            </a:r>
          </a:p>
        </p:txBody>
      </p:sp>
      <p:sp>
        <p:nvSpPr>
          <p:cNvPr id="11" name="Title 1">
            <a:extLst>
              <a:ext uri="{FF2B5EF4-FFF2-40B4-BE49-F238E27FC236}">
                <a16:creationId xmlns:a16="http://schemas.microsoft.com/office/drawing/2014/main" id="{1432615C-4AB7-5FA3-A9E5-BDE255BC26DC}"/>
              </a:ext>
            </a:extLst>
          </p:cNvPr>
          <p:cNvSpPr>
            <a:spLocks noGrp="1"/>
          </p:cNvSpPr>
          <p:nvPr>
            <p:ph type="ctrTitle" hasCustomPrompt="1"/>
          </p:nvPr>
        </p:nvSpPr>
        <p:spPr bwMode="gray">
          <a:xfrm>
            <a:off x="670560" y="3437470"/>
            <a:ext cx="9092005" cy="1478039"/>
          </a:xfrm>
        </p:spPr>
        <p:txBody>
          <a:bodyPr/>
          <a:lstStyle>
            <a:lvl1pPr algn="l">
              <a:lnSpc>
                <a:spcPct val="90000"/>
              </a:lnSpc>
              <a:defRPr sz="5867" b="0" cap="none" spc="0" baseline="0">
                <a:solidFill>
                  <a:srgbClr val="002A3A"/>
                </a:solidFill>
                <a:latin typeface="+mj-lt"/>
              </a:defRPr>
            </a:lvl1pPr>
          </a:lstStyle>
          <a:p>
            <a:r>
              <a:rPr lang="en-US"/>
              <a:t>Click to edit master title style</a:t>
            </a:r>
          </a:p>
        </p:txBody>
      </p:sp>
      <p:sp>
        <p:nvSpPr>
          <p:cNvPr id="2" name="Subtitle 2">
            <a:extLst>
              <a:ext uri="{FF2B5EF4-FFF2-40B4-BE49-F238E27FC236}">
                <a16:creationId xmlns:a16="http://schemas.microsoft.com/office/drawing/2014/main" id="{FA13A010-D954-66F9-2596-471ABDC8F039}"/>
              </a:ext>
            </a:extLst>
          </p:cNvPr>
          <p:cNvSpPr>
            <a:spLocks noGrp="1"/>
          </p:cNvSpPr>
          <p:nvPr>
            <p:ph type="subTitle" idx="1" hasCustomPrompt="1"/>
          </p:nvPr>
        </p:nvSpPr>
        <p:spPr bwMode="gray">
          <a:xfrm>
            <a:off x="670562" y="2659171"/>
            <a:ext cx="10850881" cy="640080"/>
          </a:xfrm>
          <a:prstGeom prst="rect">
            <a:avLst/>
          </a:prstGeom>
        </p:spPr>
        <p:txBody>
          <a:bodyPr rIns="0" bIns="0" anchor="b" anchorCtr="0"/>
          <a:lstStyle>
            <a:lvl1pPr marL="0" indent="0" algn="l">
              <a:lnSpc>
                <a:spcPct val="100000"/>
              </a:lnSpc>
              <a:buNone/>
              <a:defRPr sz="2400" b="0" cap="all" spc="200" baseline="0">
                <a:solidFill>
                  <a:schemeClr val="tx1"/>
                </a:solidFill>
                <a:latin typeface="+mn-lt"/>
                <a:cs typeface="Calibri" panose="020F0502020204030204" pitchFamily="34" charset="0"/>
              </a:defRPr>
            </a:lvl1pPr>
            <a:lvl2pPr marL="609555" indent="0" algn="ctr">
              <a:buNone/>
              <a:defRPr>
                <a:solidFill>
                  <a:schemeClr val="tx1">
                    <a:tint val="75000"/>
                  </a:schemeClr>
                </a:solidFill>
              </a:defRPr>
            </a:lvl2pPr>
            <a:lvl3pPr marL="1219110" indent="0" algn="ctr">
              <a:buNone/>
              <a:defRPr>
                <a:solidFill>
                  <a:schemeClr val="tx1">
                    <a:tint val="75000"/>
                  </a:schemeClr>
                </a:solidFill>
              </a:defRPr>
            </a:lvl3pPr>
            <a:lvl4pPr marL="1828664" indent="0" algn="ctr">
              <a:buNone/>
              <a:defRPr>
                <a:solidFill>
                  <a:schemeClr val="tx1">
                    <a:tint val="75000"/>
                  </a:schemeClr>
                </a:solidFill>
              </a:defRPr>
            </a:lvl4pPr>
            <a:lvl5pPr marL="2438218" indent="0" algn="ctr">
              <a:buNone/>
              <a:defRPr>
                <a:solidFill>
                  <a:schemeClr val="tx1">
                    <a:tint val="75000"/>
                  </a:schemeClr>
                </a:solidFill>
              </a:defRPr>
            </a:lvl5pPr>
            <a:lvl6pPr marL="3047772" indent="0" algn="ctr">
              <a:buNone/>
              <a:defRPr>
                <a:solidFill>
                  <a:schemeClr val="tx1">
                    <a:tint val="75000"/>
                  </a:schemeClr>
                </a:solidFill>
              </a:defRPr>
            </a:lvl6pPr>
            <a:lvl7pPr marL="3657327" indent="0" algn="ctr">
              <a:buNone/>
              <a:defRPr>
                <a:solidFill>
                  <a:schemeClr val="tx1">
                    <a:tint val="75000"/>
                  </a:schemeClr>
                </a:solidFill>
              </a:defRPr>
            </a:lvl7pPr>
            <a:lvl8pPr marL="4266880" indent="0" algn="ctr">
              <a:buNone/>
              <a:defRPr>
                <a:solidFill>
                  <a:schemeClr val="tx1">
                    <a:tint val="75000"/>
                  </a:schemeClr>
                </a:solidFill>
              </a:defRPr>
            </a:lvl8pPr>
            <a:lvl9pPr marL="4876435" indent="0" algn="ctr">
              <a:buNone/>
              <a:defRPr>
                <a:solidFill>
                  <a:schemeClr val="tx1">
                    <a:tint val="75000"/>
                  </a:schemeClr>
                </a:solidFill>
              </a:defRPr>
            </a:lvl9pPr>
          </a:lstStyle>
          <a:p>
            <a:r>
              <a:rPr lang="en-US"/>
              <a:t>CLICK TO EDIT MASTER SUBTITLE STYLE</a:t>
            </a:r>
          </a:p>
        </p:txBody>
      </p:sp>
      <p:sp>
        <p:nvSpPr>
          <p:cNvPr id="4" name="Content Placeholder 2">
            <a:extLst>
              <a:ext uri="{FF2B5EF4-FFF2-40B4-BE49-F238E27FC236}">
                <a16:creationId xmlns:a16="http://schemas.microsoft.com/office/drawing/2014/main" id="{878BDC3E-8393-C7FB-3A20-4D5027731F73}"/>
              </a:ext>
            </a:extLst>
          </p:cNvPr>
          <p:cNvSpPr txBox="1">
            <a:spLocks/>
          </p:cNvSpPr>
          <p:nvPr userDrawn="1"/>
        </p:nvSpPr>
        <p:spPr bwMode="gray">
          <a:xfrm>
            <a:off x="670563" y="6343415"/>
            <a:ext cx="5082732" cy="374895"/>
          </a:xfrm>
          <a:prstGeom prst="rect">
            <a:avLst/>
          </a:prstGeom>
        </p:spPr>
        <p:txBody>
          <a:bodyPr vert="horz" lIns="0" tIns="0" rIns="0" bIns="0" anchor="b" anchorCtr="0"/>
          <a:lstStyle>
            <a:lvl1pPr marL="0" indent="0" algn="l" defTabSz="457200" rtl="0" eaLnBrk="1" latinLnBrk="0" hangingPunct="1">
              <a:spcBef>
                <a:spcPct val="20000"/>
              </a:spcBef>
              <a:buFont typeface="Arial"/>
              <a:buNone/>
              <a:defRPr sz="900" kern="1200">
                <a:solidFill>
                  <a:schemeClr val="tx1"/>
                </a:solidFill>
                <a:latin typeface="Georgia"/>
                <a:ea typeface="+mn-ea"/>
                <a:cs typeface="Georgia"/>
              </a:defRPr>
            </a:lvl1pPr>
            <a:lvl2pPr marL="457200" indent="0" algn="l" defTabSz="457200" rtl="0" eaLnBrk="1" latinLnBrk="0" hangingPunct="1">
              <a:spcBef>
                <a:spcPct val="20000"/>
              </a:spcBef>
              <a:buFont typeface="Arial"/>
              <a:buNone/>
              <a:defRPr sz="900" kern="1200">
                <a:solidFill>
                  <a:schemeClr val="tx1"/>
                </a:solidFill>
                <a:latin typeface="Georgia"/>
                <a:ea typeface="+mn-ea"/>
                <a:cs typeface="Georgia"/>
              </a:defRPr>
            </a:lvl2pPr>
            <a:lvl3pPr marL="914400" indent="0" algn="l" defTabSz="457200" rtl="0" eaLnBrk="1" latinLnBrk="0" hangingPunct="1">
              <a:spcBef>
                <a:spcPct val="20000"/>
              </a:spcBef>
              <a:buFont typeface="Arial"/>
              <a:buNone/>
              <a:defRPr sz="900" kern="1200">
                <a:solidFill>
                  <a:schemeClr val="tx1"/>
                </a:solidFill>
                <a:latin typeface="Georgia"/>
                <a:ea typeface="+mn-ea"/>
                <a:cs typeface="Georgia"/>
              </a:defRPr>
            </a:lvl3pPr>
            <a:lvl4pPr marL="1371600" indent="0" algn="l" defTabSz="457200" rtl="0" eaLnBrk="1" latinLnBrk="0" hangingPunct="1">
              <a:spcBef>
                <a:spcPct val="20000"/>
              </a:spcBef>
              <a:buFont typeface="Arial"/>
              <a:buNone/>
              <a:defRPr sz="900" kern="1200">
                <a:solidFill>
                  <a:schemeClr val="tx1"/>
                </a:solidFill>
                <a:latin typeface="Georgia"/>
                <a:ea typeface="+mn-ea"/>
                <a:cs typeface="Georgia"/>
              </a:defRPr>
            </a:lvl4pPr>
            <a:lvl5pPr marL="1828800" indent="0" algn="l" defTabSz="457200" rtl="0" eaLnBrk="1" latinLnBrk="0" hangingPunct="1">
              <a:spcBef>
                <a:spcPct val="20000"/>
              </a:spcBef>
              <a:buFont typeface="Arial"/>
              <a:buNone/>
              <a:defRPr sz="900" kern="1200">
                <a:solidFill>
                  <a:schemeClr val="tx1"/>
                </a:solidFill>
                <a:latin typeface="Georgia"/>
                <a:ea typeface="+mn-ea"/>
                <a:cs typeface="Georgia"/>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l" defTabSz="609555" rtl="0" eaLnBrk="1" fontAlgn="auto" latinLnBrk="0" hangingPunct="1">
              <a:lnSpc>
                <a:spcPct val="100000"/>
              </a:lnSpc>
              <a:spcBef>
                <a:spcPts val="0"/>
              </a:spcBef>
              <a:spcAft>
                <a:spcPts val="0"/>
              </a:spcAft>
              <a:buClrTx/>
              <a:buSzTx/>
              <a:buFont typeface="Arial"/>
              <a:buNone/>
              <a:tabLst/>
              <a:defRPr/>
            </a:pPr>
            <a:r>
              <a:rPr lang="en-US" sz="933" kern="1200">
                <a:solidFill>
                  <a:schemeClr val="tx1"/>
                </a:solidFill>
                <a:latin typeface="+mn-lt"/>
                <a:ea typeface="+mn-ea"/>
                <a:cs typeface="Calibri" panose="020F0502020204030204" pitchFamily="34" charset="0"/>
              </a:rPr>
              <a:t>The sensor housing, </a:t>
            </a:r>
            <a:r>
              <a:rPr lang="en-US" sz="933" kern="1200" err="1">
                <a:solidFill>
                  <a:schemeClr val="tx1"/>
                </a:solidFill>
                <a:latin typeface="+mn-lt"/>
                <a:ea typeface="+mn-ea"/>
                <a:cs typeface="Calibri" panose="020F0502020204030204" pitchFamily="34" charset="0"/>
              </a:rPr>
              <a:t>FreeStyle</a:t>
            </a:r>
            <a:r>
              <a:rPr lang="en-US" sz="933" kern="1200">
                <a:solidFill>
                  <a:schemeClr val="tx1"/>
                </a:solidFill>
                <a:latin typeface="+mn-lt"/>
                <a:ea typeface="+mn-ea"/>
                <a:cs typeface="Calibri" panose="020F0502020204030204" pitchFamily="34" charset="0"/>
              </a:rPr>
              <a:t>, Libre, and related brand marks are marks of Abbott.</a:t>
            </a:r>
          </a:p>
          <a:p>
            <a:pPr>
              <a:spcBef>
                <a:spcPts val="0"/>
              </a:spcBef>
            </a:pPr>
            <a:r>
              <a:rPr lang="en-US" sz="933" kern="1200">
                <a:solidFill>
                  <a:schemeClr val="tx1"/>
                </a:solidFill>
                <a:latin typeface="+mn-lt"/>
                <a:ea typeface="+mn-ea"/>
                <a:cs typeface="Calibri" panose="020F0502020204030204" pitchFamily="34" charset="0"/>
              </a:rPr>
              <a:t>Proprietary and confidential — do not distribute. ADC-XXXXX v1.0</a:t>
            </a:r>
          </a:p>
        </p:txBody>
      </p:sp>
      <p:pic>
        <p:nvPicPr>
          <p:cNvPr id="3" name="Graphic 2">
            <a:extLst>
              <a:ext uri="{FF2B5EF4-FFF2-40B4-BE49-F238E27FC236}">
                <a16:creationId xmlns:a16="http://schemas.microsoft.com/office/drawing/2014/main" id="{6C4C91D0-5653-D1DB-252C-B47C9242FF45}"/>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660404" y="493186"/>
            <a:ext cx="2735913" cy="954617"/>
          </a:xfrm>
          <a:prstGeom prst="rect">
            <a:avLst/>
          </a:prstGeom>
        </p:spPr>
      </p:pic>
    </p:spTree>
    <p:extLst>
      <p:ext uri="{BB962C8B-B14F-4D97-AF65-F5344CB8AC3E}">
        <p14:creationId xmlns:p14="http://schemas.microsoft.com/office/powerpoint/2010/main" val="3395585979"/>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1_Title Slide 2">
    <p:bg bwMode="gray">
      <p:bgPr>
        <a:solidFill>
          <a:schemeClr val="tx1"/>
        </a:solidFill>
        <a:effectLst/>
      </p:bgPr>
    </p:bg>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6F9AB58D-2506-7123-BA16-FEF09C6366FE}"/>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60404" y="493186"/>
            <a:ext cx="2735913" cy="954617"/>
          </a:xfrm>
          <a:prstGeom prst="rect">
            <a:avLst/>
          </a:prstGeom>
        </p:spPr>
      </p:pic>
      <p:sp>
        <p:nvSpPr>
          <p:cNvPr id="7" name="Text Placeholder 4">
            <a:extLst>
              <a:ext uri="{FF2B5EF4-FFF2-40B4-BE49-F238E27FC236}">
                <a16:creationId xmlns:a16="http://schemas.microsoft.com/office/drawing/2014/main" id="{DD9DA071-70D9-5990-B4D4-2E5E78971429}"/>
              </a:ext>
            </a:extLst>
          </p:cNvPr>
          <p:cNvSpPr>
            <a:spLocks noGrp="1"/>
          </p:cNvSpPr>
          <p:nvPr>
            <p:ph type="body" sz="quarter" idx="10" hasCustomPrompt="1"/>
          </p:nvPr>
        </p:nvSpPr>
        <p:spPr bwMode="gray">
          <a:xfrm>
            <a:off x="670560" y="5128700"/>
            <a:ext cx="6763173" cy="374893"/>
          </a:xfrm>
          <a:prstGeom prst="rect">
            <a:avLst/>
          </a:prstGeom>
        </p:spPr>
        <p:txBody>
          <a:bodyPr/>
          <a:lstStyle>
            <a:lvl1pPr>
              <a:defRPr sz="1867" b="0" i="0">
                <a:solidFill>
                  <a:schemeClr val="bg1"/>
                </a:solidFill>
                <a:latin typeface="+mn-lt"/>
              </a:defRPr>
            </a:lvl1pPr>
          </a:lstStyle>
          <a:p>
            <a:pPr lvl="0"/>
            <a:r>
              <a:rPr lang="en-US"/>
              <a:t>Speaker Name, Information, or Delete</a:t>
            </a:r>
          </a:p>
        </p:txBody>
      </p:sp>
      <p:sp>
        <p:nvSpPr>
          <p:cNvPr id="11" name="Title 1">
            <a:extLst>
              <a:ext uri="{FF2B5EF4-FFF2-40B4-BE49-F238E27FC236}">
                <a16:creationId xmlns:a16="http://schemas.microsoft.com/office/drawing/2014/main" id="{1432615C-4AB7-5FA3-A9E5-BDE255BC26DC}"/>
              </a:ext>
            </a:extLst>
          </p:cNvPr>
          <p:cNvSpPr>
            <a:spLocks noGrp="1"/>
          </p:cNvSpPr>
          <p:nvPr>
            <p:ph type="ctrTitle" hasCustomPrompt="1"/>
          </p:nvPr>
        </p:nvSpPr>
        <p:spPr bwMode="gray">
          <a:xfrm>
            <a:off x="670560" y="3437470"/>
            <a:ext cx="9092005" cy="1497391"/>
          </a:xfrm>
        </p:spPr>
        <p:txBody>
          <a:bodyPr/>
          <a:lstStyle>
            <a:lvl1pPr algn="l">
              <a:lnSpc>
                <a:spcPct val="90000"/>
              </a:lnSpc>
              <a:defRPr sz="5867" b="0" cap="none" spc="0" baseline="0">
                <a:solidFill>
                  <a:schemeClr val="bg1"/>
                </a:solidFill>
                <a:latin typeface="+mj-lt"/>
              </a:defRPr>
            </a:lvl1pPr>
          </a:lstStyle>
          <a:p>
            <a:r>
              <a:rPr lang="en-US"/>
              <a:t>Click to edit master title style</a:t>
            </a:r>
          </a:p>
        </p:txBody>
      </p:sp>
      <p:sp>
        <p:nvSpPr>
          <p:cNvPr id="8" name="Subtitle 2">
            <a:extLst>
              <a:ext uri="{FF2B5EF4-FFF2-40B4-BE49-F238E27FC236}">
                <a16:creationId xmlns:a16="http://schemas.microsoft.com/office/drawing/2014/main" id="{ADFBFAD9-2E4A-C130-2CC9-E0C8C6176BE6}"/>
              </a:ext>
            </a:extLst>
          </p:cNvPr>
          <p:cNvSpPr>
            <a:spLocks noGrp="1"/>
          </p:cNvSpPr>
          <p:nvPr>
            <p:ph type="subTitle" idx="1" hasCustomPrompt="1"/>
          </p:nvPr>
        </p:nvSpPr>
        <p:spPr bwMode="gray">
          <a:xfrm>
            <a:off x="670562" y="2659171"/>
            <a:ext cx="10850881" cy="640080"/>
          </a:xfrm>
          <a:prstGeom prst="rect">
            <a:avLst/>
          </a:prstGeom>
        </p:spPr>
        <p:txBody>
          <a:bodyPr rIns="0" bIns="0" anchor="b" anchorCtr="0"/>
          <a:lstStyle>
            <a:lvl1pPr marL="0" indent="0" algn="l">
              <a:lnSpc>
                <a:spcPct val="100000"/>
              </a:lnSpc>
              <a:buNone/>
              <a:defRPr sz="2400" b="0" cap="all" spc="200" baseline="0">
                <a:solidFill>
                  <a:schemeClr val="tx2"/>
                </a:solidFill>
                <a:latin typeface="+mn-lt"/>
                <a:cs typeface="Calibri" panose="020F0502020204030204" pitchFamily="34" charset="0"/>
              </a:defRPr>
            </a:lvl1pPr>
            <a:lvl2pPr marL="609555" indent="0" algn="ctr">
              <a:buNone/>
              <a:defRPr>
                <a:solidFill>
                  <a:schemeClr val="tx1">
                    <a:tint val="75000"/>
                  </a:schemeClr>
                </a:solidFill>
              </a:defRPr>
            </a:lvl2pPr>
            <a:lvl3pPr marL="1219110" indent="0" algn="ctr">
              <a:buNone/>
              <a:defRPr>
                <a:solidFill>
                  <a:schemeClr val="tx1">
                    <a:tint val="75000"/>
                  </a:schemeClr>
                </a:solidFill>
              </a:defRPr>
            </a:lvl3pPr>
            <a:lvl4pPr marL="1828664" indent="0" algn="ctr">
              <a:buNone/>
              <a:defRPr>
                <a:solidFill>
                  <a:schemeClr val="tx1">
                    <a:tint val="75000"/>
                  </a:schemeClr>
                </a:solidFill>
              </a:defRPr>
            </a:lvl4pPr>
            <a:lvl5pPr marL="2438218" indent="0" algn="ctr">
              <a:buNone/>
              <a:defRPr>
                <a:solidFill>
                  <a:schemeClr val="tx1">
                    <a:tint val="75000"/>
                  </a:schemeClr>
                </a:solidFill>
              </a:defRPr>
            </a:lvl5pPr>
            <a:lvl6pPr marL="3047772" indent="0" algn="ctr">
              <a:buNone/>
              <a:defRPr>
                <a:solidFill>
                  <a:schemeClr val="tx1">
                    <a:tint val="75000"/>
                  </a:schemeClr>
                </a:solidFill>
              </a:defRPr>
            </a:lvl6pPr>
            <a:lvl7pPr marL="3657327" indent="0" algn="ctr">
              <a:buNone/>
              <a:defRPr>
                <a:solidFill>
                  <a:schemeClr val="tx1">
                    <a:tint val="75000"/>
                  </a:schemeClr>
                </a:solidFill>
              </a:defRPr>
            </a:lvl7pPr>
            <a:lvl8pPr marL="4266880" indent="0" algn="ctr">
              <a:buNone/>
              <a:defRPr>
                <a:solidFill>
                  <a:schemeClr val="tx1">
                    <a:tint val="75000"/>
                  </a:schemeClr>
                </a:solidFill>
              </a:defRPr>
            </a:lvl8pPr>
            <a:lvl9pPr marL="4876435" indent="0" algn="ctr">
              <a:buNone/>
              <a:defRPr>
                <a:solidFill>
                  <a:schemeClr val="tx1">
                    <a:tint val="75000"/>
                  </a:schemeClr>
                </a:solidFill>
              </a:defRPr>
            </a:lvl9pPr>
          </a:lstStyle>
          <a:p>
            <a:r>
              <a:rPr lang="en-US"/>
              <a:t>CLICK TO EDIT MASTER SUBTITLE STYLE</a:t>
            </a:r>
          </a:p>
        </p:txBody>
      </p:sp>
      <p:sp>
        <p:nvSpPr>
          <p:cNvPr id="3" name="Content Placeholder 2">
            <a:extLst>
              <a:ext uri="{FF2B5EF4-FFF2-40B4-BE49-F238E27FC236}">
                <a16:creationId xmlns:a16="http://schemas.microsoft.com/office/drawing/2014/main" id="{AD6C172F-02E3-8D07-D890-5C14DC1A758D}"/>
              </a:ext>
            </a:extLst>
          </p:cNvPr>
          <p:cNvSpPr txBox="1">
            <a:spLocks/>
          </p:cNvSpPr>
          <p:nvPr userDrawn="1"/>
        </p:nvSpPr>
        <p:spPr bwMode="gray">
          <a:xfrm>
            <a:off x="670563" y="6343415"/>
            <a:ext cx="5082732" cy="374895"/>
          </a:xfrm>
          <a:prstGeom prst="rect">
            <a:avLst/>
          </a:prstGeom>
        </p:spPr>
        <p:txBody>
          <a:bodyPr vert="horz" lIns="0" tIns="0" rIns="0" bIns="0" anchor="b" anchorCtr="0"/>
          <a:lstStyle>
            <a:lvl1pPr marL="0" indent="0" algn="l" defTabSz="457200" rtl="0" eaLnBrk="1" latinLnBrk="0" hangingPunct="1">
              <a:spcBef>
                <a:spcPct val="20000"/>
              </a:spcBef>
              <a:buFont typeface="Arial"/>
              <a:buNone/>
              <a:defRPr sz="900" kern="1200">
                <a:solidFill>
                  <a:schemeClr val="tx1"/>
                </a:solidFill>
                <a:latin typeface="Georgia"/>
                <a:ea typeface="+mn-ea"/>
                <a:cs typeface="Georgia"/>
              </a:defRPr>
            </a:lvl1pPr>
            <a:lvl2pPr marL="457200" indent="0" algn="l" defTabSz="457200" rtl="0" eaLnBrk="1" latinLnBrk="0" hangingPunct="1">
              <a:spcBef>
                <a:spcPct val="20000"/>
              </a:spcBef>
              <a:buFont typeface="Arial"/>
              <a:buNone/>
              <a:defRPr sz="900" kern="1200">
                <a:solidFill>
                  <a:schemeClr val="tx1"/>
                </a:solidFill>
                <a:latin typeface="Georgia"/>
                <a:ea typeface="+mn-ea"/>
                <a:cs typeface="Georgia"/>
              </a:defRPr>
            </a:lvl2pPr>
            <a:lvl3pPr marL="914400" indent="0" algn="l" defTabSz="457200" rtl="0" eaLnBrk="1" latinLnBrk="0" hangingPunct="1">
              <a:spcBef>
                <a:spcPct val="20000"/>
              </a:spcBef>
              <a:buFont typeface="Arial"/>
              <a:buNone/>
              <a:defRPr sz="900" kern="1200">
                <a:solidFill>
                  <a:schemeClr val="tx1"/>
                </a:solidFill>
                <a:latin typeface="Georgia"/>
                <a:ea typeface="+mn-ea"/>
                <a:cs typeface="Georgia"/>
              </a:defRPr>
            </a:lvl3pPr>
            <a:lvl4pPr marL="1371600" indent="0" algn="l" defTabSz="457200" rtl="0" eaLnBrk="1" latinLnBrk="0" hangingPunct="1">
              <a:spcBef>
                <a:spcPct val="20000"/>
              </a:spcBef>
              <a:buFont typeface="Arial"/>
              <a:buNone/>
              <a:defRPr sz="900" kern="1200">
                <a:solidFill>
                  <a:schemeClr val="tx1"/>
                </a:solidFill>
                <a:latin typeface="Georgia"/>
                <a:ea typeface="+mn-ea"/>
                <a:cs typeface="Georgia"/>
              </a:defRPr>
            </a:lvl4pPr>
            <a:lvl5pPr marL="1828800" indent="0" algn="l" defTabSz="457200" rtl="0" eaLnBrk="1" latinLnBrk="0" hangingPunct="1">
              <a:spcBef>
                <a:spcPct val="20000"/>
              </a:spcBef>
              <a:buFont typeface="Arial"/>
              <a:buNone/>
              <a:defRPr sz="900" kern="1200">
                <a:solidFill>
                  <a:schemeClr val="tx1"/>
                </a:solidFill>
                <a:latin typeface="Georgia"/>
                <a:ea typeface="+mn-ea"/>
                <a:cs typeface="Georgia"/>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l" defTabSz="609555" rtl="0" eaLnBrk="1" fontAlgn="auto" latinLnBrk="0" hangingPunct="1">
              <a:lnSpc>
                <a:spcPct val="100000"/>
              </a:lnSpc>
              <a:spcBef>
                <a:spcPts val="0"/>
              </a:spcBef>
              <a:spcAft>
                <a:spcPts val="0"/>
              </a:spcAft>
              <a:buClrTx/>
              <a:buSzTx/>
              <a:buFont typeface="Arial"/>
              <a:buNone/>
              <a:tabLst/>
              <a:defRPr/>
            </a:pPr>
            <a:r>
              <a:rPr lang="en-US" sz="933" kern="1200">
                <a:solidFill>
                  <a:schemeClr val="bg1"/>
                </a:solidFill>
                <a:latin typeface="+mn-lt"/>
                <a:ea typeface="+mn-ea"/>
                <a:cs typeface="Calibri" panose="020F0502020204030204" pitchFamily="34" charset="0"/>
              </a:rPr>
              <a:t>The sensor housing, </a:t>
            </a:r>
            <a:r>
              <a:rPr lang="en-US" sz="933" kern="1200" err="1">
                <a:solidFill>
                  <a:schemeClr val="bg1"/>
                </a:solidFill>
                <a:latin typeface="+mn-lt"/>
                <a:ea typeface="+mn-ea"/>
                <a:cs typeface="Calibri" panose="020F0502020204030204" pitchFamily="34" charset="0"/>
              </a:rPr>
              <a:t>FreeStyle</a:t>
            </a:r>
            <a:r>
              <a:rPr lang="en-US" sz="933" kern="1200">
                <a:solidFill>
                  <a:schemeClr val="bg1"/>
                </a:solidFill>
                <a:latin typeface="+mn-lt"/>
                <a:ea typeface="+mn-ea"/>
                <a:cs typeface="Calibri" panose="020F0502020204030204" pitchFamily="34" charset="0"/>
              </a:rPr>
              <a:t>, Libre, and related brand marks are marks of Abbott.</a:t>
            </a:r>
          </a:p>
          <a:p>
            <a:pPr>
              <a:spcBef>
                <a:spcPts val="0"/>
              </a:spcBef>
            </a:pPr>
            <a:r>
              <a:rPr lang="en-US" sz="933" kern="1200">
                <a:solidFill>
                  <a:schemeClr val="bg1"/>
                </a:solidFill>
                <a:latin typeface="+mn-lt"/>
                <a:ea typeface="+mn-ea"/>
                <a:cs typeface="Calibri" panose="020F0502020204030204" pitchFamily="34" charset="0"/>
              </a:rPr>
              <a:t>Proprietary and confidential — do not distribute. ADC-XXXXX v1.0</a:t>
            </a:r>
          </a:p>
        </p:txBody>
      </p:sp>
      <p:pic>
        <p:nvPicPr>
          <p:cNvPr id="13" name="Graphic 12">
            <a:extLst>
              <a:ext uri="{FF2B5EF4-FFF2-40B4-BE49-F238E27FC236}">
                <a16:creationId xmlns:a16="http://schemas.microsoft.com/office/drawing/2014/main" id="{8A3F46E9-5A5F-48A1-4914-418375E5A036}"/>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0836309" y="5489459"/>
            <a:ext cx="685131" cy="780288"/>
          </a:xfrm>
          <a:prstGeom prst="rect">
            <a:avLst/>
          </a:prstGeom>
        </p:spPr>
      </p:pic>
    </p:spTree>
    <p:extLst>
      <p:ext uri="{BB962C8B-B14F-4D97-AF65-F5344CB8AC3E}">
        <p14:creationId xmlns:p14="http://schemas.microsoft.com/office/powerpoint/2010/main" val="3453082471"/>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1_Title Slide 3">
    <p:bg bwMode="gray">
      <p:bgPr>
        <a:solidFill>
          <a:schemeClr val="bg1"/>
        </a:solidFill>
        <a:effectLst/>
      </p:bgPr>
    </p:bg>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7E76DE39-55B9-A41A-3D56-961A4943BAF8}"/>
              </a:ext>
            </a:extLst>
          </p:cNvPr>
          <p:cNvPicPr>
            <a:picLocks noChangeAspect="1"/>
          </p:cNvPicPr>
          <p:nvPr userDrawn="1"/>
        </p:nvPicPr>
        <p:blipFill>
          <a:blip>
            <a:extLst>
              <a:ext uri="{96DAC541-7B7A-43D3-8B79-37D633B846F1}">
                <asvg:svgBlip xmlns:asvg="http://schemas.microsoft.com/office/drawing/2016/SVG/main" r:embed="rId2"/>
              </a:ext>
            </a:extLst>
          </a:blip>
          <a:srcRect t="16335"/>
          <a:stretch/>
        </p:blipFill>
        <p:spPr>
          <a:xfrm>
            <a:off x="6705602" y="3"/>
            <a:ext cx="5241985" cy="4385732"/>
          </a:xfrm>
          <a:prstGeom prst="rect">
            <a:avLst/>
          </a:prstGeom>
        </p:spPr>
      </p:pic>
      <p:pic>
        <p:nvPicPr>
          <p:cNvPr id="8" name="Graphic 7">
            <a:extLst>
              <a:ext uri="{FF2B5EF4-FFF2-40B4-BE49-F238E27FC236}">
                <a16:creationId xmlns:a16="http://schemas.microsoft.com/office/drawing/2014/main" id="{8AFC241D-8FE8-045A-9C58-FF93C735A83C}"/>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0832754" y="5489460"/>
            <a:ext cx="688689" cy="784341"/>
          </a:xfrm>
          <a:prstGeom prst="rect">
            <a:avLst/>
          </a:prstGeom>
        </p:spPr>
      </p:pic>
      <p:sp>
        <p:nvSpPr>
          <p:cNvPr id="7" name="Text Placeholder 4">
            <a:extLst>
              <a:ext uri="{FF2B5EF4-FFF2-40B4-BE49-F238E27FC236}">
                <a16:creationId xmlns:a16="http://schemas.microsoft.com/office/drawing/2014/main" id="{DD9DA071-70D9-5990-B4D4-2E5E78971429}"/>
              </a:ext>
            </a:extLst>
          </p:cNvPr>
          <p:cNvSpPr>
            <a:spLocks noGrp="1"/>
          </p:cNvSpPr>
          <p:nvPr>
            <p:ph type="body" sz="quarter" idx="10" hasCustomPrompt="1"/>
          </p:nvPr>
        </p:nvSpPr>
        <p:spPr bwMode="gray">
          <a:xfrm>
            <a:off x="670559" y="5476932"/>
            <a:ext cx="6763172" cy="374893"/>
          </a:xfrm>
          <a:prstGeom prst="rect">
            <a:avLst/>
          </a:prstGeom>
        </p:spPr>
        <p:txBody>
          <a:bodyPr/>
          <a:lstStyle>
            <a:lvl1pPr>
              <a:defRPr sz="1867" b="0" i="0">
                <a:solidFill>
                  <a:schemeClr val="tx1"/>
                </a:solidFill>
                <a:latin typeface="+mn-lt"/>
              </a:defRPr>
            </a:lvl1pPr>
          </a:lstStyle>
          <a:p>
            <a:pPr lvl="0"/>
            <a:r>
              <a:rPr lang="en-US"/>
              <a:t>Speaker Name, Information, or Delete</a:t>
            </a:r>
          </a:p>
        </p:txBody>
      </p:sp>
      <p:sp>
        <p:nvSpPr>
          <p:cNvPr id="11" name="Title 1">
            <a:extLst>
              <a:ext uri="{FF2B5EF4-FFF2-40B4-BE49-F238E27FC236}">
                <a16:creationId xmlns:a16="http://schemas.microsoft.com/office/drawing/2014/main" id="{1432615C-4AB7-5FA3-A9E5-BDE255BC26DC}"/>
              </a:ext>
            </a:extLst>
          </p:cNvPr>
          <p:cNvSpPr>
            <a:spLocks noGrp="1"/>
          </p:cNvSpPr>
          <p:nvPr>
            <p:ph type="ctrTitle" hasCustomPrompt="1"/>
          </p:nvPr>
        </p:nvSpPr>
        <p:spPr bwMode="gray">
          <a:xfrm>
            <a:off x="670561" y="3335870"/>
            <a:ext cx="6729307" cy="1999159"/>
          </a:xfrm>
        </p:spPr>
        <p:txBody>
          <a:bodyPr/>
          <a:lstStyle>
            <a:lvl1pPr algn="l">
              <a:lnSpc>
                <a:spcPct val="90000"/>
              </a:lnSpc>
              <a:defRPr sz="5867" b="0" cap="none" spc="0" baseline="0">
                <a:solidFill>
                  <a:srgbClr val="002A3A"/>
                </a:solidFill>
                <a:latin typeface="+mj-lt"/>
              </a:defRPr>
            </a:lvl1pPr>
          </a:lstStyle>
          <a:p>
            <a:r>
              <a:rPr lang="en-US"/>
              <a:t>Click to edit master title style</a:t>
            </a:r>
          </a:p>
        </p:txBody>
      </p:sp>
      <p:sp>
        <p:nvSpPr>
          <p:cNvPr id="2" name="Subtitle 2">
            <a:extLst>
              <a:ext uri="{FF2B5EF4-FFF2-40B4-BE49-F238E27FC236}">
                <a16:creationId xmlns:a16="http://schemas.microsoft.com/office/drawing/2014/main" id="{FA13A010-D954-66F9-2596-471ABDC8F039}"/>
              </a:ext>
            </a:extLst>
          </p:cNvPr>
          <p:cNvSpPr>
            <a:spLocks noGrp="1"/>
          </p:cNvSpPr>
          <p:nvPr>
            <p:ph type="subTitle" idx="1" hasCustomPrompt="1"/>
          </p:nvPr>
        </p:nvSpPr>
        <p:spPr bwMode="gray">
          <a:xfrm>
            <a:off x="670562" y="2472904"/>
            <a:ext cx="5425441" cy="640080"/>
          </a:xfrm>
          <a:prstGeom prst="rect">
            <a:avLst/>
          </a:prstGeom>
        </p:spPr>
        <p:txBody>
          <a:bodyPr rIns="0" bIns="0" anchor="b" anchorCtr="0"/>
          <a:lstStyle>
            <a:lvl1pPr marL="0" indent="0" algn="l">
              <a:lnSpc>
                <a:spcPct val="100000"/>
              </a:lnSpc>
              <a:buNone/>
              <a:defRPr sz="2133" b="1" cap="all" spc="200" baseline="0">
                <a:solidFill>
                  <a:schemeClr val="tx1"/>
                </a:solidFill>
                <a:latin typeface="Calibri" panose="020F0502020204030204" pitchFamily="34" charset="0"/>
                <a:cs typeface="Calibri" panose="020F0502020204030204" pitchFamily="34" charset="0"/>
              </a:defRPr>
            </a:lvl1pPr>
            <a:lvl2pPr marL="609555" indent="0" algn="ctr">
              <a:buNone/>
              <a:defRPr>
                <a:solidFill>
                  <a:schemeClr val="tx1">
                    <a:tint val="75000"/>
                  </a:schemeClr>
                </a:solidFill>
              </a:defRPr>
            </a:lvl2pPr>
            <a:lvl3pPr marL="1219110" indent="0" algn="ctr">
              <a:buNone/>
              <a:defRPr>
                <a:solidFill>
                  <a:schemeClr val="tx1">
                    <a:tint val="75000"/>
                  </a:schemeClr>
                </a:solidFill>
              </a:defRPr>
            </a:lvl3pPr>
            <a:lvl4pPr marL="1828664" indent="0" algn="ctr">
              <a:buNone/>
              <a:defRPr>
                <a:solidFill>
                  <a:schemeClr val="tx1">
                    <a:tint val="75000"/>
                  </a:schemeClr>
                </a:solidFill>
              </a:defRPr>
            </a:lvl4pPr>
            <a:lvl5pPr marL="2438218" indent="0" algn="ctr">
              <a:buNone/>
              <a:defRPr>
                <a:solidFill>
                  <a:schemeClr val="tx1">
                    <a:tint val="75000"/>
                  </a:schemeClr>
                </a:solidFill>
              </a:defRPr>
            </a:lvl5pPr>
            <a:lvl6pPr marL="3047772" indent="0" algn="ctr">
              <a:buNone/>
              <a:defRPr>
                <a:solidFill>
                  <a:schemeClr val="tx1">
                    <a:tint val="75000"/>
                  </a:schemeClr>
                </a:solidFill>
              </a:defRPr>
            </a:lvl6pPr>
            <a:lvl7pPr marL="3657327" indent="0" algn="ctr">
              <a:buNone/>
              <a:defRPr>
                <a:solidFill>
                  <a:schemeClr val="tx1">
                    <a:tint val="75000"/>
                  </a:schemeClr>
                </a:solidFill>
              </a:defRPr>
            </a:lvl7pPr>
            <a:lvl8pPr marL="4266880" indent="0" algn="ctr">
              <a:buNone/>
              <a:defRPr>
                <a:solidFill>
                  <a:schemeClr val="tx1">
                    <a:tint val="75000"/>
                  </a:schemeClr>
                </a:solidFill>
              </a:defRPr>
            </a:lvl8pPr>
            <a:lvl9pPr marL="4876435" indent="0" algn="ctr">
              <a:buNone/>
              <a:defRPr>
                <a:solidFill>
                  <a:schemeClr val="tx1">
                    <a:tint val="75000"/>
                  </a:schemeClr>
                </a:solidFill>
              </a:defRPr>
            </a:lvl9pPr>
          </a:lstStyle>
          <a:p>
            <a:r>
              <a:rPr lang="en-US"/>
              <a:t>CLICK TO EDIT MASTER SUBTITLE STYLE</a:t>
            </a:r>
          </a:p>
        </p:txBody>
      </p:sp>
      <p:sp>
        <p:nvSpPr>
          <p:cNvPr id="4" name="Content Placeholder 2">
            <a:extLst>
              <a:ext uri="{FF2B5EF4-FFF2-40B4-BE49-F238E27FC236}">
                <a16:creationId xmlns:a16="http://schemas.microsoft.com/office/drawing/2014/main" id="{878BDC3E-8393-C7FB-3A20-4D5027731F73}"/>
              </a:ext>
            </a:extLst>
          </p:cNvPr>
          <p:cNvSpPr txBox="1">
            <a:spLocks/>
          </p:cNvSpPr>
          <p:nvPr userDrawn="1"/>
        </p:nvSpPr>
        <p:spPr bwMode="gray">
          <a:xfrm>
            <a:off x="670563" y="6343415"/>
            <a:ext cx="5082732" cy="374895"/>
          </a:xfrm>
          <a:prstGeom prst="rect">
            <a:avLst/>
          </a:prstGeom>
        </p:spPr>
        <p:txBody>
          <a:bodyPr vert="horz" lIns="0" tIns="0" rIns="0" bIns="0" anchor="b" anchorCtr="0"/>
          <a:lstStyle>
            <a:lvl1pPr marL="0" indent="0" algn="l" defTabSz="457200" rtl="0" eaLnBrk="1" latinLnBrk="0" hangingPunct="1">
              <a:spcBef>
                <a:spcPct val="20000"/>
              </a:spcBef>
              <a:buFont typeface="Arial"/>
              <a:buNone/>
              <a:defRPr sz="900" kern="1200">
                <a:solidFill>
                  <a:schemeClr val="tx1"/>
                </a:solidFill>
                <a:latin typeface="Georgia"/>
                <a:ea typeface="+mn-ea"/>
                <a:cs typeface="Georgia"/>
              </a:defRPr>
            </a:lvl1pPr>
            <a:lvl2pPr marL="457200" indent="0" algn="l" defTabSz="457200" rtl="0" eaLnBrk="1" latinLnBrk="0" hangingPunct="1">
              <a:spcBef>
                <a:spcPct val="20000"/>
              </a:spcBef>
              <a:buFont typeface="Arial"/>
              <a:buNone/>
              <a:defRPr sz="900" kern="1200">
                <a:solidFill>
                  <a:schemeClr val="tx1"/>
                </a:solidFill>
                <a:latin typeface="Georgia"/>
                <a:ea typeface="+mn-ea"/>
                <a:cs typeface="Georgia"/>
              </a:defRPr>
            </a:lvl2pPr>
            <a:lvl3pPr marL="914400" indent="0" algn="l" defTabSz="457200" rtl="0" eaLnBrk="1" latinLnBrk="0" hangingPunct="1">
              <a:spcBef>
                <a:spcPct val="20000"/>
              </a:spcBef>
              <a:buFont typeface="Arial"/>
              <a:buNone/>
              <a:defRPr sz="900" kern="1200">
                <a:solidFill>
                  <a:schemeClr val="tx1"/>
                </a:solidFill>
                <a:latin typeface="Georgia"/>
                <a:ea typeface="+mn-ea"/>
                <a:cs typeface="Georgia"/>
              </a:defRPr>
            </a:lvl3pPr>
            <a:lvl4pPr marL="1371600" indent="0" algn="l" defTabSz="457200" rtl="0" eaLnBrk="1" latinLnBrk="0" hangingPunct="1">
              <a:spcBef>
                <a:spcPct val="20000"/>
              </a:spcBef>
              <a:buFont typeface="Arial"/>
              <a:buNone/>
              <a:defRPr sz="900" kern="1200">
                <a:solidFill>
                  <a:schemeClr val="tx1"/>
                </a:solidFill>
                <a:latin typeface="Georgia"/>
                <a:ea typeface="+mn-ea"/>
                <a:cs typeface="Georgia"/>
              </a:defRPr>
            </a:lvl4pPr>
            <a:lvl5pPr marL="1828800" indent="0" algn="l" defTabSz="457200" rtl="0" eaLnBrk="1" latinLnBrk="0" hangingPunct="1">
              <a:spcBef>
                <a:spcPct val="20000"/>
              </a:spcBef>
              <a:buFont typeface="Arial"/>
              <a:buNone/>
              <a:defRPr sz="900" kern="1200">
                <a:solidFill>
                  <a:schemeClr val="tx1"/>
                </a:solidFill>
                <a:latin typeface="Georgia"/>
                <a:ea typeface="+mn-ea"/>
                <a:cs typeface="Georgia"/>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l" defTabSz="609555" rtl="0" eaLnBrk="1" fontAlgn="auto" latinLnBrk="0" hangingPunct="1">
              <a:lnSpc>
                <a:spcPct val="100000"/>
              </a:lnSpc>
              <a:spcBef>
                <a:spcPts val="0"/>
              </a:spcBef>
              <a:spcAft>
                <a:spcPts val="0"/>
              </a:spcAft>
              <a:buClrTx/>
              <a:buSzTx/>
              <a:buFont typeface="Arial"/>
              <a:buNone/>
              <a:tabLst/>
              <a:defRPr/>
            </a:pPr>
            <a:r>
              <a:rPr lang="en-US" sz="933" kern="1200">
                <a:solidFill>
                  <a:schemeClr val="tx1"/>
                </a:solidFill>
                <a:latin typeface="+mn-lt"/>
                <a:ea typeface="+mn-ea"/>
                <a:cs typeface="Calibri" panose="020F0502020204030204" pitchFamily="34" charset="0"/>
              </a:rPr>
              <a:t>The sensor housing, </a:t>
            </a:r>
            <a:r>
              <a:rPr lang="en-US" sz="933" kern="1200" err="1">
                <a:solidFill>
                  <a:schemeClr val="tx1"/>
                </a:solidFill>
                <a:latin typeface="+mn-lt"/>
                <a:ea typeface="+mn-ea"/>
                <a:cs typeface="Calibri" panose="020F0502020204030204" pitchFamily="34" charset="0"/>
              </a:rPr>
              <a:t>FreeStyle</a:t>
            </a:r>
            <a:r>
              <a:rPr lang="en-US" sz="933" kern="1200">
                <a:solidFill>
                  <a:schemeClr val="tx1"/>
                </a:solidFill>
                <a:latin typeface="+mn-lt"/>
                <a:ea typeface="+mn-ea"/>
                <a:cs typeface="Calibri" panose="020F0502020204030204" pitchFamily="34" charset="0"/>
              </a:rPr>
              <a:t>, Libre, and related brand marks are marks of Abbott.</a:t>
            </a:r>
          </a:p>
          <a:p>
            <a:pPr>
              <a:spcBef>
                <a:spcPts val="0"/>
              </a:spcBef>
            </a:pPr>
            <a:r>
              <a:rPr lang="en-US" sz="933" kern="1200">
                <a:solidFill>
                  <a:schemeClr val="tx1"/>
                </a:solidFill>
                <a:latin typeface="+mn-lt"/>
                <a:ea typeface="+mn-ea"/>
                <a:cs typeface="Calibri" panose="020F0502020204030204" pitchFamily="34" charset="0"/>
              </a:rPr>
              <a:t>Proprietary and confidential — do not distribute. ADC-XXXXX v1.0</a:t>
            </a:r>
          </a:p>
        </p:txBody>
      </p:sp>
      <p:pic>
        <p:nvPicPr>
          <p:cNvPr id="14" name="Graphic 13">
            <a:extLst>
              <a:ext uri="{FF2B5EF4-FFF2-40B4-BE49-F238E27FC236}">
                <a16:creationId xmlns:a16="http://schemas.microsoft.com/office/drawing/2014/main" id="{7056076B-6A14-252B-BD44-134770120927}"/>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660403" y="493186"/>
            <a:ext cx="1771455" cy="954617"/>
          </a:xfrm>
          <a:prstGeom prst="rect">
            <a:avLst/>
          </a:prstGeom>
        </p:spPr>
      </p:pic>
    </p:spTree>
    <p:extLst>
      <p:ext uri="{BB962C8B-B14F-4D97-AF65-F5344CB8AC3E}">
        <p14:creationId xmlns:p14="http://schemas.microsoft.com/office/powerpoint/2010/main" val="3033980333"/>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1_Title Slide 4">
    <p:bg bwMode="gray">
      <p:bgPr>
        <a:solidFill>
          <a:schemeClr val="bg1"/>
        </a:solidFill>
        <a:effectLst/>
      </p:bgPr>
    </p:bg>
    <p:spTree>
      <p:nvGrpSpPr>
        <p:cNvPr id="1" name=""/>
        <p:cNvGrpSpPr/>
        <p:nvPr/>
      </p:nvGrpSpPr>
      <p:grpSpPr>
        <a:xfrm>
          <a:off x="0" y="0"/>
          <a:ext cx="0" cy="0"/>
          <a:chOff x="0" y="0"/>
          <a:chExt cx="0" cy="0"/>
        </a:xfrm>
      </p:grpSpPr>
      <p:sp>
        <p:nvSpPr>
          <p:cNvPr id="7" name="Text Placeholder 4">
            <a:extLst>
              <a:ext uri="{FF2B5EF4-FFF2-40B4-BE49-F238E27FC236}">
                <a16:creationId xmlns:a16="http://schemas.microsoft.com/office/drawing/2014/main" id="{DD9DA071-70D9-5990-B4D4-2E5E78971429}"/>
              </a:ext>
            </a:extLst>
          </p:cNvPr>
          <p:cNvSpPr>
            <a:spLocks noGrp="1"/>
          </p:cNvSpPr>
          <p:nvPr>
            <p:ph type="body" sz="quarter" idx="10" hasCustomPrompt="1"/>
          </p:nvPr>
        </p:nvSpPr>
        <p:spPr bwMode="gray">
          <a:xfrm>
            <a:off x="670562" y="4766520"/>
            <a:ext cx="4307841" cy="374893"/>
          </a:xfrm>
          <a:prstGeom prst="rect">
            <a:avLst/>
          </a:prstGeom>
        </p:spPr>
        <p:txBody>
          <a:bodyPr anchor="b"/>
          <a:lstStyle>
            <a:lvl1pPr>
              <a:defRPr sz="1867" b="0" i="0">
                <a:solidFill>
                  <a:schemeClr val="tx1"/>
                </a:solidFill>
                <a:latin typeface="+mn-lt"/>
              </a:defRPr>
            </a:lvl1pPr>
          </a:lstStyle>
          <a:p>
            <a:pPr lvl="0"/>
            <a:r>
              <a:rPr lang="en-US"/>
              <a:t>Speaker Name, Information, or Delete</a:t>
            </a:r>
          </a:p>
        </p:txBody>
      </p:sp>
      <p:sp>
        <p:nvSpPr>
          <p:cNvPr id="11" name="Title 1">
            <a:extLst>
              <a:ext uri="{FF2B5EF4-FFF2-40B4-BE49-F238E27FC236}">
                <a16:creationId xmlns:a16="http://schemas.microsoft.com/office/drawing/2014/main" id="{1432615C-4AB7-5FA3-A9E5-BDE255BC26DC}"/>
              </a:ext>
            </a:extLst>
          </p:cNvPr>
          <p:cNvSpPr>
            <a:spLocks noGrp="1"/>
          </p:cNvSpPr>
          <p:nvPr>
            <p:ph type="ctrTitle" hasCustomPrompt="1"/>
          </p:nvPr>
        </p:nvSpPr>
        <p:spPr bwMode="gray">
          <a:xfrm>
            <a:off x="670560" y="2235203"/>
            <a:ext cx="6153573" cy="1999159"/>
          </a:xfrm>
        </p:spPr>
        <p:txBody>
          <a:bodyPr/>
          <a:lstStyle>
            <a:lvl1pPr algn="l">
              <a:lnSpc>
                <a:spcPct val="90000"/>
              </a:lnSpc>
              <a:defRPr sz="5867" b="0" cap="none" spc="0" baseline="0">
                <a:solidFill>
                  <a:srgbClr val="002A3A"/>
                </a:solidFill>
                <a:latin typeface="+mj-lt"/>
              </a:defRPr>
            </a:lvl1pPr>
          </a:lstStyle>
          <a:p>
            <a:r>
              <a:rPr lang="en-US"/>
              <a:t>Click to edit master title style</a:t>
            </a:r>
          </a:p>
        </p:txBody>
      </p:sp>
      <p:sp>
        <p:nvSpPr>
          <p:cNvPr id="2" name="Subtitle 2">
            <a:extLst>
              <a:ext uri="{FF2B5EF4-FFF2-40B4-BE49-F238E27FC236}">
                <a16:creationId xmlns:a16="http://schemas.microsoft.com/office/drawing/2014/main" id="{FA13A010-D954-66F9-2596-471ABDC8F039}"/>
              </a:ext>
            </a:extLst>
          </p:cNvPr>
          <p:cNvSpPr>
            <a:spLocks noGrp="1"/>
          </p:cNvSpPr>
          <p:nvPr>
            <p:ph type="subTitle" idx="1" hasCustomPrompt="1"/>
          </p:nvPr>
        </p:nvSpPr>
        <p:spPr bwMode="gray">
          <a:xfrm>
            <a:off x="670562" y="1372237"/>
            <a:ext cx="5425441" cy="640080"/>
          </a:xfrm>
          <a:prstGeom prst="rect">
            <a:avLst/>
          </a:prstGeom>
        </p:spPr>
        <p:txBody>
          <a:bodyPr rIns="0" bIns="0" anchor="b" anchorCtr="0"/>
          <a:lstStyle>
            <a:lvl1pPr marL="0" indent="0" algn="l">
              <a:lnSpc>
                <a:spcPct val="100000"/>
              </a:lnSpc>
              <a:buNone/>
              <a:defRPr sz="2133" b="1" cap="all" spc="200" baseline="0">
                <a:solidFill>
                  <a:schemeClr val="tx1"/>
                </a:solidFill>
                <a:latin typeface="Calibri" panose="020F0502020204030204" pitchFamily="34" charset="0"/>
                <a:cs typeface="Calibri" panose="020F0502020204030204" pitchFamily="34" charset="0"/>
              </a:defRPr>
            </a:lvl1pPr>
            <a:lvl2pPr marL="609555" indent="0" algn="ctr">
              <a:buNone/>
              <a:defRPr>
                <a:solidFill>
                  <a:schemeClr val="tx1">
                    <a:tint val="75000"/>
                  </a:schemeClr>
                </a:solidFill>
              </a:defRPr>
            </a:lvl2pPr>
            <a:lvl3pPr marL="1219110" indent="0" algn="ctr">
              <a:buNone/>
              <a:defRPr>
                <a:solidFill>
                  <a:schemeClr val="tx1">
                    <a:tint val="75000"/>
                  </a:schemeClr>
                </a:solidFill>
              </a:defRPr>
            </a:lvl3pPr>
            <a:lvl4pPr marL="1828664" indent="0" algn="ctr">
              <a:buNone/>
              <a:defRPr>
                <a:solidFill>
                  <a:schemeClr val="tx1">
                    <a:tint val="75000"/>
                  </a:schemeClr>
                </a:solidFill>
              </a:defRPr>
            </a:lvl4pPr>
            <a:lvl5pPr marL="2438218" indent="0" algn="ctr">
              <a:buNone/>
              <a:defRPr>
                <a:solidFill>
                  <a:schemeClr val="tx1">
                    <a:tint val="75000"/>
                  </a:schemeClr>
                </a:solidFill>
              </a:defRPr>
            </a:lvl5pPr>
            <a:lvl6pPr marL="3047772" indent="0" algn="ctr">
              <a:buNone/>
              <a:defRPr>
                <a:solidFill>
                  <a:schemeClr val="tx1">
                    <a:tint val="75000"/>
                  </a:schemeClr>
                </a:solidFill>
              </a:defRPr>
            </a:lvl6pPr>
            <a:lvl7pPr marL="3657327" indent="0" algn="ctr">
              <a:buNone/>
              <a:defRPr>
                <a:solidFill>
                  <a:schemeClr val="tx1">
                    <a:tint val="75000"/>
                  </a:schemeClr>
                </a:solidFill>
              </a:defRPr>
            </a:lvl7pPr>
            <a:lvl8pPr marL="4266880" indent="0" algn="ctr">
              <a:buNone/>
              <a:defRPr>
                <a:solidFill>
                  <a:schemeClr val="tx1">
                    <a:tint val="75000"/>
                  </a:schemeClr>
                </a:solidFill>
              </a:defRPr>
            </a:lvl8pPr>
            <a:lvl9pPr marL="4876435" indent="0" algn="ctr">
              <a:buNone/>
              <a:defRPr>
                <a:solidFill>
                  <a:schemeClr val="tx1">
                    <a:tint val="75000"/>
                  </a:schemeClr>
                </a:solidFill>
              </a:defRPr>
            </a:lvl9pPr>
          </a:lstStyle>
          <a:p>
            <a:r>
              <a:rPr lang="en-US"/>
              <a:t>CLICK TO EDIT MASTER SUBTITLE STYLE</a:t>
            </a:r>
          </a:p>
        </p:txBody>
      </p:sp>
      <p:sp>
        <p:nvSpPr>
          <p:cNvPr id="4" name="Content Placeholder 2">
            <a:extLst>
              <a:ext uri="{FF2B5EF4-FFF2-40B4-BE49-F238E27FC236}">
                <a16:creationId xmlns:a16="http://schemas.microsoft.com/office/drawing/2014/main" id="{878BDC3E-8393-C7FB-3A20-4D5027731F73}"/>
              </a:ext>
            </a:extLst>
          </p:cNvPr>
          <p:cNvSpPr txBox="1">
            <a:spLocks/>
          </p:cNvSpPr>
          <p:nvPr userDrawn="1"/>
        </p:nvSpPr>
        <p:spPr bwMode="gray">
          <a:xfrm>
            <a:off x="670563" y="6343415"/>
            <a:ext cx="5082732" cy="374895"/>
          </a:xfrm>
          <a:prstGeom prst="rect">
            <a:avLst/>
          </a:prstGeom>
        </p:spPr>
        <p:txBody>
          <a:bodyPr vert="horz" lIns="0" tIns="0" rIns="0" bIns="0" anchor="b" anchorCtr="0"/>
          <a:lstStyle>
            <a:lvl1pPr marL="0" indent="0" algn="l" defTabSz="457200" rtl="0" eaLnBrk="1" latinLnBrk="0" hangingPunct="1">
              <a:spcBef>
                <a:spcPct val="20000"/>
              </a:spcBef>
              <a:buFont typeface="Arial"/>
              <a:buNone/>
              <a:defRPr sz="900" kern="1200">
                <a:solidFill>
                  <a:schemeClr val="tx1"/>
                </a:solidFill>
                <a:latin typeface="Georgia"/>
                <a:ea typeface="+mn-ea"/>
                <a:cs typeface="Georgia"/>
              </a:defRPr>
            </a:lvl1pPr>
            <a:lvl2pPr marL="457200" indent="0" algn="l" defTabSz="457200" rtl="0" eaLnBrk="1" latinLnBrk="0" hangingPunct="1">
              <a:spcBef>
                <a:spcPct val="20000"/>
              </a:spcBef>
              <a:buFont typeface="Arial"/>
              <a:buNone/>
              <a:defRPr sz="900" kern="1200">
                <a:solidFill>
                  <a:schemeClr val="tx1"/>
                </a:solidFill>
                <a:latin typeface="Georgia"/>
                <a:ea typeface="+mn-ea"/>
                <a:cs typeface="Georgia"/>
              </a:defRPr>
            </a:lvl2pPr>
            <a:lvl3pPr marL="914400" indent="0" algn="l" defTabSz="457200" rtl="0" eaLnBrk="1" latinLnBrk="0" hangingPunct="1">
              <a:spcBef>
                <a:spcPct val="20000"/>
              </a:spcBef>
              <a:buFont typeface="Arial"/>
              <a:buNone/>
              <a:defRPr sz="900" kern="1200">
                <a:solidFill>
                  <a:schemeClr val="tx1"/>
                </a:solidFill>
                <a:latin typeface="Georgia"/>
                <a:ea typeface="+mn-ea"/>
                <a:cs typeface="Georgia"/>
              </a:defRPr>
            </a:lvl3pPr>
            <a:lvl4pPr marL="1371600" indent="0" algn="l" defTabSz="457200" rtl="0" eaLnBrk="1" latinLnBrk="0" hangingPunct="1">
              <a:spcBef>
                <a:spcPct val="20000"/>
              </a:spcBef>
              <a:buFont typeface="Arial"/>
              <a:buNone/>
              <a:defRPr sz="900" kern="1200">
                <a:solidFill>
                  <a:schemeClr val="tx1"/>
                </a:solidFill>
                <a:latin typeface="Georgia"/>
                <a:ea typeface="+mn-ea"/>
                <a:cs typeface="Georgia"/>
              </a:defRPr>
            </a:lvl4pPr>
            <a:lvl5pPr marL="1828800" indent="0" algn="l" defTabSz="457200" rtl="0" eaLnBrk="1" latinLnBrk="0" hangingPunct="1">
              <a:spcBef>
                <a:spcPct val="20000"/>
              </a:spcBef>
              <a:buFont typeface="Arial"/>
              <a:buNone/>
              <a:defRPr sz="900" kern="1200">
                <a:solidFill>
                  <a:schemeClr val="tx1"/>
                </a:solidFill>
                <a:latin typeface="Georgia"/>
                <a:ea typeface="+mn-ea"/>
                <a:cs typeface="Georgia"/>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l" defTabSz="609555" rtl="0" eaLnBrk="1" fontAlgn="auto" latinLnBrk="0" hangingPunct="1">
              <a:lnSpc>
                <a:spcPct val="100000"/>
              </a:lnSpc>
              <a:spcBef>
                <a:spcPts val="0"/>
              </a:spcBef>
              <a:spcAft>
                <a:spcPts val="0"/>
              </a:spcAft>
              <a:buClrTx/>
              <a:buSzTx/>
              <a:buFont typeface="Arial"/>
              <a:buNone/>
              <a:tabLst/>
              <a:defRPr/>
            </a:pPr>
            <a:r>
              <a:rPr lang="en-US" sz="933" kern="1200">
                <a:solidFill>
                  <a:schemeClr val="tx1"/>
                </a:solidFill>
                <a:latin typeface="+mn-lt"/>
                <a:ea typeface="+mn-ea"/>
                <a:cs typeface="Calibri" panose="020F0502020204030204" pitchFamily="34" charset="0"/>
              </a:rPr>
              <a:t>The sensor housing, </a:t>
            </a:r>
            <a:r>
              <a:rPr lang="en-US" sz="933" kern="1200" err="1">
                <a:solidFill>
                  <a:schemeClr val="tx1"/>
                </a:solidFill>
                <a:latin typeface="+mn-lt"/>
                <a:ea typeface="+mn-ea"/>
                <a:cs typeface="Calibri" panose="020F0502020204030204" pitchFamily="34" charset="0"/>
              </a:rPr>
              <a:t>FreeStyle</a:t>
            </a:r>
            <a:r>
              <a:rPr lang="en-US" sz="933" kern="1200">
                <a:solidFill>
                  <a:schemeClr val="tx1"/>
                </a:solidFill>
                <a:latin typeface="+mn-lt"/>
                <a:ea typeface="+mn-ea"/>
                <a:cs typeface="Calibri" panose="020F0502020204030204" pitchFamily="34" charset="0"/>
              </a:rPr>
              <a:t>, Libre, and related brand marks are marks of Abbott.</a:t>
            </a:r>
          </a:p>
          <a:p>
            <a:pPr>
              <a:spcBef>
                <a:spcPts val="0"/>
              </a:spcBef>
            </a:pPr>
            <a:r>
              <a:rPr lang="en-US" sz="933" kern="1200">
                <a:solidFill>
                  <a:schemeClr val="tx1"/>
                </a:solidFill>
                <a:latin typeface="+mn-lt"/>
                <a:ea typeface="+mn-ea"/>
                <a:cs typeface="Calibri" panose="020F0502020204030204" pitchFamily="34" charset="0"/>
              </a:rPr>
              <a:t>Proprietary and confidential — do not distribute. ADC-XXXXX v1.0</a:t>
            </a:r>
          </a:p>
        </p:txBody>
      </p:sp>
      <p:pic>
        <p:nvPicPr>
          <p:cNvPr id="5" name="Graphic 4">
            <a:extLst>
              <a:ext uri="{FF2B5EF4-FFF2-40B4-BE49-F238E27FC236}">
                <a16:creationId xmlns:a16="http://schemas.microsoft.com/office/drawing/2014/main" id="{E4D38B9A-E5A1-4E65-A5FD-562AA8B3AEBE}"/>
              </a:ext>
            </a:extLst>
          </p:cNvPr>
          <p:cNvPicPr>
            <a:picLocks noChangeAspect="1"/>
          </p:cNvPicPr>
          <p:nvPr userDrawn="1"/>
        </p:nvPicPr>
        <p:blipFill>
          <a:blip>
            <a:extLst>
              <a:ext uri="{96DAC541-7B7A-43D3-8B79-37D633B846F1}">
                <asvg:svgBlip xmlns:asvg="http://schemas.microsoft.com/office/drawing/2016/SVG/main" r:embed="rId2"/>
              </a:ext>
            </a:extLst>
          </a:blip>
          <a:srcRect r="17535"/>
          <a:stretch/>
        </p:blipFill>
        <p:spPr>
          <a:xfrm>
            <a:off x="7031316" y="430621"/>
            <a:ext cx="5160685" cy="6258049"/>
          </a:xfrm>
          <a:prstGeom prst="rect">
            <a:avLst/>
          </a:prstGeom>
        </p:spPr>
      </p:pic>
      <p:pic>
        <p:nvPicPr>
          <p:cNvPr id="15" name="Graphic 14">
            <a:extLst>
              <a:ext uri="{FF2B5EF4-FFF2-40B4-BE49-F238E27FC236}">
                <a16:creationId xmlns:a16="http://schemas.microsoft.com/office/drawing/2014/main" id="{5A76B8FF-D03F-E0D9-D0CD-45B4FF03029C}"/>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670562" y="524933"/>
            <a:ext cx="688689" cy="784341"/>
          </a:xfrm>
          <a:prstGeom prst="rect">
            <a:avLst/>
          </a:prstGeom>
        </p:spPr>
      </p:pic>
    </p:spTree>
    <p:extLst>
      <p:ext uri="{BB962C8B-B14F-4D97-AF65-F5344CB8AC3E}">
        <p14:creationId xmlns:p14="http://schemas.microsoft.com/office/powerpoint/2010/main" val="2524327067"/>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1_Title Slide 5">
    <p:bg bwMode="gray">
      <p:bgPr>
        <a:solidFill>
          <a:schemeClr val="bg1"/>
        </a:solidFill>
        <a:effectLst/>
      </p:bgPr>
    </p:bg>
    <p:spTree>
      <p:nvGrpSpPr>
        <p:cNvPr id="1" name=""/>
        <p:cNvGrpSpPr/>
        <p:nvPr/>
      </p:nvGrpSpPr>
      <p:grpSpPr>
        <a:xfrm>
          <a:off x="0" y="0"/>
          <a:ext cx="0" cy="0"/>
          <a:chOff x="0" y="0"/>
          <a:chExt cx="0" cy="0"/>
        </a:xfrm>
      </p:grpSpPr>
      <p:pic>
        <p:nvPicPr>
          <p:cNvPr id="12" name="Graphic 11">
            <a:extLst>
              <a:ext uri="{FF2B5EF4-FFF2-40B4-BE49-F238E27FC236}">
                <a16:creationId xmlns:a16="http://schemas.microsoft.com/office/drawing/2014/main" id="{0F3692E6-1EEB-1FE1-8A0A-41CF90868FF5}"/>
              </a:ext>
            </a:extLst>
          </p:cNvPr>
          <p:cNvPicPr>
            <a:picLocks noChangeAspect="1"/>
          </p:cNvPicPr>
          <p:nvPr userDrawn="1"/>
        </p:nvPicPr>
        <p:blipFill>
          <a:blip>
            <a:extLst>
              <a:ext uri="{96DAC541-7B7A-43D3-8B79-37D633B846F1}">
                <asvg:svgBlip xmlns:asvg="http://schemas.microsoft.com/office/drawing/2016/SVG/main" r:embed="rId2"/>
              </a:ext>
            </a:extLst>
          </a:blip>
          <a:srcRect l="16761"/>
          <a:stretch/>
        </p:blipFill>
        <p:spPr>
          <a:xfrm>
            <a:off x="2" y="29046"/>
            <a:ext cx="5209164" cy="6258049"/>
          </a:xfrm>
          <a:prstGeom prst="rect">
            <a:avLst/>
          </a:prstGeom>
        </p:spPr>
      </p:pic>
      <p:pic>
        <p:nvPicPr>
          <p:cNvPr id="8" name="Graphic 7">
            <a:extLst>
              <a:ext uri="{FF2B5EF4-FFF2-40B4-BE49-F238E27FC236}">
                <a16:creationId xmlns:a16="http://schemas.microsoft.com/office/drawing/2014/main" id="{8AFC241D-8FE8-045A-9C58-FF93C735A83C}"/>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0858289" y="5480992"/>
            <a:ext cx="688689" cy="784341"/>
          </a:xfrm>
          <a:prstGeom prst="rect">
            <a:avLst/>
          </a:prstGeom>
        </p:spPr>
      </p:pic>
      <p:sp>
        <p:nvSpPr>
          <p:cNvPr id="7" name="Text Placeholder 4">
            <a:extLst>
              <a:ext uri="{FF2B5EF4-FFF2-40B4-BE49-F238E27FC236}">
                <a16:creationId xmlns:a16="http://schemas.microsoft.com/office/drawing/2014/main" id="{DD9DA071-70D9-5990-B4D4-2E5E78971429}"/>
              </a:ext>
            </a:extLst>
          </p:cNvPr>
          <p:cNvSpPr>
            <a:spLocks noGrp="1"/>
          </p:cNvSpPr>
          <p:nvPr>
            <p:ph type="body" sz="quarter" idx="10" hasCustomPrompt="1"/>
          </p:nvPr>
        </p:nvSpPr>
        <p:spPr bwMode="gray">
          <a:xfrm>
            <a:off x="5615093" y="4595040"/>
            <a:ext cx="5916507" cy="374893"/>
          </a:xfrm>
          <a:prstGeom prst="rect">
            <a:avLst/>
          </a:prstGeom>
        </p:spPr>
        <p:txBody>
          <a:bodyPr/>
          <a:lstStyle>
            <a:lvl1pPr>
              <a:defRPr sz="1867" b="0" i="0">
                <a:solidFill>
                  <a:schemeClr val="tx1"/>
                </a:solidFill>
                <a:latin typeface="+mn-lt"/>
              </a:defRPr>
            </a:lvl1pPr>
          </a:lstStyle>
          <a:p>
            <a:pPr lvl="0"/>
            <a:r>
              <a:rPr lang="en-US"/>
              <a:t>Speaker Name, Information, or Delete</a:t>
            </a:r>
          </a:p>
        </p:txBody>
      </p:sp>
      <p:sp>
        <p:nvSpPr>
          <p:cNvPr id="11" name="Title 1">
            <a:extLst>
              <a:ext uri="{FF2B5EF4-FFF2-40B4-BE49-F238E27FC236}">
                <a16:creationId xmlns:a16="http://schemas.microsoft.com/office/drawing/2014/main" id="{1432615C-4AB7-5FA3-A9E5-BDE255BC26DC}"/>
              </a:ext>
            </a:extLst>
          </p:cNvPr>
          <p:cNvSpPr>
            <a:spLocks noGrp="1"/>
          </p:cNvSpPr>
          <p:nvPr>
            <p:ph type="ctrTitle" hasCustomPrompt="1"/>
          </p:nvPr>
        </p:nvSpPr>
        <p:spPr bwMode="gray">
          <a:xfrm>
            <a:off x="5615093" y="2235203"/>
            <a:ext cx="5916507" cy="1999159"/>
          </a:xfrm>
        </p:spPr>
        <p:txBody>
          <a:bodyPr/>
          <a:lstStyle>
            <a:lvl1pPr algn="l">
              <a:lnSpc>
                <a:spcPct val="90000"/>
              </a:lnSpc>
              <a:defRPr sz="5867" b="0" cap="none" spc="0" baseline="0">
                <a:solidFill>
                  <a:srgbClr val="002A3A"/>
                </a:solidFill>
                <a:latin typeface="+mj-lt"/>
              </a:defRPr>
            </a:lvl1pPr>
          </a:lstStyle>
          <a:p>
            <a:r>
              <a:rPr lang="en-US"/>
              <a:t>Click to edit master title style</a:t>
            </a:r>
          </a:p>
        </p:txBody>
      </p:sp>
      <p:sp>
        <p:nvSpPr>
          <p:cNvPr id="2" name="Subtitle 2">
            <a:extLst>
              <a:ext uri="{FF2B5EF4-FFF2-40B4-BE49-F238E27FC236}">
                <a16:creationId xmlns:a16="http://schemas.microsoft.com/office/drawing/2014/main" id="{FA13A010-D954-66F9-2596-471ABDC8F039}"/>
              </a:ext>
            </a:extLst>
          </p:cNvPr>
          <p:cNvSpPr>
            <a:spLocks noGrp="1"/>
          </p:cNvSpPr>
          <p:nvPr>
            <p:ph type="subTitle" idx="1" hasCustomPrompt="1"/>
          </p:nvPr>
        </p:nvSpPr>
        <p:spPr bwMode="gray">
          <a:xfrm>
            <a:off x="5615095" y="1372237"/>
            <a:ext cx="5425441" cy="640080"/>
          </a:xfrm>
          <a:prstGeom prst="rect">
            <a:avLst/>
          </a:prstGeom>
        </p:spPr>
        <p:txBody>
          <a:bodyPr rIns="0" bIns="0" anchor="b" anchorCtr="0"/>
          <a:lstStyle>
            <a:lvl1pPr marL="0" indent="0" algn="l">
              <a:lnSpc>
                <a:spcPct val="100000"/>
              </a:lnSpc>
              <a:buNone/>
              <a:defRPr sz="1867" b="1" cap="all" spc="200" baseline="0">
                <a:solidFill>
                  <a:schemeClr val="tx1"/>
                </a:solidFill>
                <a:latin typeface="Calibri" panose="020F0502020204030204" pitchFamily="34" charset="0"/>
                <a:cs typeface="Calibri" panose="020F0502020204030204" pitchFamily="34" charset="0"/>
              </a:defRPr>
            </a:lvl1pPr>
            <a:lvl2pPr marL="609555" indent="0" algn="ctr">
              <a:buNone/>
              <a:defRPr>
                <a:solidFill>
                  <a:schemeClr val="tx1">
                    <a:tint val="75000"/>
                  </a:schemeClr>
                </a:solidFill>
              </a:defRPr>
            </a:lvl2pPr>
            <a:lvl3pPr marL="1219110" indent="0" algn="ctr">
              <a:buNone/>
              <a:defRPr>
                <a:solidFill>
                  <a:schemeClr val="tx1">
                    <a:tint val="75000"/>
                  </a:schemeClr>
                </a:solidFill>
              </a:defRPr>
            </a:lvl3pPr>
            <a:lvl4pPr marL="1828664" indent="0" algn="ctr">
              <a:buNone/>
              <a:defRPr>
                <a:solidFill>
                  <a:schemeClr val="tx1">
                    <a:tint val="75000"/>
                  </a:schemeClr>
                </a:solidFill>
              </a:defRPr>
            </a:lvl4pPr>
            <a:lvl5pPr marL="2438218" indent="0" algn="ctr">
              <a:buNone/>
              <a:defRPr>
                <a:solidFill>
                  <a:schemeClr val="tx1">
                    <a:tint val="75000"/>
                  </a:schemeClr>
                </a:solidFill>
              </a:defRPr>
            </a:lvl5pPr>
            <a:lvl6pPr marL="3047772" indent="0" algn="ctr">
              <a:buNone/>
              <a:defRPr>
                <a:solidFill>
                  <a:schemeClr val="tx1">
                    <a:tint val="75000"/>
                  </a:schemeClr>
                </a:solidFill>
              </a:defRPr>
            </a:lvl6pPr>
            <a:lvl7pPr marL="3657327" indent="0" algn="ctr">
              <a:buNone/>
              <a:defRPr>
                <a:solidFill>
                  <a:schemeClr val="tx1">
                    <a:tint val="75000"/>
                  </a:schemeClr>
                </a:solidFill>
              </a:defRPr>
            </a:lvl7pPr>
            <a:lvl8pPr marL="4266880" indent="0" algn="ctr">
              <a:buNone/>
              <a:defRPr>
                <a:solidFill>
                  <a:schemeClr val="tx1">
                    <a:tint val="75000"/>
                  </a:schemeClr>
                </a:solidFill>
              </a:defRPr>
            </a:lvl8pPr>
            <a:lvl9pPr marL="4876435" indent="0" algn="ctr">
              <a:buNone/>
              <a:defRPr>
                <a:solidFill>
                  <a:schemeClr val="tx1">
                    <a:tint val="75000"/>
                  </a:schemeClr>
                </a:solidFill>
              </a:defRPr>
            </a:lvl9pPr>
          </a:lstStyle>
          <a:p>
            <a:r>
              <a:rPr lang="en-US"/>
              <a:t>CLICK TO EDIT MASTER SUBTITLE STYLE</a:t>
            </a:r>
          </a:p>
        </p:txBody>
      </p:sp>
      <p:sp>
        <p:nvSpPr>
          <p:cNvPr id="4" name="Content Placeholder 2">
            <a:extLst>
              <a:ext uri="{FF2B5EF4-FFF2-40B4-BE49-F238E27FC236}">
                <a16:creationId xmlns:a16="http://schemas.microsoft.com/office/drawing/2014/main" id="{878BDC3E-8393-C7FB-3A20-4D5027731F73}"/>
              </a:ext>
            </a:extLst>
          </p:cNvPr>
          <p:cNvSpPr txBox="1">
            <a:spLocks/>
          </p:cNvSpPr>
          <p:nvPr userDrawn="1"/>
        </p:nvSpPr>
        <p:spPr bwMode="gray">
          <a:xfrm>
            <a:off x="670563" y="6343415"/>
            <a:ext cx="5082732" cy="374895"/>
          </a:xfrm>
          <a:prstGeom prst="rect">
            <a:avLst/>
          </a:prstGeom>
        </p:spPr>
        <p:txBody>
          <a:bodyPr vert="horz" lIns="0" tIns="0" rIns="0" bIns="0" anchor="b" anchorCtr="0"/>
          <a:lstStyle>
            <a:lvl1pPr marL="0" indent="0" algn="l" defTabSz="457200" rtl="0" eaLnBrk="1" latinLnBrk="0" hangingPunct="1">
              <a:spcBef>
                <a:spcPct val="20000"/>
              </a:spcBef>
              <a:buFont typeface="Arial"/>
              <a:buNone/>
              <a:defRPr sz="900" kern="1200">
                <a:solidFill>
                  <a:schemeClr val="tx1"/>
                </a:solidFill>
                <a:latin typeface="Georgia"/>
                <a:ea typeface="+mn-ea"/>
                <a:cs typeface="Georgia"/>
              </a:defRPr>
            </a:lvl1pPr>
            <a:lvl2pPr marL="457200" indent="0" algn="l" defTabSz="457200" rtl="0" eaLnBrk="1" latinLnBrk="0" hangingPunct="1">
              <a:spcBef>
                <a:spcPct val="20000"/>
              </a:spcBef>
              <a:buFont typeface="Arial"/>
              <a:buNone/>
              <a:defRPr sz="900" kern="1200">
                <a:solidFill>
                  <a:schemeClr val="tx1"/>
                </a:solidFill>
                <a:latin typeface="Georgia"/>
                <a:ea typeface="+mn-ea"/>
                <a:cs typeface="Georgia"/>
              </a:defRPr>
            </a:lvl2pPr>
            <a:lvl3pPr marL="914400" indent="0" algn="l" defTabSz="457200" rtl="0" eaLnBrk="1" latinLnBrk="0" hangingPunct="1">
              <a:spcBef>
                <a:spcPct val="20000"/>
              </a:spcBef>
              <a:buFont typeface="Arial"/>
              <a:buNone/>
              <a:defRPr sz="900" kern="1200">
                <a:solidFill>
                  <a:schemeClr val="tx1"/>
                </a:solidFill>
                <a:latin typeface="Georgia"/>
                <a:ea typeface="+mn-ea"/>
                <a:cs typeface="Georgia"/>
              </a:defRPr>
            </a:lvl3pPr>
            <a:lvl4pPr marL="1371600" indent="0" algn="l" defTabSz="457200" rtl="0" eaLnBrk="1" latinLnBrk="0" hangingPunct="1">
              <a:spcBef>
                <a:spcPct val="20000"/>
              </a:spcBef>
              <a:buFont typeface="Arial"/>
              <a:buNone/>
              <a:defRPr sz="900" kern="1200">
                <a:solidFill>
                  <a:schemeClr val="tx1"/>
                </a:solidFill>
                <a:latin typeface="Georgia"/>
                <a:ea typeface="+mn-ea"/>
                <a:cs typeface="Georgia"/>
              </a:defRPr>
            </a:lvl4pPr>
            <a:lvl5pPr marL="1828800" indent="0" algn="l" defTabSz="457200" rtl="0" eaLnBrk="1" latinLnBrk="0" hangingPunct="1">
              <a:spcBef>
                <a:spcPct val="20000"/>
              </a:spcBef>
              <a:buFont typeface="Arial"/>
              <a:buNone/>
              <a:defRPr sz="900" kern="1200">
                <a:solidFill>
                  <a:schemeClr val="tx1"/>
                </a:solidFill>
                <a:latin typeface="Georgia"/>
                <a:ea typeface="+mn-ea"/>
                <a:cs typeface="Georgia"/>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l" defTabSz="609555" rtl="0" eaLnBrk="1" fontAlgn="auto" latinLnBrk="0" hangingPunct="1">
              <a:lnSpc>
                <a:spcPct val="100000"/>
              </a:lnSpc>
              <a:spcBef>
                <a:spcPts val="0"/>
              </a:spcBef>
              <a:spcAft>
                <a:spcPts val="0"/>
              </a:spcAft>
              <a:buClrTx/>
              <a:buSzTx/>
              <a:buFont typeface="Arial"/>
              <a:buNone/>
              <a:tabLst/>
              <a:defRPr/>
            </a:pPr>
            <a:r>
              <a:rPr lang="en-US" sz="933" kern="1200">
                <a:solidFill>
                  <a:schemeClr val="tx1"/>
                </a:solidFill>
                <a:latin typeface="+mn-lt"/>
                <a:ea typeface="+mn-ea"/>
                <a:cs typeface="Calibri" panose="020F0502020204030204" pitchFamily="34" charset="0"/>
              </a:rPr>
              <a:t>The sensor housing, </a:t>
            </a:r>
            <a:r>
              <a:rPr lang="en-US" sz="933" kern="1200" err="1">
                <a:solidFill>
                  <a:schemeClr val="tx1"/>
                </a:solidFill>
                <a:latin typeface="+mn-lt"/>
                <a:ea typeface="+mn-ea"/>
                <a:cs typeface="Calibri" panose="020F0502020204030204" pitchFamily="34" charset="0"/>
              </a:rPr>
              <a:t>FreeStyle</a:t>
            </a:r>
            <a:r>
              <a:rPr lang="en-US" sz="933" kern="1200">
                <a:solidFill>
                  <a:schemeClr val="tx1"/>
                </a:solidFill>
                <a:latin typeface="+mn-lt"/>
                <a:ea typeface="+mn-ea"/>
                <a:cs typeface="Calibri" panose="020F0502020204030204" pitchFamily="34" charset="0"/>
              </a:rPr>
              <a:t>, Libre, and related brand marks are marks of Abbott.</a:t>
            </a:r>
          </a:p>
          <a:p>
            <a:pPr>
              <a:spcBef>
                <a:spcPts val="0"/>
              </a:spcBef>
            </a:pPr>
            <a:r>
              <a:rPr lang="en-US" sz="933" kern="1200">
                <a:solidFill>
                  <a:schemeClr val="tx1"/>
                </a:solidFill>
                <a:latin typeface="+mn-lt"/>
                <a:ea typeface="+mn-ea"/>
                <a:cs typeface="Calibri" panose="020F0502020204030204" pitchFamily="34" charset="0"/>
              </a:rPr>
              <a:t>Proprietary and confidential — do not distribute. ADC-XXXXX v1.0</a:t>
            </a:r>
          </a:p>
        </p:txBody>
      </p:sp>
    </p:spTree>
    <p:extLst>
      <p:ext uri="{BB962C8B-B14F-4D97-AF65-F5344CB8AC3E}">
        <p14:creationId xmlns:p14="http://schemas.microsoft.com/office/powerpoint/2010/main" val="2107829428"/>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1_Title Only Charcoal">
    <p:bg>
      <p:bgPr>
        <a:solidFill>
          <a:schemeClr val="tx1"/>
        </a:solidFill>
        <a:effectLst/>
      </p:bgPr>
    </p:bg>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CC2773AC-CB5F-4692-8614-145FCB812285}"/>
              </a:ext>
            </a:extLst>
          </p:cNvPr>
          <p:cNvSpPr>
            <a:spLocks noGrp="1"/>
          </p:cNvSpPr>
          <p:nvPr>
            <p:ph type="body" sz="quarter" idx="10" hasCustomPrompt="1"/>
          </p:nvPr>
        </p:nvSpPr>
        <p:spPr>
          <a:xfrm>
            <a:off x="670564" y="355600"/>
            <a:ext cx="7299063" cy="348813"/>
          </a:xfrm>
          <a:prstGeom prst="rect">
            <a:avLst/>
          </a:prstGeom>
        </p:spPr>
        <p:txBody>
          <a:bodyPr>
            <a:noAutofit/>
          </a:bodyPr>
          <a:lstStyle>
            <a:lvl1pPr>
              <a:defRPr sz="1200" b="0" cap="all" spc="200" baseline="0">
                <a:solidFill>
                  <a:schemeClr val="bg1"/>
                </a:solidFill>
                <a:latin typeface="+mn-lt"/>
              </a:defRPr>
            </a:lvl1pPr>
            <a:lvl2pPr marL="0" indent="0">
              <a:buNone/>
              <a:defRPr/>
            </a:lvl2pPr>
          </a:lstStyle>
          <a:p>
            <a:pPr lvl="0"/>
            <a:r>
              <a:rPr lang="en-US"/>
              <a:t>Eyebrow CALIBRI LIGHT 9PT</a:t>
            </a:r>
          </a:p>
        </p:txBody>
      </p:sp>
      <p:sp>
        <p:nvSpPr>
          <p:cNvPr id="3" name="Title 2">
            <a:extLst>
              <a:ext uri="{FF2B5EF4-FFF2-40B4-BE49-F238E27FC236}">
                <a16:creationId xmlns:a16="http://schemas.microsoft.com/office/drawing/2014/main" id="{3F2BE9E2-7A7D-4BED-96F2-45B5703A2DAB}"/>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en-IN"/>
          </a:p>
        </p:txBody>
      </p:sp>
      <p:sp>
        <p:nvSpPr>
          <p:cNvPr id="8" name="Slide Number Placeholder 7">
            <a:extLst>
              <a:ext uri="{FF2B5EF4-FFF2-40B4-BE49-F238E27FC236}">
                <a16:creationId xmlns:a16="http://schemas.microsoft.com/office/drawing/2014/main" id="{39C99BF5-7BE3-5476-C8DE-FBA3E978E7F4}"/>
              </a:ext>
            </a:extLst>
          </p:cNvPr>
          <p:cNvSpPr>
            <a:spLocks noGrp="1"/>
          </p:cNvSpPr>
          <p:nvPr>
            <p:ph type="sldNum" sz="quarter" idx="13"/>
          </p:nvPr>
        </p:nvSpPr>
        <p:spPr>
          <a:xfrm>
            <a:off x="11092520" y="6419110"/>
            <a:ext cx="554360" cy="366183"/>
          </a:xfrm>
          <a:prstGeom prst="rect">
            <a:avLst/>
          </a:prstGeom>
        </p:spPr>
        <p:txBody>
          <a:bodyPr/>
          <a:lstStyle>
            <a:lvl1pPr>
              <a:defRPr>
                <a:solidFill>
                  <a:schemeClr val="bg1"/>
                </a:solidFill>
              </a:defRPr>
            </a:lvl1pPr>
          </a:lstStyle>
          <a:p>
            <a:pPr>
              <a:defRPr/>
            </a:pPr>
            <a:fld id="{7B2119CD-3B2D-4CEB-B404-D2E3F8CD6D69}" type="slidenum">
              <a:rPr lang="en-IN" smtClean="0"/>
              <a:pPr>
                <a:defRPr/>
              </a:pPr>
              <a:t>‹#›</a:t>
            </a:fld>
            <a:endParaRPr lang="en-IN"/>
          </a:p>
        </p:txBody>
      </p:sp>
      <p:sp>
        <p:nvSpPr>
          <p:cNvPr id="4" name="Content Placeholder 2">
            <a:extLst>
              <a:ext uri="{FF2B5EF4-FFF2-40B4-BE49-F238E27FC236}">
                <a16:creationId xmlns:a16="http://schemas.microsoft.com/office/drawing/2014/main" id="{CA5AFD72-27FB-60B5-1421-3CA0B8E1CEA4}"/>
              </a:ext>
            </a:extLst>
          </p:cNvPr>
          <p:cNvSpPr txBox="1">
            <a:spLocks/>
          </p:cNvSpPr>
          <p:nvPr userDrawn="1"/>
        </p:nvSpPr>
        <p:spPr bwMode="gray">
          <a:xfrm>
            <a:off x="670563" y="6344073"/>
            <a:ext cx="5082732" cy="374235"/>
          </a:xfrm>
          <a:prstGeom prst="rect">
            <a:avLst/>
          </a:prstGeom>
        </p:spPr>
        <p:txBody>
          <a:bodyPr vert="horz" lIns="0" tIns="0" rIns="0" bIns="0" anchor="b" anchorCtr="0"/>
          <a:lstStyle>
            <a:lvl1pPr marL="0" indent="0" algn="l" defTabSz="457200" rtl="0" eaLnBrk="1" latinLnBrk="0" hangingPunct="1">
              <a:spcBef>
                <a:spcPct val="20000"/>
              </a:spcBef>
              <a:buFont typeface="Arial"/>
              <a:buNone/>
              <a:defRPr sz="900" kern="1200">
                <a:solidFill>
                  <a:schemeClr val="tx1"/>
                </a:solidFill>
                <a:latin typeface="Georgia"/>
                <a:ea typeface="+mn-ea"/>
                <a:cs typeface="Georgia"/>
              </a:defRPr>
            </a:lvl1pPr>
            <a:lvl2pPr marL="457200" indent="0" algn="l" defTabSz="457200" rtl="0" eaLnBrk="1" latinLnBrk="0" hangingPunct="1">
              <a:spcBef>
                <a:spcPct val="20000"/>
              </a:spcBef>
              <a:buFont typeface="Arial"/>
              <a:buNone/>
              <a:defRPr sz="900" kern="1200">
                <a:solidFill>
                  <a:schemeClr val="tx1"/>
                </a:solidFill>
                <a:latin typeface="Georgia"/>
                <a:ea typeface="+mn-ea"/>
                <a:cs typeface="Georgia"/>
              </a:defRPr>
            </a:lvl2pPr>
            <a:lvl3pPr marL="914400" indent="0" algn="l" defTabSz="457200" rtl="0" eaLnBrk="1" latinLnBrk="0" hangingPunct="1">
              <a:spcBef>
                <a:spcPct val="20000"/>
              </a:spcBef>
              <a:buFont typeface="Arial"/>
              <a:buNone/>
              <a:defRPr sz="900" kern="1200">
                <a:solidFill>
                  <a:schemeClr val="tx1"/>
                </a:solidFill>
                <a:latin typeface="Georgia"/>
                <a:ea typeface="+mn-ea"/>
                <a:cs typeface="Georgia"/>
              </a:defRPr>
            </a:lvl3pPr>
            <a:lvl4pPr marL="1371600" indent="0" algn="l" defTabSz="457200" rtl="0" eaLnBrk="1" latinLnBrk="0" hangingPunct="1">
              <a:spcBef>
                <a:spcPct val="20000"/>
              </a:spcBef>
              <a:buFont typeface="Arial"/>
              <a:buNone/>
              <a:defRPr sz="900" kern="1200">
                <a:solidFill>
                  <a:schemeClr val="tx1"/>
                </a:solidFill>
                <a:latin typeface="Georgia"/>
                <a:ea typeface="+mn-ea"/>
                <a:cs typeface="Georgia"/>
              </a:defRPr>
            </a:lvl4pPr>
            <a:lvl5pPr marL="1828800" indent="0" algn="l" defTabSz="457200" rtl="0" eaLnBrk="1" latinLnBrk="0" hangingPunct="1">
              <a:spcBef>
                <a:spcPct val="20000"/>
              </a:spcBef>
              <a:buFont typeface="Arial"/>
              <a:buNone/>
              <a:defRPr sz="900" kern="1200">
                <a:solidFill>
                  <a:schemeClr val="tx1"/>
                </a:solidFill>
                <a:latin typeface="Georgia"/>
                <a:ea typeface="+mn-ea"/>
                <a:cs typeface="Georgia"/>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l" defTabSz="609555" rtl="0" eaLnBrk="1" fontAlgn="auto" latinLnBrk="0" hangingPunct="1">
              <a:lnSpc>
                <a:spcPct val="100000"/>
              </a:lnSpc>
              <a:spcBef>
                <a:spcPts val="0"/>
              </a:spcBef>
              <a:spcAft>
                <a:spcPts val="0"/>
              </a:spcAft>
              <a:buClrTx/>
              <a:buSzTx/>
              <a:buFont typeface="Arial"/>
              <a:buNone/>
              <a:tabLst/>
              <a:defRPr/>
            </a:pPr>
            <a:r>
              <a:rPr lang="en-US" sz="933" kern="1200">
                <a:solidFill>
                  <a:schemeClr val="bg2"/>
                </a:solidFill>
                <a:latin typeface="+mn-lt"/>
                <a:ea typeface="+mn-ea"/>
                <a:cs typeface="Calibri" panose="020F0502020204030204" pitchFamily="34" charset="0"/>
              </a:rPr>
              <a:t>The sensor housing, </a:t>
            </a:r>
            <a:r>
              <a:rPr lang="en-US" sz="933" kern="1200" err="1">
                <a:solidFill>
                  <a:schemeClr val="bg2"/>
                </a:solidFill>
                <a:latin typeface="+mn-lt"/>
                <a:ea typeface="+mn-ea"/>
                <a:cs typeface="Calibri" panose="020F0502020204030204" pitchFamily="34" charset="0"/>
              </a:rPr>
              <a:t>FreeStyle</a:t>
            </a:r>
            <a:r>
              <a:rPr lang="en-US" sz="933" kern="1200">
                <a:solidFill>
                  <a:schemeClr val="bg2"/>
                </a:solidFill>
                <a:latin typeface="+mn-lt"/>
                <a:ea typeface="+mn-ea"/>
                <a:cs typeface="Calibri" panose="020F0502020204030204" pitchFamily="34" charset="0"/>
              </a:rPr>
              <a:t>, Libre, and related brand marks are marks of Abbott.</a:t>
            </a:r>
          </a:p>
          <a:p>
            <a:pPr>
              <a:spcBef>
                <a:spcPts val="0"/>
              </a:spcBef>
            </a:pPr>
            <a:r>
              <a:rPr lang="en-US" sz="933" kern="1200">
                <a:solidFill>
                  <a:schemeClr val="bg2"/>
                </a:solidFill>
                <a:latin typeface="+mn-lt"/>
                <a:ea typeface="+mn-ea"/>
                <a:cs typeface="Calibri" panose="020F0502020204030204" pitchFamily="34" charset="0"/>
              </a:rPr>
              <a:t>Proprietary and confidential — do not distribute. ADC-XXXXX v1.0</a:t>
            </a:r>
          </a:p>
        </p:txBody>
      </p:sp>
      <p:sp>
        <p:nvSpPr>
          <p:cNvPr id="5" name="Footer Placeholder 4">
            <a:extLst>
              <a:ext uri="{FF2B5EF4-FFF2-40B4-BE49-F238E27FC236}">
                <a16:creationId xmlns:a16="http://schemas.microsoft.com/office/drawing/2014/main" id="{93E04C06-6CE1-9871-E9A7-2D146C131DB9}"/>
              </a:ext>
            </a:extLst>
          </p:cNvPr>
          <p:cNvSpPr>
            <a:spLocks noGrp="1"/>
          </p:cNvSpPr>
          <p:nvPr>
            <p:ph type="ftr" sz="quarter" idx="3"/>
          </p:nvPr>
        </p:nvSpPr>
        <p:spPr>
          <a:xfrm>
            <a:off x="8372592" y="6413433"/>
            <a:ext cx="2646393" cy="374235"/>
          </a:xfrm>
          <a:prstGeom prst="rect">
            <a:avLst/>
          </a:prstGeom>
        </p:spPr>
        <p:txBody>
          <a:bodyPr vert="horz" lIns="91440" tIns="45720" rIns="91440" bIns="45720" rtlCol="0" anchor="b" anchorCtr="0"/>
          <a:lstStyle>
            <a:lvl1pPr algn="ctr">
              <a:defRPr lang="en-US" sz="933" kern="1200" dirty="0" smtClean="0">
                <a:solidFill>
                  <a:schemeClr val="bg1"/>
                </a:solidFill>
                <a:latin typeface="+mn-lt"/>
                <a:ea typeface="+mn-ea"/>
                <a:cs typeface="+mn-cs"/>
              </a:defRPr>
            </a:lvl1pPr>
          </a:lstStyle>
          <a:p>
            <a:r>
              <a:rPr lang="en-US"/>
              <a:t>ADC Innovation Pipeline |  1-Aug-25</a:t>
            </a:r>
          </a:p>
        </p:txBody>
      </p:sp>
    </p:spTree>
    <p:extLst>
      <p:ext uri="{BB962C8B-B14F-4D97-AF65-F5344CB8AC3E}">
        <p14:creationId xmlns:p14="http://schemas.microsoft.com/office/powerpoint/2010/main" val="1743225601"/>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1_(R) Half-content &amp; image layout">
    <p:spTree>
      <p:nvGrpSpPr>
        <p:cNvPr id="1" name=""/>
        <p:cNvGrpSpPr/>
        <p:nvPr/>
      </p:nvGrpSpPr>
      <p:grpSpPr>
        <a:xfrm>
          <a:off x="0" y="0"/>
          <a:ext cx="0" cy="0"/>
          <a:chOff x="0" y="0"/>
          <a:chExt cx="0" cy="0"/>
        </a:xfrm>
      </p:grpSpPr>
      <p:sp>
        <p:nvSpPr>
          <p:cNvPr id="10" name="Picture Placeholder 9"/>
          <p:cNvSpPr>
            <a:spLocks noGrp="1"/>
          </p:cNvSpPr>
          <p:nvPr>
            <p:ph type="pic" sz="quarter" idx="14" hasCustomPrompt="1"/>
          </p:nvPr>
        </p:nvSpPr>
        <p:spPr>
          <a:xfrm>
            <a:off x="3" y="0"/>
            <a:ext cx="5753292" cy="6858000"/>
          </a:xfrm>
          <a:prstGeom prst="rect">
            <a:avLst/>
          </a:prstGeom>
          <a:solidFill>
            <a:srgbClr val="EAEAEA"/>
          </a:solidFill>
          <a:ln>
            <a:noFill/>
          </a:ln>
          <a:effectLst/>
        </p:spPr>
        <p:txBody>
          <a:bodyPr lIns="365760" rIns="365760" anchor="ctr" anchorCtr="1"/>
          <a:lstStyle>
            <a:lvl1pPr algn="ctr">
              <a:defRPr sz="2400" b="0" baseline="0">
                <a:solidFill>
                  <a:schemeClr val="tx1"/>
                </a:solidFill>
                <a:latin typeface="+mn-lt"/>
              </a:defRPr>
            </a:lvl1pPr>
          </a:lstStyle>
          <a:p>
            <a:r>
              <a:rPr lang="en-US"/>
              <a:t>Insert an image</a:t>
            </a:r>
            <a:br>
              <a:rPr lang="en-US"/>
            </a:br>
            <a:r>
              <a:rPr lang="en-US"/>
              <a:t>within this placeholder </a:t>
            </a:r>
          </a:p>
        </p:txBody>
      </p:sp>
      <p:sp>
        <p:nvSpPr>
          <p:cNvPr id="15" name="Text Placeholder 9">
            <a:extLst>
              <a:ext uri="{FF2B5EF4-FFF2-40B4-BE49-F238E27FC236}">
                <a16:creationId xmlns:a16="http://schemas.microsoft.com/office/drawing/2014/main" id="{82FAC416-5A96-491E-91F4-37DD3C42AC2D}"/>
              </a:ext>
            </a:extLst>
          </p:cNvPr>
          <p:cNvSpPr>
            <a:spLocks noGrp="1"/>
          </p:cNvSpPr>
          <p:nvPr>
            <p:ph type="body" sz="quarter" idx="18" hasCustomPrompt="1"/>
          </p:nvPr>
        </p:nvSpPr>
        <p:spPr>
          <a:xfrm>
            <a:off x="6105891" y="355600"/>
            <a:ext cx="5463812" cy="348813"/>
          </a:xfrm>
          <a:prstGeom prst="rect">
            <a:avLst/>
          </a:prstGeom>
        </p:spPr>
        <p:txBody>
          <a:bodyPr wrap="square">
            <a:noAutofit/>
          </a:bodyPr>
          <a:lstStyle>
            <a:lvl1pPr>
              <a:defRPr sz="1200" b="0" cap="all" spc="200" baseline="0">
                <a:solidFill>
                  <a:srgbClr val="222731"/>
                </a:solidFill>
                <a:latin typeface="+mn-lt"/>
              </a:defRPr>
            </a:lvl1pPr>
            <a:lvl2pPr marL="0" indent="0">
              <a:buNone/>
              <a:defRPr/>
            </a:lvl2pPr>
          </a:lstStyle>
          <a:p>
            <a:pPr lvl="0"/>
            <a:r>
              <a:rPr lang="en-US"/>
              <a:t>Eyebrow CALIBRI LIGHT 9pt</a:t>
            </a:r>
          </a:p>
        </p:txBody>
      </p:sp>
      <p:sp>
        <p:nvSpPr>
          <p:cNvPr id="18" name="Text Placeholder 4">
            <a:extLst>
              <a:ext uri="{FF2B5EF4-FFF2-40B4-BE49-F238E27FC236}">
                <a16:creationId xmlns:a16="http://schemas.microsoft.com/office/drawing/2014/main" id="{EC4C2575-A445-43B7-875C-641A76884F26}"/>
              </a:ext>
            </a:extLst>
          </p:cNvPr>
          <p:cNvSpPr>
            <a:spLocks noGrp="1"/>
          </p:cNvSpPr>
          <p:nvPr>
            <p:ph type="body" sz="quarter" idx="13" hasCustomPrompt="1"/>
          </p:nvPr>
        </p:nvSpPr>
        <p:spPr>
          <a:xfrm>
            <a:off x="6106311" y="2082800"/>
            <a:ext cx="5463816" cy="426720"/>
          </a:xfrm>
          <a:prstGeom prst="rect">
            <a:avLst/>
          </a:prstGeom>
        </p:spPr>
        <p:txBody>
          <a:bodyPr>
            <a:noAutofit/>
          </a:bodyPr>
          <a:lstStyle>
            <a:lvl1pPr>
              <a:defRPr sz="1867" b="1" cap="none" baseline="0">
                <a:solidFill>
                  <a:schemeClr val="accent3"/>
                </a:solidFill>
                <a:latin typeface="+mj-lt"/>
              </a:defRPr>
            </a:lvl1pPr>
          </a:lstStyle>
          <a:p>
            <a:pPr lvl="0"/>
            <a:r>
              <a:rPr lang="en-US"/>
              <a:t>Short Title, Calibri, 14pt, Bold</a:t>
            </a:r>
          </a:p>
        </p:txBody>
      </p:sp>
      <p:sp>
        <p:nvSpPr>
          <p:cNvPr id="19" name="Content Placeholder 5">
            <a:extLst>
              <a:ext uri="{FF2B5EF4-FFF2-40B4-BE49-F238E27FC236}">
                <a16:creationId xmlns:a16="http://schemas.microsoft.com/office/drawing/2014/main" id="{E778DA63-FCCC-4EE0-AA5F-890A1063CF18}"/>
              </a:ext>
            </a:extLst>
          </p:cNvPr>
          <p:cNvSpPr>
            <a:spLocks noGrp="1"/>
          </p:cNvSpPr>
          <p:nvPr>
            <p:ph sz="quarter" idx="20"/>
          </p:nvPr>
        </p:nvSpPr>
        <p:spPr>
          <a:xfrm>
            <a:off x="6105888" y="2590801"/>
            <a:ext cx="5463815" cy="1766352"/>
          </a:xfrm>
        </p:spPr>
        <p:txBody>
          <a:bodyPr>
            <a:noAutofit/>
          </a:bodyPr>
          <a:lstStyle>
            <a:lvl1pPr>
              <a:defRPr sz="1867">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stStyle>
          <a:p>
            <a:pPr lvl="0"/>
            <a:r>
              <a:rPr lang="en-US"/>
              <a:t>Click to edit Master text styles</a:t>
            </a:r>
          </a:p>
          <a:p>
            <a:pPr lvl="1"/>
            <a:r>
              <a:rPr lang="en-US"/>
              <a:t>Second level</a:t>
            </a:r>
          </a:p>
          <a:p>
            <a:pPr lvl="2"/>
            <a:r>
              <a:rPr lang="en-US"/>
              <a:t>Third level</a:t>
            </a:r>
          </a:p>
        </p:txBody>
      </p:sp>
      <p:sp>
        <p:nvSpPr>
          <p:cNvPr id="3" name="Title 2">
            <a:extLst>
              <a:ext uri="{FF2B5EF4-FFF2-40B4-BE49-F238E27FC236}">
                <a16:creationId xmlns:a16="http://schemas.microsoft.com/office/drawing/2014/main" id="{40AE3F9D-0018-4E23-82DB-DD559B56D0D9}"/>
              </a:ext>
            </a:extLst>
          </p:cNvPr>
          <p:cNvSpPr>
            <a:spLocks noGrp="1"/>
          </p:cNvSpPr>
          <p:nvPr>
            <p:ph type="title"/>
          </p:nvPr>
        </p:nvSpPr>
        <p:spPr>
          <a:xfrm>
            <a:off x="6095729" y="759460"/>
            <a:ext cx="5892155" cy="520701"/>
          </a:xfrm>
        </p:spPr>
        <p:txBody>
          <a:bodyPr/>
          <a:lstStyle>
            <a:lvl1pPr>
              <a:defRPr>
                <a:solidFill>
                  <a:schemeClr val="tx1"/>
                </a:solidFill>
              </a:defRPr>
            </a:lvl1pPr>
          </a:lstStyle>
          <a:p>
            <a:r>
              <a:rPr lang="en-US"/>
              <a:t>Click to edit Master title</a:t>
            </a:r>
            <a:endParaRPr lang="en-IN"/>
          </a:p>
        </p:txBody>
      </p:sp>
      <p:sp>
        <p:nvSpPr>
          <p:cNvPr id="4" name="Content Placeholder 2">
            <a:extLst>
              <a:ext uri="{FF2B5EF4-FFF2-40B4-BE49-F238E27FC236}">
                <a16:creationId xmlns:a16="http://schemas.microsoft.com/office/drawing/2014/main" id="{5C9F7E1F-0ACF-5236-690F-5AE374F107C5}"/>
              </a:ext>
            </a:extLst>
          </p:cNvPr>
          <p:cNvSpPr txBox="1">
            <a:spLocks/>
          </p:cNvSpPr>
          <p:nvPr userDrawn="1"/>
        </p:nvSpPr>
        <p:spPr bwMode="gray">
          <a:xfrm>
            <a:off x="670563" y="6343415"/>
            <a:ext cx="5082732" cy="374895"/>
          </a:xfrm>
          <a:prstGeom prst="rect">
            <a:avLst/>
          </a:prstGeom>
        </p:spPr>
        <p:txBody>
          <a:bodyPr vert="horz" lIns="0" tIns="0" rIns="0" bIns="0" anchor="b" anchorCtr="0"/>
          <a:lstStyle>
            <a:lvl1pPr marL="0" indent="0" algn="l" defTabSz="457200" rtl="0" eaLnBrk="1" latinLnBrk="0" hangingPunct="1">
              <a:spcBef>
                <a:spcPct val="20000"/>
              </a:spcBef>
              <a:buFont typeface="Arial"/>
              <a:buNone/>
              <a:defRPr sz="900" kern="1200">
                <a:solidFill>
                  <a:schemeClr val="tx1"/>
                </a:solidFill>
                <a:latin typeface="Georgia"/>
                <a:ea typeface="+mn-ea"/>
                <a:cs typeface="Georgia"/>
              </a:defRPr>
            </a:lvl1pPr>
            <a:lvl2pPr marL="457200" indent="0" algn="l" defTabSz="457200" rtl="0" eaLnBrk="1" latinLnBrk="0" hangingPunct="1">
              <a:spcBef>
                <a:spcPct val="20000"/>
              </a:spcBef>
              <a:buFont typeface="Arial"/>
              <a:buNone/>
              <a:defRPr sz="900" kern="1200">
                <a:solidFill>
                  <a:schemeClr val="tx1"/>
                </a:solidFill>
                <a:latin typeface="Georgia"/>
                <a:ea typeface="+mn-ea"/>
                <a:cs typeface="Georgia"/>
              </a:defRPr>
            </a:lvl2pPr>
            <a:lvl3pPr marL="914400" indent="0" algn="l" defTabSz="457200" rtl="0" eaLnBrk="1" latinLnBrk="0" hangingPunct="1">
              <a:spcBef>
                <a:spcPct val="20000"/>
              </a:spcBef>
              <a:buFont typeface="Arial"/>
              <a:buNone/>
              <a:defRPr sz="900" kern="1200">
                <a:solidFill>
                  <a:schemeClr val="tx1"/>
                </a:solidFill>
                <a:latin typeface="Georgia"/>
                <a:ea typeface="+mn-ea"/>
                <a:cs typeface="Georgia"/>
              </a:defRPr>
            </a:lvl3pPr>
            <a:lvl4pPr marL="1371600" indent="0" algn="l" defTabSz="457200" rtl="0" eaLnBrk="1" latinLnBrk="0" hangingPunct="1">
              <a:spcBef>
                <a:spcPct val="20000"/>
              </a:spcBef>
              <a:buFont typeface="Arial"/>
              <a:buNone/>
              <a:defRPr sz="900" kern="1200">
                <a:solidFill>
                  <a:schemeClr val="tx1"/>
                </a:solidFill>
                <a:latin typeface="Georgia"/>
                <a:ea typeface="+mn-ea"/>
                <a:cs typeface="Georgia"/>
              </a:defRPr>
            </a:lvl4pPr>
            <a:lvl5pPr marL="1828800" indent="0" algn="l" defTabSz="457200" rtl="0" eaLnBrk="1" latinLnBrk="0" hangingPunct="1">
              <a:spcBef>
                <a:spcPct val="20000"/>
              </a:spcBef>
              <a:buFont typeface="Arial"/>
              <a:buNone/>
              <a:defRPr sz="900" kern="1200">
                <a:solidFill>
                  <a:schemeClr val="tx1"/>
                </a:solidFill>
                <a:latin typeface="Georgia"/>
                <a:ea typeface="+mn-ea"/>
                <a:cs typeface="Georgia"/>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l" defTabSz="609555" rtl="0" eaLnBrk="1" fontAlgn="auto" latinLnBrk="0" hangingPunct="1">
              <a:lnSpc>
                <a:spcPct val="100000"/>
              </a:lnSpc>
              <a:spcBef>
                <a:spcPts val="0"/>
              </a:spcBef>
              <a:spcAft>
                <a:spcPts val="0"/>
              </a:spcAft>
              <a:buClrTx/>
              <a:buSzTx/>
              <a:buFont typeface="Arial"/>
              <a:buNone/>
              <a:tabLst/>
              <a:defRPr/>
            </a:pPr>
            <a:r>
              <a:rPr lang="en-US" sz="933" kern="1200">
                <a:solidFill>
                  <a:schemeClr val="tx1"/>
                </a:solidFill>
                <a:latin typeface="+mn-lt"/>
                <a:ea typeface="+mn-ea"/>
                <a:cs typeface="Calibri" panose="020F0502020204030204" pitchFamily="34" charset="0"/>
              </a:rPr>
              <a:t>The sensor housing, </a:t>
            </a:r>
            <a:r>
              <a:rPr lang="en-US" sz="933" kern="1200" err="1">
                <a:solidFill>
                  <a:schemeClr val="tx1"/>
                </a:solidFill>
                <a:latin typeface="+mn-lt"/>
                <a:ea typeface="+mn-ea"/>
                <a:cs typeface="Calibri" panose="020F0502020204030204" pitchFamily="34" charset="0"/>
              </a:rPr>
              <a:t>FreeStyle</a:t>
            </a:r>
            <a:r>
              <a:rPr lang="en-US" sz="933" kern="1200">
                <a:solidFill>
                  <a:schemeClr val="tx1"/>
                </a:solidFill>
                <a:latin typeface="+mn-lt"/>
                <a:ea typeface="+mn-ea"/>
                <a:cs typeface="Calibri" panose="020F0502020204030204" pitchFamily="34" charset="0"/>
              </a:rPr>
              <a:t>, Libre, and related brand marks are marks of Abbott.</a:t>
            </a:r>
          </a:p>
          <a:p>
            <a:pPr>
              <a:spcBef>
                <a:spcPts val="0"/>
              </a:spcBef>
            </a:pPr>
            <a:r>
              <a:rPr lang="en-US" sz="933" kern="1200">
                <a:solidFill>
                  <a:schemeClr val="tx1"/>
                </a:solidFill>
                <a:latin typeface="+mn-lt"/>
                <a:ea typeface="+mn-ea"/>
                <a:cs typeface="Calibri" panose="020F0502020204030204" pitchFamily="34" charset="0"/>
              </a:rPr>
              <a:t>Proprietary and confidential — do not distribute. ADC-XXXXX v1.0</a:t>
            </a:r>
          </a:p>
        </p:txBody>
      </p:sp>
      <p:sp>
        <p:nvSpPr>
          <p:cNvPr id="13" name="Slide Number Placeholder 12">
            <a:extLst>
              <a:ext uri="{FF2B5EF4-FFF2-40B4-BE49-F238E27FC236}">
                <a16:creationId xmlns:a16="http://schemas.microsoft.com/office/drawing/2014/main" id="{63B9C534-73A7-00C0-5DDE-48ADCBFE3D83}"/>
              </a:ext>
            </a:extLst>
          </p:cNvPr>
          <p:cNvSpPr>
            <a:spLocks noGrp="1"/>
          </p:cNvSpPr>
          <p:nvPr>
            <p:ph type="sldNum" sz="quarter" idx="25"/>
          </p:nvPr>
        </p:nvSpPr>
        <p:spPr>
          <a:xfrm>
            <a:off x="11092520" y="6419110"/>
            <a:ext cx="554360" cy="366183"/>
          </a:xfrm>
          <a:prstGeom prst="rect">
            <a:avLst/>
          </a:prstGeom>
        </p:spPr>
        <p:txBody>
          <a:bodyPr/>
          <a:lstStyle/>
          <a:p>
            <a:pPr>
              <a:defRPr/>
            </a:pPr>
            <a:fld id="{7B2119CD-3B2D-4CEB-B404-D2E3F8CD6D69}" type="slidenum">
              <a:rPr lang="en-IN" smtClean="0"/>
              <a:pPr>
                <a:defRPr/>
              </a:pPr>
              <a:t>‹#›</a:t>
            </a:fld>
            <a:endParaRPr lang="en-IN"/>
          </a:p>
        </p:txBody>
      </p:sp>
      <p:sp>
        <p:nvSpPr>
          <p:cNvPr id="2" name="Footer Placeholder 4">
            <a:extLst>
              <a:ext uri="{FF2B5EF4-FFF2-40B4-BE49-F238E27FC236}">
                <a16:creationId xmlns:a16="http://schemas.microsoft.com/office/drawing/2014/main" id="{5D6C7A8E-E6A0-7994-3608-06F2E5741C7B}"/>
              </a:ext>
            </a:extLst>
          </p:cNvPr>
          <p:cNvSpPr>
            <a:spLocks noGrp="1"/>
          </p:cNvSpPr>
          <p:nvPr>
            <p:ph type="ftr" sz="quarter" idx="3"/>
          </p:nvPr>
        </p:nvSpPr>
        <p:spPr>
          <a:xfrm>
            <a:off x="8372592" y="6413433"/>
            <a:ext cx="2646393" cy="374235"/>
          </a:xfrm>
          <a:prstGeom prst="rect">
            <a:avLst/>
          </a:prstGeom>
        </p:spPr>
        <p:txBody>
          <a:bodyPr vert="horz" lIns="91440" tIns="45720" rIns="91440" bIns="45720" rtlCol="0" anchor="b" anchorCtr="0"/>
          <a:lstStyle>
            <a:lvl1pPr algn="ctr">
              <a:defRPr lang="en-US" sz="933" kern="1200" dirty="0" smtClean="0">
                <a:solidFill>
                  <a:schemeClr val="tx1"/>
                </a:solidFill>
                <a:latin typeface="+mn-lt"/>
                <a:ea typeface="+mn-ea"/>
                <a:cs typeface="+mn-cs"/>
              </a:defRPr>
            </a:lvl1pPr>
          </a:lstStyle>
          <a:p>
            <a:r>
              <a:rPr lang="en-US"/>
              <a:t>ADC Innovation Pipeline |  1-Aug-25</a:t>
            </a:r>
          </a:p>
        </p:txBody>
      </p:sp>
    </p:spTree>
    <p:extLst>
      <p:ext uri="{BB962C8B-B14F-4D97-AF65-F5344CB8AC3E}">
        <p14:creationId xmlns:p14="http://schemas.microsoft.com/office/powerpoint/2010/main" val="1543407919"/>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1_(R) Half-content &amp; image layout YW">
    <p:bg>
      <p:bgPr>
        <a:solidFill>
          <a:schemeClr val="tx2"/>
        </a:solidFill>
        <a:effectLst/>
      </p:bgPr>
    </p:bg>
    <p:spTree>
      <p:nvGrpSpPr>
        <p:cNvPr id="1" name=""/>
        <p:cNvGrpSpPr/>
        <p:nvPr/>
      </p:nvGrpSpPr>
      <p:grpSpPr>
        <a:xfrm>
          <a:off x="0" y="0"/>
          <a:ext cx="0" cy="0"/>
          <a:chOff x="0" y="0"/>
          <a:chExt cx="0" cy="0"/>
        </a:xfrm>
      </p:grpSpPr>
      <p:sp>
        <p:nvSpPr>
          <p:cNvPr id="10" name="Picture Placeholder 9"/>
          <p:cNvSpPr>
            <a:spLocks noGrp="1"/>
          </p:cNvSpPr>
          <p:nvPr>
            <p:ph type="pic" sz="quarter" idx="14" hasCustomPrompt="1"/>
          </p:nvPr>
        </p:nvSpPr>
        <p:spPr>
          <a:xfrm>
            <a:off x="3" y="0"/>
            <a:ext cx="5753292" cy="6858000"/>
          </a:xfrm>
          <a:prstGeom prst="rect">
            <a:avLst/>
          </a:prstGeom>
          <a:solidFill>
            <a:srgbClr val="EAEAEA"/>
          </a:solidFill>
          <a:ln>
            <a:noFill/>
          </a:ln>
          <a:effectLst/>
        </p:spPr>
        <p:txBody>
          <a:bodyPr lIns="365760" rIns="365760" anchor="ctr" anchorCtr="1"/>
          <a:lstStyle>
            <a:lvl1pPr algn="ctr">
              <a:defRPr sz="2400" b="0" baseline="0">
                <a:solidFill>
                  <a:schemeClr val="tx1"/>
                </a:solidFill>
                <a:latin typeface="+mn-lt"/>
              </a:defRPr>
            </a:lvl1pPr>
          </a:lstStyle>
          <a:p>
            <a:r>
              <a:rPr lang="en-US"/>
              <a:t>Insert an image</a:t>
            </a:r>
            <a:br>
              <a:rPr lang="en-US"/>
            </a:br>
            <a:r>
              <a:rPr lang="en-US"/>
              <a:t>within this placeholder </a:t>
            </a:r>
          </a:p>
        </p:txBody>
      </p:sp>
      <p:sp>
        <p:nvSpPr>
          <p:cNvPr id="15" name="Text Placeholder 9">
            <a:extLst>
              <a:ext uri="{FF2B5EF4-FFF2-40B4-BE49-F238E27FC236}">
                <a16:creationId xmlns:a16="http://schemas.microsoft.com/office/drawing/2014/main" id="{82FAC416-5A96-491E-91F4-37DD3C42AC2D}"/>
              </a:ext>
            </a:extLst>
          </p:cNvPr>
          <p:cNvSpPr>
            <a:spLocks noGrp="1"/>
          </p:cNvSpPr>
          <p:nvPr>
            <p:ph type="body" sz="quarter" idx="18" hasCustomPrompt="1"/>
          </p:nvPr>
        </p:nvSpPr>
        <p:spPr>
          <a:xfrm>
            <a:off x="6105891" y="355600"/>
            <a:ext cx="5463812" cy="348813"/>
          </a:xfrm>
          <a:prstGeom prst="rect">
            <a:avLst/>
          </a:prstGeom>
        </p:spPr>
        <p:txBody>
          <a:bodyPr wrap="square">
            <a:noAutofit/>
          </a:bodyPr>
          <a:lstStyle>
            <a:lvl1pPr>
              <a:defRPr sz="1200" b="0" cap="all" spc="200" baseline="0">
                <a:solidFill>
                  <a:srgbClr val="222731"/>
                </a:solidFill>
                <a:latin typeface="+mn-lt"/>
              </a:defRPr>
            </a:lvl1pPr>
            <a:lvl2pPr marL="0" indent="0">
              <a:buNone/>
              <a:defRPr/>
            </a:lvl2pPr>
          </a:lstStyle>
          <a:p>
            <a:pPr lvl="0"/>
            <a:r>
              <a:rPr lang="en-US"/>
              <a:t>Eyebrow CALIBRI LIGHT 9pt</a:t>
            </a:r>
          </a:p>
        </p:txBody>
      </p:sp>
      <p:sp>
        <p:nvSpPr>
          <p:cNvPr id="18" name="Text Placeholder 4">
            <a:extLst>
              <a:ext uri="{FF2B5EF4-FFF2-40B4-BE49-F238E27FC236}">
                <a16:creationId xmlns:a16="http://schemas.microsoft.com/office/drawing/2014/main" id="{EC4C2575-A445-43B7-875C-641A76884F26}"/>
              </a:ext>
            </a:extLst>
          </p:cNvPr>
          <p:cNvSpPr>
            <a:spLocks noGrp="1"/>
          </p:cNvSpPr>
          <p:nvPr>
            <p:ph type="body" sz="quarter" idx="13" hasCustomPrompt="1"/>
          </p:nvPr>
        </p:nvSpPr>
        <p:spPr>
          <a:xfrm>
            <a:off x="6106311" y="2070100"/>
            <a:ext cx="5463816" cy="426720"/>
          </a:xfrm>
          <a:prstGeom prst="rect">
            <a:avLst/>
          </a:prstGeom>
        </p:spPr>
        <p:txBody>
          <a:bodyPr>
            <a:noAutofit/>
          </a:bodyPr>
          <a:lstStyle>
            <a:lvl1pPr>
              <a:defRPr sz="1867" b="1" cap="none" baseline="0">
                <a:solidFill>
                  <a:schemeClr val="accent3"/>
                </a:solidFill>
                <a:latin typeface="+mj-lt"/>
              </a:defRPr>
            </a:lvl1pPr>
          </a:lstStyle>
          <a:p>
            <a:pPr lvl="0"/>
            <a:r>
              <a:rPr lang="en-US"/>
              <a:t>Short Title, Calibri, 14pt, Bold</a:t>
            </a:r>
          </a:p>
        </p:txBody>
      </p:sp>
      <p:sp>
        <p:nvSpPr>
          <p:cNvPr id="19" name="Content Placeholder 5">
            <a:extLst>
              <a:ext uri="{FF2B5EF4-FFF2-40B4-BE49-F238E27FC236}">
                <a16:creationId xmlns:a16="http://schemas.microsoft.com/office/drawing/2014/main" id="{E778DA63-FCCC-4EE0-AA5F-890A1063CF18}"/>
              </a:ext>
            </a:extLst>
          </p:cNvPr>
          <p:cNvSpPr>
            <a:spLocks noGrp="1"/>
          </p:cNvSpPr>
          <p:nvPr>
            <p:ph sz="quarter" idx="20"/>
          </p:nvPr>
        </p:nvSpPr>
        <p:spPr>
          <a:xfrm>
            <a:off x="6105888" y="2590800"/>
            <a:ext cx="5463815" cy="1766352"/>
          </a:xfrm>
        </p:spPr>
        <p:txBody>
          <a:bodyPr>
            <a:noAutofit/>
          </a:bodyPr>
          <a:lstStyle>
            <a:lvl1pPr>
              <a:defRPr sz="1867">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stStyle>
          <a:p>
            <a:pPr lvl="0"/>
            <a:r>
              <a:rPr lang="en-US"/>
              <a:t>Click to edit Master text styles</a:t>
            </a:r>
          </a:p>
          <a:p>
            <a:pPr lvl="1"/>
            <a:r>
              <a:rPr lang="en-US"/>
              <a:t>Second level</a:t>
            </a:r>
          </a:p>
          <a:p>
            <a:pPr lvl="2"/>
            <a:r>
              <a:rPr lang="en-US"/>
              <a:t>Third level</a:t>
            </a:r>
          </a:p>
        </p:txBody>
      </p:sp>
      <p:sp>
        <p:nvSpPr>
          <p:cNvPr id="3" name="Title 2">
            <a:extLst>
              <a:ext uri="{FF2B5EF4-FFF2-40B4-BE49-F238E27FC236}">
                <a16:creationId xmlns:a16="http://schemas.microsoft.com/office/drawing/2014/main" id="{40AE3F9D-0018-4E23-82DB-DD559B56D0D9}"/>
              </a:ext>
            </a:extLst>
          </p:cNvPr>
          <p:cNvSpPr>
            <a:spLocks noGrp="1"/>
          </p:cNvSpPr>
          <p:nvPr>
            <p:ph type="title"/>
          </p:nvPr>
        </p:nvSpPr>
        <p:spPr>
          <a:xfrm>
            <a:off x="6095729" y="759460"/>
            <a:ext cx="5892155" cy="520701"/>
          </a:xfrm>
        </p:spPr>
        <p:txBody>
          <a:bodyPr/>
          <a:lstStyle>
            <a:lvl1pPr>
              <a:defRPr>
                <a:solidFill>
                  <a:schemeClr val="tx1"/>
                </a:solidFill>
              </a:defRPr>
            </a:lvl1pPr>
          </a:lstStyle>
          <a:p>
            <a:r>
              <a:rPr lang="en-US"/>
              <a:t>Click to edit Master title</a:t>
            </a:r>
            <a:endParaRPr lang="en-IN"/>
          </a:p>
        </p:txBody>
      </p:sp>
      <p:sp>
        <p:nvSpPr>
          <p:cNvPr id="4" name="Content Placeholder 2">
            <a:extLst>
              <a:ext uri="{FF2B5EF4-FFF2-40B4-BE49-F238E27FC236}">
                <a16:creationId xmlns:a16="http://schemas.microsoft.com/office/drawing/2014/main" id="{5C9F7E1F-0ACF-5236-690F-5AE374F107C5}"/>
              </a:ext>
            </a:extLst>
          </p:cNvPr>
          <p:cNvSpPr txBox="1">
            <a:spLocks/>
          </p:cNvSpPr>
          <p:nvPr userDrawn="1"/>
        </p:nvSpPr>
        <p:spPr bwMode="gray">
          <a:xfrm>
            <a:off x="670563" y="6343415"/>
            <a:ext cx="5082732" cy="374895"/>
          </a:xfrm>
          <a:prstGeom prst="rect">
            <a:avLst/>
          </a:prstGeom>
        </p:spPr>
        <p:txBody>
          <a:bodyPr vert="horz" lIns="0" tIns="0" rIns="0" bIns="0" anchor="b" anchorCtr="0"/>
          <a:lstStyle>
            <a:lvl1pPr marL="0" indent="0" algn="l" defTabSz="457200" rtl="0" eaLnBrk="1" latinLnBrk="0" hangingPunct="1">
              <a:spcBef>
                <a:spcPct val="20000"/>
              </a:spcBef>
              <a:buFont typeface="Arial"/>
              <a:buNone/>
              <a:defRPr sz="900" kern="1200">
                <a:solidFill>
                  <a:schemeClr val="tx1"/>
                </a:solidFill>
                <a:latin typeface="Georgia"/>
                <a:ea typeface="+mn-ea"/>
                <a:cs typeface="Georgia"/>
              </a:defRPr>
            </a:lvl1pPr>
            <a:lvl2pPr marL="457200" indent="0" algn="l" defTabSz="457200" rtl="0" eaLnBrk="1" latinLnBrk="0" hangingPunct="1">
              <a:spcBef>
                <a:spcPct val="20000"/>
              </a:spcBef>
              <a:buFont typeface="Arial"/>
              <a:buNone/>
              <a:defRPr sz="900" kern="1200">
                <a:solidFill>
                  <a:schemeClr val="tx1"/>
                </a:solidFill>
                <a:latin typeface="Georgia"/>
                <a:ea typeface="+mn-ea"/>
                <a:cs typeface="Georgia"/>
              </a:defRPr>
            </a:lvl2pPr>
            <a:lvl3pPr marL="914400" indent="0" algn="l" defTabSz="457200" rtl="0" eaLnBrk="1" latinLnBrk="0" hangingPunct="1">
              <a:spcBef>
                <a:spcPct val="20000"/>
              </a:spcBef>
              <a:buFont typeface="Arial"/>
              <a:buNone/>
              <a:defRPr sz="900" kern="1200">
                <a:solidFill>
                  <a:schemeClr val="tx1"/>
                </a:solidFill>
                <a:latin typeface="Georgia"/>
                <a:ea typeface="+mn-ea"/>
                <a:cs typeface="Georgia"/>
              </a:defRPr>
            </a:lvl3pPr>
            <a:lvl4pPr marL="1371600" indent="0" algn="l" defTabSz="457200" rtl="0" eaLnBrk="1" latinLnBrk="0" hangingPunct="1">
              <a:spcBef>
                <a:spcPct val="20000"/>
              </a:spcBef>
              <a:buFont typeface="Arial"/>
              <a:buNone/>
              <a:defRPr sz="900" kern="1200">
                <a:solidFill>
                  <a:schemeClr val="tx1"/>
                </a:solidFill>
                <a:latin typeface="Georgia"/>
                <a:ea typeface="+mn-ea"/>
                <a:cs typeface="Georgia"/>
              </a:defRPr>
            </a:lvl4pPr>
            <a:lvl5pPr marL="1828800" indent="0" algn="l" defTabSz="457200" rtl="0" eaLnBrk="1" latinLnBrk="0" hangingPunct="1">
              <a:spcBef>
                <a:spcPct val="20000"/>
              </a:spcBef>
              <a:buFont typeface="Arial"/>
              <a:buNone/>
              <a:defRPr sz="900" kern="1200">
                <a:solidFill>
                  <a:schemeClr val="tx1"/>
                </a:solidFill>
                <a:latin typeface="Georgia"/>
                <a:ea typeface="+mn-ea"/>
                <a:cs typeface="Georgia"/>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l" defTabSz="609555" rtl="0" eaLnBrk="1" fontAlgn="auto" latinLnBrk="0" hangingPunct="1">
              <a:lnSpc>
                <a:spcPct val="100000"/>
              </a:lnSpc>
              <a:spcBef>
                <a:spcPts val="0"/>
              </a:spcBef>
              <a:spcAft>
                <a:spcPts val="0"/>
              </a:spcAft>
              <a:buClrTx/>
              <a:buSzTx/>
              <a:buFont typeface="Arial"/>
              <a:buNone/>
              <a:tabLst/>
              <a:defRPr/>
            </a:pPr>
            <a:r>
              <a:rPr lang="en-US" sz="933" kern="1200">
                <a:solidFill>
                  <a:schemeClr val="tx1"/>
                </a:solidFill>
                <a:latin typeface="+mn-lt"/>
                <a:ea typeface="+mn-ea"/>
                <a:cs typeface="Calibri" panose="020F0502020204030204" pitchFamily="34" charset="0"/>
              </a:rPr>
              <a:t>The sensor housing, </a:t>
            </a:r>
            <a:r>
              <a:rPr lang="en-US" sz="933" kern="1200" err="1">
                <a:solidFill>
                  <a:schemeClr val="tx1"/>
                </a:solidFill>
                <a:latin typeface="+mn-lt"/>
                <a:ea typeface="+mn-ea"/>
                <a:cs typeface="Calibri" panose="020F0502020204030204" pitchFamily="34" charset="0"/>
              </a:rPr>
              <a:t>FreeStyle</a:t>
            </a:r>
            <a:r>
              <a:rPr lang="en-US" sz="933" kern="1200">
                <a:solidFill>
                  <a:schemeClr val="tx1"/>
                </a:solidFill>
                <a:latin typeface="+mn-lt"/>
                <a:ea typeface="+mn-ea"/>
                <a:cs typeface="Calibri" panose="020F0502020204030204" pitchFamily="34" charset="0"/>
              </a:rPr>
              <a:t>, Libre, and related brand marks are marks of Abbott.</a:t>
            </a:r>
          </a:p>
          <a:p>
            <a:pPr>
              <a:spcBef>
                <a:spcPts val="0"/>
              </a:spcBef>
            </a:pPr>
            <a:r>
              <a:rPr lang="en-US" sz="933" kern="1200">
                <a:solidFill>
                  <a:schemeClr val="tx1"/>
                </a:solidFill>
                <a:latin typeface="+mn-lt"/>
                <a:ea typeface="+mn-ea"/>
                <a:cs typeface="Calibri" panose="020F0502020204030204" pitchFamily="34" charset="0"/>
              </a:rPr>
              <a:t>Proprietary and confidential — do not distribute. ADC-XXXXX v1.0</a:t>
            </a:r>
          </a:p>
        </p:txBody>
      </p:sp>
      <p:sp>
        <p:nvSpPr>
          <p:cNvPr id="13" name="Slide Number Placeholder 12">
            <a:extLst>
              <a:ext uri="{FF2B5EF4-FFF2-40B4-BE49-F238E27FC236}">
                <a16:creationId xmlns:a16="http://schemas.microsoft.com/office/drawing/2014/main" id="{63B9C534-73A7-00C0-5DDE-48ADCBFE3D83}"/>
              </a:ext>
            </a:extLst>
          </p:cNvPr>
          <p:cNvSpPr>
            <a:spLocks noGrp="1"/>
          </p:cNvSpPr>
          <p:nvPr>
            <p:ph type="sldNum" sz="quarter" idx="25"/>
          </p:nvPr>
        </p:nvSpPr>
        <p:spPr>
          <a:xfrm>
            <a:off x="11092520" y="6419110"/>
            <a:ext cx="554360" cy="366183"/>
          </a:xfrm>
          <a:prstGeom prst="rect">
            <a:avLst/>
          </a:prstGeom>
        </p:spPr>
        <p:txBody>
          <a:bodyPr/>
          <a:lstStyle/>
          <a:p>
            <a:pPr>
              <a:defRPr/>
            </a:pPr>
            <a:fld id="{7B2119CD-3B2D-4CEB-B404-D2E3F8CD6D69}" type="slidenum">
              <a:rPr lang="en-IN" smtClean="0"/>
              <a:pPr>
                <a:defRPr/>
              </a:pPr>
              <a:t>‹#›</a:t>
            </a:fld>
            <a:endParaRPr lang="en-IN"/>
          </a:p>
        </p:txBody>
      </p:sp>
      <p:sp>
        <p:nvSpPr>
          <p:cNvPr id="2" name="Footer Placeholder 4">
            <a:extLst>
              <a:ext uri="{FF2B5EF4-FFF2-40B4-BE49-F238E27FC236}">
                <a16:creationId xmlns:a16="http://schemas.microsoft.com/office/drawing/2014/main" id="{F6AD6BCD-A8ED-453F-6DFC-4CE3A58020B5}"/>
              </a:ext>
            </a:extLst>
          </p:cNvPr>
          <p:cNvSpPr>
            <a:spLocks noGrp="1"/>
          </p:cNvSpPr>
          <p:nvPr>
            <p:ph type="ftr" sz="quarter" idx="3"/>
          </p:nvPr>
        </p:nvSpPr>
        <p:spPr>
          <a:xfrm>
            <a:off x="8372592" y="6413433"/>
            <a:ext cx="2646393" cy="374235"/>
          </a:xfrm>
          <a:prstGeom prst="rect">
            <a:avLst/>
          </a:prstGeom>
        </p:spPr>
        <p:txBody>
          <a:bodyPr vert="horz" lIns="91440" tIns="45720" rIns="91440" bIns="45720" rtlCol="0" anchor="b" anchorCtr="0"/>
          <a:lstStyle>
            <a:lvl1pPr algn="ctr">
              <a:defRPr lang="en-US" sz="933" kern="1200" dirty="0" smtClean="0">
                <a:solidFill>
                  <a:schemeClr val="tx1"/>
                </a:solidFill>
                <a:latin typeface="+mn-lt"/>
                <a:ea typeface="+mn-ea"/>
                <a:cs typeface="+mn-cs"/>
              </a:defRPr>
            </a:lvl1pPr>
          </a:lstStyle>
          <a:p>
            <a:r>
              <a:rPr lang="en-US"/>
              <a:t>ADC Innovation Pipeline |  1-Aug-25</a:t>
            </a:r>
          </a:p>
        </p:txBody>
      </p:sp>
    </p:spTree>
    <p:extLst>
      <p:ext uri="{BB962C8B-B14F-4D97-AF65-F5344CB8AC3E}">
        <p14:creationId xmlns:p14="http://schemas.microsoft.com/office/powerpoint/2010/main" val="3574226266"/>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1_Title and Content Charcoal">
    <p:bg>
      <p:bgPr>
        <a:solidFill>
          <a:schemeClr val="tx1"/>
        </a:solidFill>
        <a:effectLst/>
      </p:bgPr>
    </p:bg>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E16D6E74-3911-4251-9210-E9AF0CB4653E}"/>
              </a:ext>
            </a:extLst>
          </p:cNvPr>
          <p:cNvSpPr>
            <a:spLocks noGrp="1"/>
          </p:cNvSpPr>
          <p:nvPr>
            <p:ph type="body" sz="quarter" idx="10" hasCustomPrompt="1"/>
          </p:nvPr>
        </p:nvSpPr>
        <p:spPr>
          <a:xfrm>
            <a:off x="670565" y="355600"/>
            <a:ext cx="6989233" cy="348813"/>
          </a:xfrm>
          <a:prstGeom prst="rect">
            <a:avLst/>
          </a:prstGeom>
        </p:spPr>
        <p:txBody>
          <a:bodyPr>
            <a:noAutofit/>
          </a:bodyPr>
          <a:lstStyle>
            <a:lvl1pPr>
              <a:defRPr sz="1200" b="0" cap="all" spc="200" baseline="0">
                <a:solidFill>
                  <a:schemeClr val="bg1"/>
                </a:solidFill>
                <a:latin typeface="+mn-lt"/>
              </a:defRPr>
            </a:lvl1pPr>
            <a:lvl2pPr marL="0" indent="0">
              <a:buNone/>
              <a:defRPr/>
            </a:lvl2pPr>
          </a:lstStyle>
          <a:p>
            <a:pPr lvl="0"/>
            <a:r>
              <a:rPr lang="en-US"/>
              <a:t>Eyebrow CALIBRI LIGHT 9Pt</a:t>
            </a:r>
          </a:p>
        </p:txBody>
      </p:sp>
      <p:sp>
        <p:nvSpPr>
          <p:cNvPr id="15" name="Content Placeholder 9">
            <a:extLst>
              <a:ext uri="{FF2B5EF4-FFF2-40B4-BE49-F238E27FC236}">
                <a16:creationId xmlns:a16="http://schemas.microsoft.com/office/drawing/2014/main" id="{DCEC16E3-E9C3-470B-B2C9-CBD23EA9860F}"/>
              </a:ext>
            </a:extLst>
          </p:cNvPr>
          <p:cNvSpPr>
            <a:spLocks noGrp="1"/>
          </p:cNvSpPr>
          <p:nvPr>
            <p:ph sz="quarter" idx="14"/>
          </p:nvPr>
        </p:nvSpPr>
        <p:spPr>
          <a:xfrm>
            <a:off x="670560" y="2289453"/>
            <a:ext cx="10861040" cy="3927515"/>
          </a:xfrm>
        </p:spPr>
        <p:txBody>
          <a:bodyPr/>
          <a:lstStyle>
            <a:lvl1pPr>
              <a:defRPr>
                <a:solidFill>
                  <a:schemeClr val="bg1"/>
                </a:solidFill>
              </a:defRPr>
            </a:lvl1pPr>
            <a:lvl2pPr>
              <a:defRPr sz="2133">
                <a:solidFill>
                  <a:schemeClr val="bg1"/>
                </a:solidFill>
              </a:defRPr>
            </a:lvl2pPr>
            <a:lvl3pPr>
              <a:defRPr sz="1867">
                <a:solidFill>
                  <a:schemeClr val="bg1"/>
                </a:solidFill>
              </a:defRPr>
            </a:lvl3pPr>
            <a:lvl4pPr>
              <a:defRPr sz="1600"/>
            </a:lvl4pPr>
            <a:lvl5pPr>
              <a:defRPr sz="1600"/>
            </a:lvl5pPr>
          </a:lstStyle>
          <a:p>
            <a:pPr lvl="0"/>
            <a:r>
              <a:rPr lang="en-US"/>
              <a:t>Click to edit Master text styles</a:t>
            </a:r>
          </a:p>
          <a:p>
            <a:pPr lvl="1"/>
            <a:r>
              <a:rPr lang="en-US"/>
              <a:t>Second level</a:t>
            </a:r>
          </a:p>
          <a:p>
            <a:pPr lvl="2"/>
            <a:r>
              <a:rPr lang="en-US"/>
              <a:t>Third level</a:t>
            </a:r>
          </a:p>
        </p:txBody>
      </p:sp>
      <p:sp>
        <p:nvSpPr>
          <p:cNvPr id="16" name="Text Placeholder 4">
            <a:extLst>
              <a:ext uri="{FF2B5EF4-FFF2-40B4-BE49-F238E27FC236}">
                <a16:creationId xmlns:a16="http://schemas.microsoft.com/office/drawing/2014/main" id="{5D5EEAD8-45FF-4137-A993-0E3B0A63B7A6}"/>
              </a:ext>
            </a:extLst>
          </p:cNvPr>
          <p:cNvSpPr>
            <a:spLocks noGrp="1"/>
          </p:cNvSpPr>
          <p:nvPr>
            <p:ph type="body" sz="quarter" idx="15" hasCustomPrompt="1"/>
          </p:nvPr>
        </p:nvSpPr>
        <p:spPr>
          <a:xfrm>
            <a:off x="670984" y="1778002"/>
            <a:ext cx="10860616" cy="520700"/>
          </a:xfrm>
          <a:prstGeom prst="rect">
            <a:avLst/>
          </a:prstGeom>
        </p:spPr>
        <p:txBody>
          <a:bodyPr>
            <a:noAutofit/>
          </a:bodyPr>
          <a:lstStyle>
            <a:lvl1pPr>
              <a:defRPr sz="2133" b="1" cap="none" baseline="0">
                <a:solidFill>
                  <a:schemeClr val="tx2"/>
                </a:solidFill>
                <a:latin typeface="+mj-lt"/>
              </a:defRPr>
            </a:lvl1pPr>
          </a:lstStyle>
          <a:p>
            <a:pPr lvl="0"/>
            <a:r>
              <a:rPr lang="en-US"/>
              <a:t>Subtitle Calibri 16pt Bold, Yellow</a:t>
            </a:r>
          </a:p>
        </p:txBody>
      </p:sp>
      <p:sp>
        <p:nvSpPr>
          <p:cNvPr id="7" name="Title 6">
            <a:extLst>
              <a:ext uri="{FF2B5EF4-FFF2-40B4-BE49-F238E27FC236}">
                <a16:creationId xmlns:a16="http://schemas.microsoft.com/office/drawing/2014/main" id="{1B071053-E294-48B6-82D4-81528F06E152}"/>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en-IN"/>
          </a:p>
        </p:txBody>
      </p:sp>
      <p:sp>
        <p:nvSpPr>
          <p:cNvPr id="5" name="Slide Number Placeholder 4">
            <a:extLst>
              <a:ext uri="{FF2B5EF4-FFF2-40B4-BE49-F238E27FC236}">
                <a16:creationId xmlns:a16="http://schemas.microsoft.com/office/drawing/2014/main" id="{FE19A2EC-AC9D-E1AE-A7D9-2E9D5B9D1094}"/>
              </a:ext>
            </a:extLst>
          </p:cNvPr>
          <p:cNvSpPr>
            <a:spLocks noGrp="1"/>
          </p:cNvSpPr>
          <p:nvPr>
            <p:ph type="sldNum" sz="quarter" idx="18"/>
          </p:nvPr>
        </p:nvSpPr>
        <p:spPr>
          <a:xfrm>
            <a:off x="11092520" y="6419110"/>
            <a:ext cx="554360" cy="366183"/>
          </a:xfrm>
          <a:prstGeom prst="rect">
            <a:avLst/>
          </a:prstGeom>
        </p:spPr>
        <p:txBody>
          <a:bodyPr/>
          <a:lstStyle>
            <a:lvl1pPr>
              <a:defRPr>
                <a:solidFill>
                  <a:schemeClr val="bg1"/>
                </a:solidFill>
              </a:defRPr>
            </a:lvl1pPr>
          </a:lstStyle>
          <a:p>
            <a:pPr>
              <a:defRPr/>
            </a:pPr>
            <a:fld id="{7B2119CD-3B2D-4CEB-B404-D2E3F8CD6D69}" type="slidenum">
              <a:rPr lang="en-IN" smtClean="0"/>
              <a:pPr>
                <a:defRPr/>
              </a:pPr>
              <a:t>‹#›</a:t>
            </a:fld>
            <a:endParaRPr lang="en-IN"/>
          </a:p>
        </p:txBody>
      </p:sp>
      <p:sp>
        <p:nvSpPr>
          <p:cNvPr id="3" name="Content Placeholder 2">
            <a:extLst>
              <a:ext uri="{FF2B5EF4-FFF2-40B4-BE49-F238E27FC236}">
                <a16:creationId xmlns:a16="http://schemas.microsoft.com/office/drawing/2014/main" id="{C44062AF-B517-84E4-CA46-7BAAC292DABB}"/>
              </a:ext>
            </a:extLst>
          </p:cNvPr>
          <p:cNvSpPr txBox="1">
            <a:spLocks/>
          </p:cNvSpPr>
          <p:nvPr userDrawn="1"/>
        </p:nvSpPr>
        <p:spPr bwMode="gray">
          <a:xfrm>
            <a:off x="670563" y="6344073"/>
            <a:ext cx="5082732" cy="374235"/>
          </a:xfrm>
          <a:prstGeom prst="rect">
            <a:avLst/>
          </a:prstGeom>
        </p:spPr>
        <p:txBody>
          <a:bodyPr vert="horz" lIns="0" tIns="0" rIns="0" bIns="0" anchor="b" anchorCtr="0"/>
          <a:lstStyle>
            <a:lvl1pPr marL="0" indent="0" algn="l" defTabSz="457200" rtl="0" eaLnBrk="1" latinLnBrk="0" hangingPunct="1">
              <a:spcBef>
                <a:spcPct val="20000"/>
              </a:spcBef>
              <a:buFont typeface="Arial"/>
              <a:buNone/>
              <a:defRPr sz="900" kern="1200">
                <a:solidFill>
                  <a:schemeClr val="tx1"/>
                </a:solidFill>
                <a:latin typeface="Georgia"/>
                <a:ea typeface="+mn-ea"/>
                <a:cs typeface="Georgia"/>
              </a:defRPr>
            </a:lvl1pPr>
            <a:lvl2pPr marL="457200" indent="0" algn="l" defTabSz="457200" rtl="0" eaLnBrk="1" latinLnBrk="0" hangingPunct="1">
              <a:spcBef>
                <a:spcPct val="20000"/>
              </a:spcBef>
              <a:buFont typeface="Arial"/>
              <a:buNone/>
              <a:defRPr sz="900" kern="1200">
                <a:solidFill>
                  <a:schemeClr val="tx1"/>
                </a:solidFill>
                <a:latin typeface="Georgia"/>
                <a:ea typeface="+mn-ea"/>
                <a:cs typeface="Georgia"/>
              </a:defRPr>
            </a:lvl2pPr>
            <a:lvl3pPr marL="914400" indent="0" algn="l" defTabSz="457200" rtl="0" eaLnBrk="1" latinLnBrk="0" hangingPunct="1">
              <a:spcBef>
                <a:spcPct val="20000"/>
              </a:spcBef>
              <a:buFont typeface="Arial"/>
              <a:buNone/>
              <a:defRPr sz="900" kern="1200">
                <a:solidFill>
                  <a:schemeClr val="tx1"/>
                </a:solidFill>
                <a:latin typeface="Georgia"/>
                <a:ea typeface="+mn-ea"/>
                <a:cs typeface="Georgia"/>
              </a:defRPr>
            </a:lvl3pPr>
            <a:lvl4pPr marL="1371600" indent="0" algn="l" defTabSz="457200" rtl="0" eaLnBrk="1" latinLnBrk="0" hangingPunct="1">
              <a:spcBef>
                <a:spcPct val="20000"/>
              </a:spcBef>
              <a:buFont typeface="Arial"/>
              <a:buNone/>
              <a:defRPr sz="900" kern="1200">
                <a:solidFill>
                  <a:schemeClr val="tx1"/>
                </a:solidFill>
                <a:latin typeface="Georgia"/>
                <a:ea typeface="+mn-ea"/>
                <a:cs typeface="Georgia"/>
              </a:defRPr>
            </a:lvl4pPr>
            <a:lvl5pPr marL="1828800" indent="0" algn="l" defTabSz="457200" rtl="0" eaLnBrk="1" latinLnBrk="0" hangingPunct="1">
              <a:spcBef>
                <a:spcPct val="20000"/>
              </a:spcBef>
              <a:buFont typeface="Arial"/>
              <a:buNone/>
              <a:defRPr sz="900" kern="1200">
                <a:solidFill>
                  <a:schemeClr val="tx1"/>
                </a:solidFill>
                <a:latin typeface="Georgia"/>
                <a:ea typeface="+mn-ea"/>
                <a:cs typeface="Georgia"/>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l" defTabSz="609555" rtl="0" eaLnBrk="1" fontAlgn="auto" latinLnBrk="0" hangingPunct="1">
              <a:lnSpc>
                <a:spcPct val="100000"/>
              </a:lnSpc>
              <a:spcBef>
                <a:spcPts val="0"/>
              </a:spcBef>
              <a:spcAft>
                <a:spcPts val="0"/>
              </a:spcAft>
              <a:buClrTx/>
              <a:buSzTx/>
              <a:buFont typeface="Arial"/>
              <a:buNone/>
              <a:tabLst/>
              <a:defRPr/>
            </a:pPr>
            <a:r>
              <a:rPr lang="en-US" sz="933" kern="1200">
                <a:solidFill>
                  <a:schemeClr val="bg2"/>
                </a:solidFill>
                <a:latin typeface="+mn-lt"/>
                <a:ea typeface="+mn-ea"/>
                <a:cs typeface="Calibri" panose="020F0502020204030204" pitchFamily="34" charset="0"/>
              </a:rPr>
              <a:t>The sensor housing, </a:t>
            </a:r>
            <a:r>
              <a:rPr lang="en-US" sz="933" kern="1200" err="1">
                <a:solidFill>
                  <a:schemeClr val="bg2"/>
                </a:solidFill>
                <a:latin typeface="+mn-lt"/>
                <a:ea typeface="+mn-ea"/>
                <a:cs typeface="Calibri" panose="020F0502020204030204" pitchFamily="34" charset="0"/>
              </a:rPr>
              <a:t>FreeStyle</a:t>
            </a:r>
            <a:r>
              <a:rPr lang="en-US" sz="933" kern="1200">
                <a:solidFill>
                  <a:schemeClr val="bg2"/>
                </a:solidFill>
                <a:latin typeface="+mn-lt"/>
                <a:ea typeface="+mn-ea"/>
                <a:cs typeface="Calibri" panose="020F0502020204030204" pitchFamily="34" charset="0"/>
              </a:rPr>
              <a:t>, Libre, and related brand marks are marks of Abbott.</a:t>
            </a:r>
          </a:p>
          <a:p>
            <a:pPr>
              <a:spcBef>
                <a:spcPts val="0"/>
              </a:spcBef>
            </a:pPr>
            <a:r>
              <a:rPr lang="en-US" sz="933" kern="1200">
                <a:solidFill>
                  <a:schemeClr val="bg2"/>
                </a:solidFill>
                <a:latin typeface="+mn-lt"/>
                <a:ea typeface="+mn-ea"/>
                <a:cs typeface="Calibri" panose="020F0502020204030204" pitchFamily="34" charset="0"/>
              </a:rPr>
              <a:t>Proprietary and confidential — do not distribute. ADC-XXXXX v1.0</a:t>
            </a:r>
          </a:p>
        </p:txBody>
      </p:sp>
      <p:sp>
        <p:nvSpPr>
          <p:cNvPr id="4" name="Footer Placeholder 4">
            <a:extLst>
              <a:ext uri="{FF2B5EF4-FFF2-40B4-BE49-F238E27FC236}">
                <a16:creationId xmlns:a16="http://schemas.microsoft.com/office/drawing/2014/main" id="{C2A864B7-1AB6-D343-63EA-B48DC7284878}"/>
              </a:ext>
            </a:extLst>
          </p:cNvPr>
          <p:cNvSpPr>
            <a:spLocks noGrp="1"/>
          </p:cNvSpPr>
          <p:nvPr>
            <p:ph type="ftr" sz="quarter" idx="3"/>
          </p:nvPr>
        </p:nvSpPr>
        <p:spPr>
          <a:xfrm>
            <a:off x="8372592" y="6413433"/>
            <a:ext cx="2646393" cy="374235"/>
          </a:xfrm>
          <a:prstGeom prst="rect">
            <a:avLst/>
          </a:prstGeom>
        </p:spPr>
        <p:txBody>
          <a:bodyPr vert="horz" lIns="91440" tIns="45720" rIns="91440" bIns="45720" rtlCol="0" anchor="b" anchorCtr="0"/>
          <a:lstStyle>
            <a:lvl1pPr algn="ctr">
              <a:defRPr lang="en-US" sz="933" kern="1200" dirty="0" smtClean="0">
                <a:solidFill>
                  <a:schemeClr val="bg1"/>
                </a:solidFill>
                <a:latin typeface="+mn-lt"/>
                <a:ea typeface="+mn-ea"/>
                <a:cs typeface="+mn-cs"/>
              </a:defRPr>
            </a:lvl1pPr>
          </a:lstStyle>
          <a:p>
            <a:r>
              <a:rPr lang="en-US"/>
              <a:t>ADC Innovation Pipeline |  1-Aug-25</a:t>
            </a:r>
          </a:p>
        </p:txBody>
      </p:sp>
    </p:spTree>
    <p:extLst>
      <p:ext uri="{BB962C8B-B14F-4D97-AF65-F5344CB8AC3E}">
        <p14:creationId xmlns:p14="http://schemas.microsoft.com/office/powerpoint/2010/main" val="2349658955"/>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1_ToC Charcoal ">
    <p:bg>
      <p:bgPr>
        <a:solidFill>
          <a:schemeClr val="tx1"/>
        </a:solidFill>
        <a:effectLst/>
      </p:bgPr>
    </p:bg>
    <p:spTree>
      <p:nvGrpSpPr>
        <p:cNvPr id="1" name=""/>
        <p:cNvGrpSpPr/>
        <p:nvPr/>
      </p:nvGrpSpPr>
      <p:grpSpPr>
        <a:xfrm>
          <a:off x="0" y="0"/>
          <a:ext cx="0" cy="0"/>
          <a:chOff x="0" y="0"/>
          <a:chExt cx="0" cy="0"/>
        </a:xfrm>
      </p:grpSpPr>
      <p:sp>
        <p:nvSpPr>
          <p:cNvPr id="14" name="Text Placeholder 9">
            <a:extLst>
              <a:ext uri="{FF2B5EF4-FFF2-40B4-BE49-F238E27FC236}">
                <a16:creationId xmlns:a16="http://schemas.microsoft.com/office/drawing/2014/main" id="{05D9C096-3ECB-4476-AF46-67B691208D52}"/>
              </a:ext>
            </a:extLst>
          </p:cNvPr>
          <p:cNvSpPr>
            <a:spLocks noGrp="1"/>
          </p:cNvSpPr>
          <p:nvPr>
            <p:ph type="body" sz="quarter" idx="18" hasCustomPrompt="1"/>
          </p:nvPr>
        </p:nvSpPr>
        <p:spPr>
          <a:xfrm>
            <a:off x="670565" y="355600"/>
            <a:ext cx="5873673" cy="348813"/>
          </a:xfrm>
          <a:prstGeom prst="rect">
            <a:avLst/>
          </a:prstGeom>
        </p:spPr>
        <p:txBody>
          <a:bodyPr wrap="square">
            <a:noAutofit/>
          </a:bodyPr>
          <a:lstStyle>
            <a:lvl1pPr>
              <a:defRPr sz="1200" b="0" cap="all" spc="200" baseline="0">
                <a:solidFill>
                  <a:schemeClr val="bg1"/>
                </a:solidFill>
                <a:latin typeface="+mn-lt"/>
              </a:defRPr>
            </a:lvl1pPr>
            <a:lvl2pPr marL="0" indent="0">
              <a:buNone/>
              <a:defRPr/>
            </a:lvl2pPr>
          </a:lstStyle>
          <a:p>
            <a:pPr lvl="0"/>
            <a:r>
              <a:rPr lang="en-US"/>
              <a:t>Eyebrow CALIBRI LIGHT 9PT</a:t>
            </a:r>
          </a:p>
        </p:txBody>
      </p:sp>
      <p:sp>
        <p:nvSpPr>
          <p:cNvPr id="3" name="Title 2">
            <a:extLst>
              <a:ext uri="{FF2B5EF4-FFF2-40B4-BE49-F238E27FC236}">
                <a16:creationId xmlns:a16="http://schemas.microsoft.com/office/drawing/2014/main" id="{9A67DE3C-68DE-43DF-A233-910AFDC7FBD6}"/>
              </a:ext>
            </a:extLst>
          </p:cNvPr>
          <p:cNvSpPr>
            <a:spLocks noGrp="1"/>
          </p:cNvSpPr>
          <p:nvPr>
            <p:ph type="title"/>
          </p:nvPr>
        </p:nvSpPr>
        <p:spPr>
          <a:xfrm>
            <a:off x="670562" y="3581400"/>
            <a:ext cx="5044441" cy="2472267"/>
          </a:xfrm>
        </p:spPr>
        <p:txBody>
          <a:bodyPr anchor="b"/>
          <a:lstStyle>
            <a:lvl1pPr>
              <a:lnSpc>
                <a:spcPct val="80000"/>
              </a:lnSpc>
              <a:defRPr sz="5867" b="0">
                <a:solidFill>
                  <a:schemeClr val="tx2"/>
                </a:solidFill>
              </a:defRPr>
            </a:lvl1pPr>
          </a:lstStyle>
          <a:p>
            <a:r>
              <a:rPr lang="en-US"/>
              <a:t>Click to edit Master title style</a:t>
            </a:r>
            <a:endParaRPr lang="en-IN"/>
          </a:p>
        </p:txBody>
      </p:sp>
      <p:sp>
        <p:nvSpPr>
          <p:cNvPr id="2" name="Content Placeholder 2">
            <a:extLst>
              <a:ext uri="{FF2B5EF4-FFF2-40B4-BE49-F238E27FC236}">
                <a16:creationId xmlns:a16="http://schemas.microsoft.com/office/drawing/2014/main" id="{C563C71B-4B5A-DDA9-9DDB-2AA40696E52C}"/>
              </a:ext>
            </a:extLst>
          </p:cNvPr>
          <p:cNvSpPr txBox="1">
            <a:spLocks/>
          </p:cNvSpPr>
          <p:nvPr userDrawn="1"/>
        </p:nvSpPr>
        <p:spPr bwMode="gray">
          <a:xfrm>
            <a:off x="670563" y="6344073"/>
            <a:ext cx="5082732" cy="374235"/>
          </a:xfrm>
          <a:prstGeom prst="rect">
            <a:avLst/>
          </a:prstGeom>
        </p:spPr>
        <p:txBody>
          <a:bodyPr vert="horz" lIns="0" tIns="0" rIns="0" bIns="0" anchor="b" anchorCtr="0"/>
          <a:lstStyle>
            <a:lvl1pPr marL="0" indent="0" algn="l" defTabSz="457200" rtl="0" eaLnBrk="1" latinLnBrk="0" hangingPunct="1">
              <a:spcBef>
                <a:spcPct val="20000"/>
              </a:spcBef>
              <a:buFont typeface="Arial"/>
              <a:buNone/>
              <a:defRPr sz="900" kern="1200">
                <a:solidFill>
                  <a:schemeClr val="tx1"/>
                </a:solidFill>
                <a:latin typeface="Georgia"/>
                <a:ea typeface="+mn-ea"/>
                <a:cs typeface="Georgia"/>
              </a:defRPr>
            </a:lvl1pPr>
            <a:lvl2pPr marL="457200" indent="0" algn="l" defTabSz="457200" rtl="0" eaLnBrk="1" latinLnBrk="0" hangingPunct="1">
              <a:spcBef>
                <a:spcPct val="20000"/>
              </a:spcBef>
              <a:buFont typeface="Arial"/>
              <a:buNone/>
              <a:defRPr sz="900" kern="1200">
                <a:solidFill>
                  <a:schemeClr val="tx1"/>
                </a:solidFill>
                <a:latin typeface="Georgia"/>
                <a:ea typeface="+mn-ea"/>
                <a:cs typeface="Georgia"/>
              </a:defRPr>
            </a:lvl2pPr>
            <a:lvl3pPr marL="914400" indent="0" algn="l" defTabSz="457200" rtl="0" eaLnBrk="1" latinLnBrk="0" hangingPunct="1">
              <a:spcBef>
                <a:spcPct val="20000"/>
              </a:spcBef>
              <a:buFont typeface="Arial"/>
              <a:buNone/>
              <a:defRPr sz="900" kern="1200">
                <a:solidFill>
                  <a:schemeClr val="tx1"/>
                </a:solidFill>
                <a:latin typeface="Georgia"/>
                <a:ea typeface="+mn-ea"/>
                <a:cs typeface="Georgia"/>
              </a:defRPr>
            </a:lvl3pPr>
            <a:lvl4pPr marL="1371600" indent="0" algn="l" defTabSz="457200" rtl="0" eaLnBrk="1" latinLnBrk="0" hangingPunct="1">
              <a:spcBef>
                <a:spcPct val="20000"/>
              </a:spcBef>
              <a:buFont typeface="Arial"/>
              <a:buNone/>
              <a:defRPr sz="900" kern="1200">
                <a:solidFill>
                  <a:schemeClr val="tx1"/>
                </a:solidFill>
                <a:latin typeface="Georgia"/>
                <a:ea typeface="+mn-ea"/>
                <a:cs typeface="Georgia"/>
              </a:defRPr>
            </a:lvl4pPr>
            <a:lvl5pPr marL="1828800" indent="0" algn="l" defTabSz="457200" rtl="0" eaLnBrk="1" latinLnBrk="0" hangingPunct="1">
              <a:spcBef>
                <a:spcPct val="20000"/>
              </a:spcBef>
              <a:buFont typeface="Arial"/>
              <a:buNone/>
              <a:defRPr sz="900" kern="1200">
                <a:solidFill>
                  <a:schemeClr val="tx1"/>
                </a:solidFill>
                <a:latin typeface="Georgia"/>
                <a:ea typeface="+mn-ea"/>
                <a:cs typeface="Georgia"/>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l" defTabSz="609555" rtl="0" eaLnBrk="1" fontAlgn="auto" latinLnBrk="0" hangingPunct="1">
              <a:lnSpc>
                <a:spcPct val="100000"/>
              </a:lnSpc>
              <a:spcBef>
                <a:spcPts val="0"/>
              </a:spcBef>
              <a:spcAft>
                <a:spcPts val="0"/>
              </a:spcAft>
              <a:buClrTx/>
              <a:buSzTx/>
              <a:buFont typeface="Arial"/>
              <a:buNone/>
              <a:tabLst/>
              <a:defRPr/>
            </a:pPr>
            <a:r>
              <a:rPr lang="en-US" sz="933" kern="1200">
                <a:solidFill>
                  <a:schemeClr val="bg2"/>
                </a:solidFill>
                <a:latin typeface="+mn-lt"/>
                <a:ea typeface="+mn-ea"/>
                <a:cs typeface="Calibri" panose="020F0502020204030204" pitchFamily="34" charset="0"/>
              </a:rPr>
              <a:t>The sensor housing, </a:t>
            </a:r>
            <a:r>
              <a:rPr lang="en-US" sz="933" kern="1200" err="1">
                <a:solidFill>
                  <a:schemeClr val="bg2"/>
                </a:solidFill>
                <a:latin typeface="+mn-lt"/>
                <a:ea typeface="+mn-ea"/>
                <a:cs typeface="Calibri" panose="020F0502020204030204" pitchFamily="34" charset="0"/>
              </a:rPr>
              <a:t>FreeStyle</a:t>
            </a:r>
            <a:r>
              <a:rPr lang="en-US" sz="933" kern="1200">
                <a:solidFill>
                  <a:schemeClr val="bg2"/>
                </a:solidFill>
                <a:latin typeface="+mn-lt"/>
                <a:ea typeface="+mn-ea"/>
                <a:cs typeface="Calibri" panose="020F0502020204030204" pitchFamily="34" charset="0"/>
              </a:rPr>
              <a:t>, Libre, and related brand marks are marks of Abbott.</a:t>
            </a:r>
          </a:p>
          <a:p>
            <a:pPr>
              <a:spcBef>
                <a:spcPts val="0"/>
              </a:spcBef>
            </a:pPr>
            <a:r>
              <a:rPr lang="en-US" sz="933" kern="1200">
                <a:solidFill>
                  <a:schemeClr val="bg2"/>
                </a:solidFill>
                <a:latin typeface="+mn-lt"/>
                <a:ea typeface="+mn-ea"/>
                <a:cs typeface="Calibri" panose="020F0502020204030204" pitchFamily="34" charset="0"/>
              </a:rPr>
              <a:t>Proprietary and confidential — do not distribute. ADC-XXXXX v1.0</a:t>
            </a:r>
          </a:p>
        </p:txBody>
      </p:sp>
      <p:sp>
        <p:nvSpPr>
          <p:cNvPr id="11" name="Slide Number Placeholder 10">
            <a:extLst>
              <a:ext uri="{FF2B5EF4-FFF2-40B4-BE49-F238E27FC236}">
                <a16:creationId xmlns:a16="http://schemas.microsoft.com/office/drawing/2014/main" id="{56174A8B-E7BA-0B3C-4577-039B1E269150}"/>
              </a:ext>
            </a:extLst>
          </p:cNvPr>
          <p:cNvSpPr>
            <a:spLocks noGrp="1"/>
          </p:cNvSpPr>
          <p:nvPr>
            <p:ph type="sldNum" sz="quarter" idx="29"/>
          </p:nvPr>
        </p:nvSpPr>
        <p:spPr>
          <a:xfrm>
            <a:off x="11092520" y="6419110"/>
            <a:ext cx="554360" cy="366183"/>
          </a:xfrm>
          <a:prstGeom prst="rect">
            <a:avLst/>
          </a:prstGeom>
        </p:spPr>
        <p:txBody>
          <a:bodyPr/>
          <a:lstStyle>
            <a:lvl1pPr>
              <a:defRPr>
                <a:solidFill>
                  <a:srgbClr val="FFFFFF"/>
                </a:solidFill>
              </a:defRPr>
            </a:lvl1pPr>
          </a:lstStyle>
          <a:p>
            <a:pPr>
              <a:defRPr/>
            </a:pPr>
            <a:fld id="{7B2119CD-3B2D-4CEB-B404-D2E3F8CD6D69}" type="slidenum">
              <a:rPr lang="en-IN" smtClean="0"/>
              <a:pPr>
                <a:defRPr/>
              </a:pPr>
              <a:t>‹#›</a:t>
            </a:fld>
            <a:endParaRPr lang="en-IN"/>
          </a:p>
        </p:txBody>
      </p:sp>
      <p:sp>
        <p:nvSpPr>
          <p:cNvPr id="5" name="Footer Placeholder 4">
            <a:extLst>
              <a:ext uri="{FF2B5EF4-FFF2-40B4-BE49-F238E27FC236}">
                <a16:creationId xmlns:a16="http://schemas.microsoft.com/office/drawing/2014/main" id="{608A9C5A-861A-3400-5647-0656DA7EBE79}"/>
              </a:ext>
            </a:extLst>
          </p:cNvPr>
          <p:cNvSpPr>
            <a:spLocks noGrp="1"/>
          </p:cNvSpPr>
          <p:nvPr>
            <p:ph type="ftr" sz="quarter" idx="3"/>
          </p:nvPr>
        </p:nvSpPr>
        <p:spPr>
          <a:xfrm>
            <a:off x="8372592" y="6413433"/>
            <a:ext cx="2646393" cy="374235"/>
          </a:xfrm>
          <a:prstGeom prst="rect">
            <a:avLst/>
          </a:prstGeom>
        </p:spPr>
        <p:txBody>
          <a:bodyPr vert="horz" lIns="91440" tIns="45720" rIns="91440" bIns="45720" rtlCol="0" anchor="b" anchorCtr="0"/>
          <a:lstStyle>
            <a:lvl1pPr algn="ctr">
              <a:defRPr lang="en-US" sz="933" kern="1200" dirty="0" smtClean="0">
                <a:solidFill>
                  <a:schemeClr val="bg1"/>
                </a:solidFill>
                <a:latin typeface="+mn-lt"/>
                <a:ea typeface="+mn-ea"/>
                <a:cs typeface="+mn-cs"/>
              </a:defRPr>
            </a:lvl1pPr>
          </a:lstStyle>
          <a:p>
            <a:r>
              <a:rPr lang="en-US"/>
              <a:t>ADC Innovation Pipeline |  1-Aug-25</a:t>
            </a:r>
          </a:p>
        </p:txBody>
      </p:sp>
    </p:spTree>
    <p:extLst>
      <p:ext uri="{BB962C8B-B14F-4D97-AF65-F5344CB8AC3E}">
        <p14:creationId xmlns:p14="http://schemas.microsoft.com/office/powerpoint/2010/main" val="756089945"/>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1_Divider Charcoal Butterfly">
    <p:bg>
      <p:bgPr>
        <a:solidFill>
          <a:schemeClr val="tx1"/>
        </a:solidFill>
        <a:effectLst/>
      </p:bgPr>
    </p:bg>
    <p:spTree>
      <p:nvGrpSpPr>
        <p:cNvPr id="1" name=""/>
        <p:cNvGrpSpPr/>
        <p:nvPr/>
      </p:nvGrpSpPr>
      <p:grpSpPr>
        <a:xfrm>
          <a:off x="0" y="0"/>
          <a:ext cx="0" cy="0"/>
          <a:chOff x="0" y="0"/>
          <a:chExt cx="0" cy="0"/>
        </a:xfrm>
      </p:grpSpPr>
      <p:sp>
        <p:nvSpPr>
          <p:cNvPr id="14" name="Text Placeholder 9">
            <a:extLst>
              <a:ext uri="{FF2B5EF4-FFF2-40B4-BE49-F238E27FC236}">
                <a16:creationId xmlns:a16="http://schemas.microsoft.com/office/drawing/2014/main" id="{05D9C096-3ECB-4476-AF46-67B691208D52}"/>
              </a:ext>
            </a:extLst>
          </p:cNvPr>
          <p:cNvSpPr>
            <a:spLocks noGrp="1"/>
          </p:cNvSpPr>
          <p:nvPr>
            <p:ph type="body" sz="quarter" idx="18" hasCustomPrompt="1"/>
          </p:nvPr>
        </p:nvSpPr>
        <p:spPr>
          <a:xfrm>
            <a:off x="670565" y="355600"/>
            <a:ext cx="5873673" cy="348813"/>
          </a:xfrm>
          <a:prstGeom prst="rect">
            <a:avLst/>
          </a:prstGeom>
        </p:spPr>
        <p:txBody>
          <a:bodyPr wrap="square">
            <a:noAutofit/>
          </a:bodyPr>
          <a:lstStyle>
            <a:lvl1pPr>
              <a:defRPr sz="1200" b="0" cap="all" spc="200" baseline="0">
                <a:solidFill>
                  <a:schemeClr val="bg1"/>
                </a:solidFill>
                <a:latin typeface="+mn-lt"/>
              </a:defRPr>
            </a:lvl1pPr>
            <a:lvl2pPr marL="0" indent="0">
              <a:buNone/>
              <a:defRPr/>
            </a:lvl2pPr>
          </a:lstStyle>
          <a:p>
            <a:pPr lvl="0"/>
            <a:r>
              <a:rPr lang="en-US"/>
              <a:t>Eyebrow CALIBRI LIGHT 9PT</a:t>
            </a:r>
          </a:p>
        </p:txBody>
      </p:sp>
      <p:sp>
        <p:nvSpPr>
          <p:cNvPr id="3" name="Title 2">
            <a:extLst>
              <a:ext uri="{FF2B5EF4-FFF2-40B4-BE49-F238E27FC236}">
                <a16:creationId xmlns:a16="http://schemas.microsoft.com/office/drawing/2014/main" id="{9A67DE3C-68DE-43DF-A233-910AFDC7FBD6}"/>
              </a:ext>
            </a:extLst>
          </p:cNvPr>
          <p:cNvSpPr>
            <a:spLocks noGrp="1"/>
          </p:cNvSpPr>
          <p:nvPr>
            <p:ph type="title"/>
          </p:nvPr>
        </p:nvSpPr>
        <p:spPr>
          <a:xfrm>
            <a:off x="670559" y="2870200"/>
            <a:ext cx="9104620" cy="1117600"/>
          </a:xfrm>
        </p:spPr>
        <p:txBody>
          <a:bodyPr anchor="ctr"/>
          <a:lstStyle>
            <a:lvl1pPr>
              <a:defRPr sz="4800">
                <a:solidFill>
                  <a:schemeClr val="bg1"/>
                </a:solidFill>
              </a:defRPr>
            </a:lvl1pPr>
          </a:lstStyle>
          <a:p>
            <a:r>
              <a:rPr lang="en-US"/>
              <a:t>Click to edit Master title style</a:t>
            </a:r>
            <a:endParaRPr lang="en-IN"/>
          </a:p>
        </p:txBody>
      </p:sp>
      <p:sp>
        <p:nvSpPr>
          <p:cNvPr id="2" name="Content Placeholder 2">
            <a:extLst>
              <a:ext uri="{FF2B5EF4-FFF2-40B4-BE49-F238E27FC236}">
                <a16:creationId xmlns:a16="http://schemas.microsoft.com/office/drawing/2014/main" id="{C563C71B-4B5A-DDA9-9DDB-2AA40696E52C}"/>
              </a:ext>
            </a:extLst>
          </p:cNvPr>
          <p:cNvSpPr txBox="1">
            <a:spLocks/>
          </p:cNvSpPr>
          <p:nvPr userDrawn="1"/>
        </p:nvSpPr>
        <p:spPr bwMode="gray">
          <a:xfrm>
            <a:off x="670563" y="6344073"/>
            <a:ext cx="5082732" cy="374235"/>
          </a:xfrm>
          <a:prstGeom prst="rect">
            <a:avLst/>
          </a:prstGeom>
        </p:spPr>
        <p:txBody>
          <a:bodyPr vert="horz" lIns="0" tIns="0" rIns="0" bIns="0" anchor="b" anchorCtr="0"/>
          <a:lstStyle>
            <a:lvl1pPr marL="0" indent="0" algn="l" defTabSz="457200" rtl="0" eaLnBrk="1" latinLnBrk="0" hangingPunct="1">
              <a:spcBef>
                <a:spcPct val="20000"/>
              </a:spcBef>
              <a:buFont typeface="Arial"/>
              <a:buNone/>
              <a:defRPr sz="900" kern="1200">
                <a:solidFill>
                  <a:schemeClr val="tx1"/>
                </a:solidFill>
                <a:latin typeface="Georgia"/>
                <a:ea typeface="+mn-ea"/>
                <a:cs typeface="Georgia"/>
              </a:defRPr>
            </a:lvl1pPr>
            <a:lvl2pPr marL="457200" indent="0" algn="l" defTabSz="457200" rtl="0" eaLnBrk="1" latinLnBrk="0" hangingPunct="1">
              <a:spcBef>
                <a:spcPct val="20000"/>
              </a:spcBef>
              <a:buFont typeface="Arial"/>
              <a:buNone/>
              <a:defRPr sz="900" kern="1200">
                <a:solidFill>
                  <a:schemeClr val="tx1"/>
                </a:solidFill>
                <a:latin typeface="Georgia"/>
                <a:ea typeface="+mn-ea"/>
                <a:cs typeface="Georgia"/>
              </a:defRPr>
            </a:lvl2pPr>
            <a:lvl3pPr marL="914400" indent="0" algn="l" defTabSz="457200" rtl="0" eaLnBrk="1" latinLnBrk="0" hangingPunct="1">
              <a:spcBef>
                <a:spcPct val="20000"/>
              </a:spcBef>
              <a:buFont typeface="Arial"/>
              <a:buNone/>
              <a:defRPr sz="900" kern="1200">
                <a:solidFill>
                  <a:schemeClr val="tx1"/>
                </a:solidFill>
                <a:latin typeface="Georgia"/>
                <a:ea typeface="+mn-ea"/>
                <a:cs typeface="Georgia"/>
              </a:defRPr>
            </a:lvl3pPr>
            <a:lvl4pPr marL="1371600" indent="0" algn="l" defTabSz="457200" rtl="0" eaLnBrk="1" latinLnBrk="0" hangingPunct="1">
              <a:spcBef>
                <a:spcPct val="20000"/>
              </a:spcBef>
              <a:buFont typeface="Arial"/>
              <a:buNone/>
              <a:defRPr sz="900" kern="1200">
                <a:solidFill>
                  <a:schemeClr val="tx1"/>
                </a:solidFill>
                <a:latin typeface="Georgia"/>
                <a:ea typeface="+mn-ea"/>
                <a:cs typeface="Georgia"/>
              </a:defRPr>
            </a:lvl4pPr>
            <a:lvl5pPr marL="1828800" indent="0" algn="l" defTabSz="457200" rtl="0" eaLnBrk="1" latinLnBrk="0" hangingPunct="1">
              <a:spcBef>
                <a:spcPct val="20000"/>
              </a:spcBef>
              <a:buFont typeface="Arial"/>
              <a:buNone/>
              <a:defRPr sz="900" kern="1200">
                <a:solidFill>
                  <a:schemeClr val="tx1"/>
                </a:solidFill>
                <a:latin typeface="Georgia"/>
                <a:ea typeface="+mn-ea"/>
                <a:cs typeface="Georgia"/>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l" defTabSz="609555" rtl="0" eaLnBrk="1" fontAlgn="auto" latinLnBrk="0" hangingPunct="1">
              <a:lnSpc>
                <a:spcPct val="100000"/>
              </a:lnSpc>
              <a:spcBef>
                <a:spcPts val="0"/>
              </a:spcBef>
              <a:spcAft>
                <a:spcPts val="0"/>
              </a:spcAft>
              <a:buClrTx/>
              <a:buSzTx/>
              <a:buFont typeface="Arial"/>
              <a:buNone/>
              <a:tabLst/>
              <a:defRPr/>
            </a:pPr>
            <a:r>
              <a:rPr lang="en-US" sz="933" kern="1200">
                <a:solidFill>
                  <a:schemeClr val="bg2"/>
                </a:solidFill>
                <a:latin typeface="+mn-lt"/>
                <a:ea typeface="+mn-ea"/>
                <a:cs typeface="Calibri" panose="020F0502020204030204" pitchFamily="34" charset="0"/>
              </a:rPr>
              <a:t>The sensor housing, </a:t>
            </a:r>
            <a:r>
              <a:rPr lang="en-US" sz="933" kern="1200" err="1">
                <a:solidFill>
                  <a:schemeClr val="bg2"/>
                </a:solidFill>
                <a:latin typeface="+mn-lt"/>
                <a:ea typeface="+mn-ea"/>
                <a:cs typeface="Calibri" panose="020F0502020204030204" pitchFamily="34" charset="0"/>
              </a:rPr>
              <a:t>FreeStyle</a:t>
            </a:r>
            <a:r>
              <a:rPr lang="en-US" sz="933" kern="1200">
                <a:solidFill>
                  <a:schemeClr val="bg2"/>
                </a:solidFill>
                <a:latin typeface="+mn-lt"/>
                <a:ea typeface="+mn-ea"/>
                <a:cs typeface="Calibri" panose="020F0502020204030204" pitchFamily="34" charset="0"/>
              </a:rPr>
              <a:t>, Libre, and related brand marks are marks of Abbott.</a:t>
            </a:r>
          </a:p>
          <a:p>
            <a:pPr>
              <a:spcBef>
                <a:spcPts val="0"/>
              </a:spcBef>
            </a:pPr>
            <a:r>
              <a:rPr lang="en-US" sz="933" kern="1200">
                <a:solidFill>
                  <a:schemeClr val="bg2"/>
                </a:solidFill>
                <a:latin typeface="+mn-lt"/>
                <a:ea typeface="+mn-ea"/>
                <a:cs typeface="Calibri" panose="020F0502020204030204" pitchFamily="34" charset="0"/>
              </a:rPr>
              <a:t>Proprietary and confidential — do not distribute. ADC-XXXXX v1.0</a:t>
            </a:r>
          </a:p>
        </p:txBody>
      </p:sp>
      <p:sp>
        <p:nvSpPr>
          <p:cNvPr id="11" name="Slide Number Placeholder 10">
            <a:extLst>
              <a:ext uri="{FF2B5EF4-FFF2-40B4-BE49-F238E27FC236}">
                <a16:creationId xmlns:a16="http://schemas.microsoft.com/office/drawing/2014/main" id="{56174A8B-E7BA-0B3C-4577-039B1E269150}"/>
              </a:ext>
            </a:extLst>
          </p:cNvPr>
          <p:cNvSpPr>
            <a:spLocks noGrp="1"/>
          </p:cNvSpPr>
          <p:nvPr>
            <p:ph type="sldNum" sz="quarter" idx="29"/>
          </p:nvPr>
        </p:nvSpPr>
        <p:spPr>
          <a:xfrm>
            <a:off x="11092520" y="6419110"/>
            <a:ext cx="554360" cy="366183"/>
          </a:xfrm>
          <a:prstGeom prst="rect">
            <a:avLst/>
          </a:prstGeom>
        </p:spPr>
        <p:txBody>
          <a:bodyPr/>
          <a:lstStyle>
            <a:lvl1pPr>
              <a:defRPr>
                <a:solidFill>
                  <a:schemeClr val="bg2"/>
                </a:solidFill>
              </a:defRPr>
            </a:lvl1pPr>
          </a:lstStyle>
          <a:p>
            <a:pPr>
              <a:defRPr/>
            </a:pPr>
            <a:fld id="{7B2119CD-3B2D-4CEB-B404-D2E3F8CD6D69}" type="slidenum">
              <a:rPr lang="en-IN" smtClean="0"/>
              <a:pPr>
                <a:defRPr/>
              </a:pPr>
              <a:t>‹#›</a:t>
            </a:fld>
            <a:endParaRPr lang="en-IN"/>
          </a:p>
        </p:txBody>
      </p:sp>
      <p:pic>
        <p:nvPicPr>
          <p:cNvPr id="5" name="Graphic 4">
            <a:extLst>
              <a:ext uri="{FF2B5EF4-FFF2-40B4-BE49-F238E27FC236}">
                <a16:creationId xmlns:a16="http://schemas.microsoft.com/office/drawing/2014/main" id="{28561880-BDA3-174E-1F62-FF3C7E272FBD}"/>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452102" y="5194303"/>
            <a:ext cx="1079500" cy="1079500"/>
          </a:xfrm>
          <a:prstGeom prst="rect">
            <a:avLst/>
          </a:prstGeom>
        </p:spPr>
      </p:pic>
      <p:sp>
        <p:nvSpPr>
          <p:cNvPr id="6" name="Footer Placeholder 4">
            <a:extLst>
              <a:ext uri="{FF2B5EF4-FFF2-40B4-BE49-F238E27FC236}">
                <a16:creationId xmlns:a16="http://schemas.microsoft.com/office/drawing/2014/main" id="{2E4A333E-4345-6EFD-2570-E066DDC27F13}"/>
              </a:ext>
            </a:extLst>
          </p:cNvPr>
          <p:cNvSpPr>
            <a:spLocks noGrp="1"/>
          </p:cNvSpPr>
          <p:nvPr>
            <p:ph type="ftr" sz="quarter" idx="3"/>
          </p:nvPr>
        </p:nvSpPr>
        <p:spPr>
          <a:xfrm>
            <a:off x="8372592" y="6413433"/>
            <a:ext cx="2646393" cy="374235"/>
          </a:xfrm>
          <a:prstGeom prst="rect">
            <a:avLst/>
          </a:prstGeom>
        </p:spPr>
        <p:txBody>
          <a:bodyPr vert="horz" lIns="91440" tIns="45720" rIns="91440" bIns="45720" rtlCol="0" anchor="b" anchorCtr="0"/>
          <a:lstStyle>
            <a:lvl1pPr algn="ctr">
              <a:defRPr lang="en-US" sz="933" kern="1200" dirty="0" smtClean="0">
                <a:solidFill>
                  <a:schemeClr val="bg1"/>
                </a:solidFill>
                <a:latin typeface="+mn-lt"/>
                <a:ea typeface="+mn-ea"/>
                <a:cs typeface="+mn-cs"/>
              </a:defRPr>
            </a:lvl1pPr>
          </a:lstStyle>
          <a:p>
            <a:r>
              <a:rPr lang="en-US"/>
              <a:t>ADC Innovation Pipeline |  1-Aug-25</a:t>
            </a:r>
          </a:p>
        </p:txBody>
      </p:sp>
    </p:spTree>
    <p:extLst>
      <p:ext uri="{BB962C8B-B14F-4D97-AF65-F5344CB8AC3E}">
        <p14:creationId xmlns:p14="http://schemas.microsoft.com/office/powerpoint/2010/main" val="3848262076"/>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1_(L) Half-content &amp; full image layout">
    <p:spTree>
      <p:nvGrpSpPr>
        <p:cNvPr id="1" name=""/>
        <p:cNvGrpSpPr/>
        <p:nvPr/>
      </p:nvGrpSpPr>
      <p:grpSpPr>
        <a:xfrm>
          <a:off x="0" y="0"/>
          <a:ext cx="0" cy="0"/>
          <a:chOff x="0" y="0"/>
          <a:chExt cx="0" cy="0"/>
        </a:xfrm>
      </p:grpSpPr>
      <p:sp>
        <p:nvSpPr>
          <p:cNvPr id="5" name="Picture Placeholder 9">
            <a:extLst>
              <a:ext uri="{FF2B5EF4-FFF2-40B4-BE49-F238E27FC236}">
                <a16:creationId xmlns:a16="http://schemas.microsoft.com/office/drawing/2014/main" id="{EBBC6B44-1A66-4C17-802D-CD6F3BEB84DB}"/>
              </a:ext>
            </a:extLst>
          </p:cNvPr>
          <p:cNvSpPr>
            <a:spLocks noGrp="1"/>
          </p:cNvSpPr>
          <p:nvPr>
            <p:ph type="pic" sz="quarter" idx="14" hasCustomPrompt="1"/>
          </p:nvPr>
        </p:nvSpPr>
        <p:spPr>
          <a:xfrm>
            <a:off x="1" y="0"/>
            <a:ext cx="12192000" cy="6858000"/>
          </a:xfrm>
          <a:prstGeom prst="rect">
            <a:avLst/>
          </a:prstGeom>
          <a:solidFill>
            <a:srgbClr val="EAEAEA"/>
          </a:solidFill>
          <a:ln>
            <a:noFill/>
          </a:ln>
          <a:effectLst/>
        </p:spPr>
        <p:txBody>
          <a:bodyPr lIns="365760" rIns="365760" anchor="ctr" anchorCtr="1"/>
          <a:lstStyle>
            <a:lvl1pPr marL="5035173" indent="0" algn="l">
              <a:tabLst/>
              <a:defRPr sz="2400" b="0" baseline="0">
                <a:solidFill>
                  <a:schemeClr val="tx1"/>
                </a:solidFill>
                <a:latin typeface="+mn-lt"/>
              </a:defRPr>
            </a:lvl1pPr>
          </a:lstStyle>
          <a:p>
            <a:r>
              <a:rPr lang="en-US"/>
              <a:t>Insert an image</a:t>
            </a:r>
            <a:br>
              <a:rPr lang="en-US"/>
            </a:br>
            <a:r>
              <a:rPr lang="en-US"/>
              <a:t>within this placeholder </a:t>
            </a:r>
          </a:p>
        </p:txBody>
      </p:sp>
      <p:sp>
        <p:nvSpPr>
          <p:cNvPr id="14" name="Text Placeholder 9">
            <a:extLst>
              <a:ext uri="{FF2B5EF4-FFF2-40B4-BE49-F238E27FC236}">
                <a16:creationId xmlns:a16="http://schemas.microsoft.com/office/drawing/2014/main" id="{BD57305E-F709-4E9E-B399-8D21F2A51FF6}"/>
              </a:ext>
            </a:extLst>
          </p:cNvPr>
          <p:cNvSpPr>
            <a:spLocks noGrp="1"/>
          </p:cNvSpPr>
          <p:nvPr>
            <p:ph type="body" sz="quarter" idx="18" hasCustomPrompt="1"/>
          </p:nvPr>
        </p:nvSpPr>
        <p:spPr>
          <a:xfrm>
            <a:off x="670565" y="355600"/>
            <a:ext cx="8422639" cy="348813"/>
          </a:xfrm>
          <a:prstGeom prst="rect">
            <a:avLst/>
          </a:prstGeom>
        </p:spPr>
        <p:txBody>
          <a:bodyPr wrap="square">
            <a:noAutofit/>
          </a:bodyPr>
          <a:lstStyle>
            <a:lvl1pPr>
              <a:defRPr sz="1200" b="0" cap="all" spc="200" baseline="0">
                <a:solidFill>
                  <a:srgbClr val="222731"/>
                </a:solidFill>
                <a:latin typeface="+mn-lt"/>
              </a:defRPr>
            </a:lvl1pPr>
            <a:lvl2pPr marL="0" indent="0">
              <a:buNone/>
              <a:defRPr/>
            </a:lvl2pPr>
          </a:lstStyle>
          <a:p>
            <a:pPr lvl="0"/>
            <a:r>
              <a:rPr lang="en-US"/>
              <a:t>Eyebrow CALIBRI LIGHT 9pt</a:t>
            </a:r>
          </a:p>
        </p:txBody>
      </p:sp>
      <p:sp>
        <p:nvSpPr>
          <p:cNvPr id="16" name="Content Placeholder 5">
            <a:extLst>
              <a:ext uri="{FF2B5EF4-FFF2-40B4-BE49-F238E27FC236}">
                <a16:creationId xmlns:a16="http://schemas.microsoft.com/office/drawing/2014/main" id="{C73EADF8-32AF-409A-AD0A-3134A5D09D53}"/>
              </a:ext>
            </a:extLst>
          </p:cNvPr>
          <p:cNvSpPr>
            <a:spLocks noGrp="1"/>
          </p:cNvSpPr>
          <p:nvPr>
            <p:ph sz="quarter" idx="19"/>
          </p:nvPr>
        </p:nvSpPr>
        <p:spPr>
          <a:xfrm>
            <a:off x="670562" y="2286001"/>
            <a:ext cx="5096255" cy="2971800"/>
          </a:xfrm>
        </p:spPr>
        <p:txBody>
          <a:bodyPr/>
          <a:lstStyle>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p:txBody>
      </p:sp>
      <p:sp>
        <p:nvSpPr>
          <p:cNvPr id="3" name="Title 2">
            <a:extLst>
              <a:ext uri="{FF2B5EF4-FFF2-40B4-BE49-F238E27FC236}">
                <a16:creationId xmlns:a16="http://schemas.microsoft.com/office/drawing/2014/main" id="{F49B87BA-CB3B-4626-87FF-39721BA39BC9}"/>
              </a:ext>
            </a:extLst>
          </p:cNvPr>
          <p:cNvSpPr>
            <a:spLocks noGrp="1"/>
          </p:cNvSpPr>
          <p:nvPr>
            <p:ph type="title"/>
          </p:nvPr>
        </p:nvSpPr>
        <p:spPr>
          <a:xfrm>
            <a:off x="670560" y="759460"/>
            <a:ext cx="8422640" cy="520701"/>
          </a:xfrm>
        </p:spPr>
        <p:txBody>
          <a:bodyPr/>
          <a:lstStyle>
            <a:lvl1pPr>
              <a:defRPr>
                <a:solidFill>
                  <a:schemeClr val="tx1"/>
                </a:solidFill>
              </a:defRPr>
            </a:lvl1pPr>
          </a:lstStyle>
          <a:p>
            <a:r>
              <a:rPr lang="en-US"/>
              <a:t>Click to edit Master title style</a:t>
            </a:r>
            <a:endParaRPr lang="en-IN"/>
          </a:p>
        </p:txBody>
      </p:sp>
      <p:sp>
        <p:nvSpPr>
          <p:cNvPr id="4" name="Content Placeholder 2">
            <a:extLst>
              <a:ext uri="{FF2B5EF4-FFF2-40B4-BE49-F238E27FC236}">
                <a16:creationId xmlns:a16="http://schemas.microsoft.com/office/drawing/2014/main" id="{262117B8-3493-FD10-4783-0F969DBBBE15}"/>
              </a:ext>
            </a:extLst>
          </p:cNvPr>
          <p:cNvSpPr txBox="1">
            <a:spLocks/>
          </p:cNvSpPr>
          <p:nvPr userDrawn="1"/>
        </p:nvSpPr>
        <p:spPr bwMode="gray">
          <a:xfrm>
            <a:off x="670563" y="6343415"/>
            <a:ext cx="5082732" cy="374895"/>
          </a:xfrm>
          <a:prstGeom prst="rect">
            <a:avLst/>
          </a:prstGeom>
        </p:spPr>
        <p:txBody>
          <a:bodyPr vert="horz" lIns="0" tIns="0" rIns="0" bIns="0" anchor="b" anchorCtr="0"/>
          <a:lstStyle>
            <a:lvl1pPr marL="0" indent="0" algn="l" defTabSz="457200" rtl="0" eaLnBrk="1" latinLnBrk="0" hangingPunct="1">
              <a:spcBef>
                <a:spcPct val="20000"/>
              </a:spcBef>
              <a:buFont typeface="Arial"/>
              <a:buNone/>
              <a:defRPr sz="900" kern="1200">
                <a:solidFill>
                  <a:schemeClr val="tx1"/>
                </a:solidFill>
                <a:latin typeface="Georgia"/>
                <a:ea typeface="+mn-ea"/>
                <a:cs typeface="Georgia"/>
              </a:defRPr>
            </a:lvl1pPr>
            <a:lvl2pPr marL="457200" indent="0" algn="l" defTabSz="457200" rtl="0" eaLnBrk="1" latinLnBrk="0" hangingPunct="1">
              <a:spcBef>
                <a:spcPct val="20000"/>
              </a:spcBef>
              <a:buFont typeface="Arial"/>
              <a:buNone/>
              <a:defRPr sz="900" kern="1200">
                <a:solidFill>
                  <a:schemeClr val="tx1"/>
                </a:solidFill>
                <a:latin typeface="Georgia"/>
                <a:ea typeface="+mn-ea"/>
                <a:cs typeface="Georgia"/>
              </a:defRPr>
            </a:lvl2pPr>
            <a:lvl3pPr marL="914400" indent="0" algn="l" defTabSz="457200" rtl="0" eaLnBrk="1" latinLnBrk="0" hangingPunct="1">
              <a:spcBef>
                <a:spcPct val="20000"/>
              </a:spcBef>
              <a:buFont typeface="Arial"/>
              <a:buNone/>
              <a:defRPr sz="900" kern="1200">
                <a:solidFill>
                  <a:schemeClr val="tx1"/>
                </a:solidFill>
                <a:latin typeface="Georgia"/>
                <a:ea typeface="+mn-ea"/>
                <a:cs typeface="Georgia"/>
              </a:defRPr>
            </a:lvl3pPr>
            <a:lvl4pPr marL="1371600" indent="0" algn="l" defTabSz="457200" rtl="0" eaLnBrk="1" latinLnBrk="0" hangingPunct="1">
              <a:spcBef>
                <a:spcPct val="20000"/>
              </a:spcBef>
              <a:buFont typeface="Arial"/>
              <a:buNone/>
              <a:defRPr sz="900" kern="1200">
                <a:solidFill>
                  <a:schemeClr val="tx1"/>
                </a:solidFill>
                <a:latin typeface="Georgia"/>
                <a:ea typeface="+mn-ea"/>
                <a:cs typeface="Georgia"/>
              </a:defRPr>
            </a:lvl4pPr>
            <a:lvl5pPr marL="1828800" indent="0" algn="l" defTabSz="457200" rtl="0" eaLnBrk="1" latinLnBrk="0" hangingPunct="1">
              <a:spcBef>
                <a:spcPct val="20000"/>
              </a:spcBef>
              <a:buFont typeface="Arial"/>
              <a:buNone/>
              <a:defRPr sz="900" kern="1200">
                <a:solidFill>
                  <a:schemeClr val="tx1"/>
                </a:solidFill>
                <a:latin typeface="Georgia"/>
                <a:ea typeface="+mn-ea"/>
                <a:cs typeface="Georgia"/>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l" defTabSz="609555" rtl="0" eaLnBrk="1" fontAlgn="auto" latinLnBrk="0" hangingPunct="1">
              <a:lnSpc>
                <a:spcPct val="100000"/>
              </a:lnSpc>
              <a:spcBef>
                <a:spcPts val="0"/>
              </a:spcBef>
              <a:spcAft>
                <a:spcPts val="0"/>
              </a:spcAft>
              <a:buClrTx/>
              <a:buSzTx/>
              <a:buFont typeface="Arial"/>
              <a:buNone/>
              <a:tabLst/>
              <a:defRPr/>
            </a:pPr>
            <a:r>
              <a:rPr lang="en-US" sz="933" kern="1200">
                <a:solidFill>
                  <a:schemeClr val="tx1"/>
                </a:solidFill>
                <a:latin typeface="+mn-lt"/>
                <a:ea typeface="+mn-ea"/>
                <a:cs typeface="Calibri" panose="020F0502020204030204" pitchFamily="34" charset="0"/>
              </a:rPr>
              <a:t>The sensor housing, </a:t>
            </a:r>
            <a:r>
              <a:rPr lang="en-US" sz="933" kern="1200" err="1">
                <a:solidFill>
                  <a:schemeClr val="tx1"/>
                </a:solidFill>
                <a:latin typeface="+mn-lt"/>
                <a:ea typeface="+mn-ea"/>
                <a:cs typeface="Calibri" panose="020F0502020204030204" pitchFamily="34" charset="0"/>
              </a:rPr>
              <a:t>FreeStyle</a:t>
            </a:r>
            <a:r>
              <a:rPr lang="en-US" sz="933" kern="1200">
                <a:solidFill>
                  <a:schemeClr val="tx1"/>
                </a:solidFill>
                <a:latin typeface="+mn-lt"/>
                <a:ea typeface="+mn-ea"/>
                <a:cs typeface="Calibri" panose="020F0502020204030204" pitchFamily="34" charset="0"/>
              </a:rPr>
              <a:t>, Libre, and related brand marks are marks of Abbott.</a:t>
            </a:r>
          </a:p>
          <a:p>
            <a:pPr>
              <a:spcBef>
                <a:spcPts val="0"/>
              </a:spcBef>
            </a:pPr>
            <a:r>
              <a:rPr lang="en-US" sz="933" kern="1200">
                <a:solidFill>
                  <a:schemeClr val="tx1"/>
                </a:solidFill>
                <a:latin typeface="+mn-lt"/>
                <a:ea typeface="+mn-ea"/>
                <a:cs typeface="Calibri" panose="020F0502020204030204" pitchFamily="34" charset="0"/>
              </a:rPr>
              <a:t>Proprietary and confidential — do not distribute. ADC-XXXXX v1.0</a:t>
            </a:r>
          </a:p>
        </p:txBody>
      </p:sp>
      <p:sp>
        <p:nvSpPr>
          <p:cNvPr id="10" name="Slide Number Placeholder 9">
            <a:extLst>
              <a:ext uri="{FF2B5EF4-FFF2-40B4-BE49-F238E27FC236}">
                <a16:creationId xmlns:a16="http://schemas.microsoft.com/office/drawing/2014/main" id="{BE73E3B4-626E-7682-3AFC-AA5069A9A250}"/>
              </a:ext>
            </a:extLst>
          </p:cNvPr>
          <p:cNvSpPr>
            <a:spLocks noGrp="1"/>
          </p:cNvSpPr>
          <p:nvPr>
            <p:ph type="sldNum" sz="quarter" idx="22"/>
          </p:nvPr>
        </p:nvSpPr>
        <p:spPr>
          <a:xfrm>
            <a:off x="11092520" y="6419110"/>
            <a:ext cx="554360" cy="366183"/>
          </a:xfrm>
          <a:prstGeom prst="rect">
            <a:avLst/>
          </a:prstGeom>
        </p:spPr>
        <p:txBody>
          <a:bodyPr/>
          <a:lstStyle/>
          <a:p>
            <a:pPr>
              <a:defRPr/>
            </a:pPr>
            <a:fld id="{7B2119CD-3B2D-4CEB-B404-D2E3F8CD6D69}" type="slidenum">
              <a:rPr lang="en-IN" smtClean="0"/>
              <a:pPr>
                <a:defRPr/>
              </a:pPr>
              <a:t>‹#›</a:t>
            </a:fld>
            <a:endParaRPr lang="en-IN"/>
          </a:p>
        </p:txBody>
      </p:sp>
      <p:sp>
        <p:nvSpPr>
          <p:cNvPr id="6" name="Footer Placeholder 4">
            <a:extLst>
              <a:ext uri="{FF2B5EF4-FFF2-40B4-BE49-F238E27FC236}">
                <a16:creationId xmlns:a16="http://schemas.microsoft.com/office/drawing/2014/main" id="{2712C358-4BA7-07EE-7BC7-16F53752C188}"/>
              </a:ext>
            </a:extLst>
          </p:cNvPr>
          <p:cNvSpPr>
            <a:spLocks noGrp="1"/>
          </p:cNvSpPr>
          <p:nvPr>
            <p:ph type="ftr" sz="quarter" idx="3"/>
          </p:nvPr>
        </p:nvSpPr>
        <p:spPr>
          <a:xfrm>
            <a:off x="8372592" y="6413433"/>
            <a:ext cx="2646393" cy="374235"/>
          </a:xfrm>
          <a:prstGeom prst="rect">
            <a:avLst/>
          </a:prstGeom>
        </p:spPr>
        <p:txBody>
          <a:bodyPr vert="horz" lIns="91440" tIns="45720" rIns="91440" bIns="45720" rtlCol="0" anchor="b" anchorCtr="0"/>
          <a:lstStyle>
            <a:lvl1pPr algn="ctr">
              <a:defRPr lang="en-US" sz="933" kern="1200" dirty="0" smtClean="0">
                <a:solidFill>
                  <a:schemeClr val="tx1"/>
                </a:solidFill>
                <a:latin typeface="+mn-lt"/>
                <a:ea typeface="+mn-ea"/>
                <a:cs typeface="+mn-cs"/>
              </a:defRPr>
            </a:lvl1pPr>
          </a:lstStyle>
          <a:p>
            <a:r>
              <a:rPr lang="en-US"/>
              <a:t>ADC Innovation Pipeline |  1-Aug-25</a:t>
            </a:r>
          </a:p>
        </p:txBody>
      </p:sp>
    </p:spTree>
    <p:extLst>
      <p:ext uri="{BB962C8B-B14F-4D97-AF65-F5344CB8AC3E}">
        <p14:creationId xmlns:p14="http://schemas.microsoft.com/office/powerpoint/2010/main" val="1025705822"/>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1_(R) Half-content &amp; full image layout">
    <p:spTree>
      <p:nvGrpSpPr>
        <p:cNvPr id="1" name=""/>
        <p:cNvGrpSpPr/>
        <p:nvPr/>
      </p:nvGrpSpPr>
      <p:grpSpPr>
        <a:xfrm>
          <a:off x="0" y="0"/>
          <a:ext cx="0" cy="0"/>
          <a:chOff x="0" y="0"/>
          <a:chExt cx="0" cy="0"/>
        </a:xfrm>
      </p:grpSpPr>
      <p:sp>
        <p:nvSpPr>
          <p:cNvPr id="5" name="Picture Placeholder 9">
            <a:extLst>
              <a:ext uri="{FF2B5EF4-FFF2-40B4-BE49-F238E27FC236}">
                <a16:creationId xmlns:a16="http://schemas.microsoft.com/office/drawing/2014/main" id="{EBBC6B44-1A66-4C17-802D-CD6F3BEB84DB}"/>
              </a:ext>
            </a:extLst>
          </p:cNvPr>
          <p:cNvSpPr>
            <a:spLocks noGrp="1"/>
          </p:cNvSpPr>
          <p:nvPr>
            <p:ph type="pic" sz="quarter" idx="14" hasCustomPrompt="1"/>
          </p:nvPr>
        </p:nvSpPr>
        <p:spPr>
          <a:xfrm>
            <a:off x="0" y="0"/>
            <a:ext cx="12192000" cy="6858000"/>
          </a:xfrm>
          <a:prstGeom prst="rect">
            <a:avLst/>
          </a:prstGeom>
          <a:solidFill>
            <a:srgbClr val="EAEAEA"/>
          </a:solidFill>
          <a:ln>
            <a:noFill/>
          </a:ln>
          <a:effectLst/>
        </p:spPr>
        <p:txBody>
          <a:bodyPr lIns="0" rIns="0" anchor="ctr" anchorCtr="0"/>
          <a:lstStyle>
            <a:lvl1pPr marL="927031" indent="0" algn="l">
              <a:tabLst/>
              <a:defRPr sz="2400" b="0" baseline="0">
                <a:solidFill>
                  <a:schemeClr val="tx1"/>
                </a:solidFill>
                <a:latin typeface="+mn-lt"/>
              </a:defRPr>
            </a:lvl1pPr>
          </a:lstStyle>
          <a:p>
            <a:r>
              <a:rPr lang="en-US"/>
              <a:t>Insert an image</a:t>
            </a:r>
            <a:br>
              <a:rPr lang="en-US"/>
            </a:br>
            <a:r>
              <a:rPr lang="en-US"/>
              <a:t>within this placeholder </a:t>
            </a:r>
          </a:p>
        </p:txBody>
      </p:sp>
      <p:sp>
        <p:nvSpPr>
          <p:cNvPr id="17" name="Text Placeholder 9">
            <a:extLst>
              <a:ext uri="{FF2B5EF4-FFF2-40B4-BE49-F238E27FC236}">
                <a16:creationId xmlns:a16="http://schemas.microsoft.com/office/drawing/2014/main" id="{6273392E-BE16-4C3F-A463-7A7FC6BEE036}"/>
              </a:ext>
            </a:extLst>
          </p:cNvPr>
          <p:cNvSpPr>
            <a:spLocks noGrp="1"/>
          </p:cNvSpPr>
          <p:nvPr>
            <p:ph type="body" sz="quarter" idx="18" hasCustomPrompt="1"/>
          </p:nvPr>
        </p:nvSpPr>
        <p:spPr>
          <a:xfrm>
            <a:off x="6084523" y="355600"/>
            <a:ext cx="5447079" cy="348813"/>
          </a:xfrm>
          <a:prstGeom prst="rect">
            <a:avLst/>
          </a:prstGeom>
        </p:spPr>
        <p:txBody>
          <a:bodyPr wrap="square">
            <a:noAutofit/>
          </a:bodyPr>
          <a:lstStyle>
            <a:lvl1pPr>
              <a:defRPr sz="1200" b="0" cap="all" spc="200" baseline="0">
                <a:solidFill>
                  <a:schemeClr val="tx1"/>
                </a:solidFill>
                <a:latin typeface="+mn-lt"/>
              </a:defRPr>
            </a:lvl1pPr>
            <a:lvl2pPr marL="0" indent="0">
              <a:buNone/>
              <a:defRPr/>
            </a:lvl2pPr>
          </a:lstStyle>
          <a:p>
            <a:pPr lvl="0"/>
            <a:r>
              <a:rPr lang="en-US"/>
              <a:t>Eyebrow CALIBRI LIGHT 9pt</a:t>
            </a:r>
          </a:p>
        </p:txBody>
      </p:sp>
      <p:sp>
        <p:nvSpPr>
          <p:cNvPr id="19" name="Content Placeholder 5">
            <a:extLst>
              <a:ext uri="{FF2B5EF4-FFF2-40B4-BE49-F238E27FC236}">
                <a16:creationId xmlns:a16="http://schemas.microsoft.com/office/drawing/2014/main" id="{1679F6DF-FEFB-4C1A-A396-814197C11D86}"/>
              </a:ext>
            </a:extLst>
          </p:cNvPr>
          <p:cNvSpPr>
            <a:spLocks noGrp="1"/>
          </p:cNvSpPr>
          <p:nvPr>
            <p:ph sz="quarter" idx="19"/>
          </p:nvPr>
        </p:nvSpPr>
        <p:spPr>
          <a:xfrm>
            <a:off x="6084520" y="2286001"/>
            <a:ext cx="5447079" cy="320040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3" name="Title 2">
            <a:extLst>
              <a:ext uri="{FF2B5EF4-FFF2-40B4-BE49-F238E27FC236}">
                <a16:creationId xmlns:a16="http://schemas.microsoft.com/office/drawing/2014/main" id="{40E04E43-6321-44FE-86E3-92363113651D}"/>
              </a:ext>
            </a:extLst>
          </p:cNvPr>
          <p:cNvSpPr>
            <a:spLocks noGrp="1"/>
          </p:cNvSpPr>
          <p:nvPr>
            <p:ph type="title"/>
          </p:nvPr>
        </p:nvSpPr>
        <p:spPr>
          <a:xfrm>
            <a:off x="6084517" y="759460"/>
            <a:ext cx="5447083" cy="520701"/>
          </a:xfrm>
        </p:spPr>
        <p:txBody>
          <a:bodyPr/>
          <a:lstStyle>
            <a:lvl1pPr>
              <a:defRPr>
                <a:solidFill>
                  <a:schemeClr val="tx1"/>
                </a:solidFill>
              </a:defRPr>
            </a:lvl1pPr>
          </a:lstStyle>
          <a:p>
            <a:r>
              <a:rPr lang="en-US"/>
              <a:t>Click to edit Master title</a:t>
            </a:r>
            <a:endParaRPr lang="en-IN"/>
          </a:p>
        </p:txBody>
      </p:sp>
      <p:sp>
        <p:nvSpPr>
          <p:cNvPr id="4" name="Content Placeholder 2">
            <a:extLst>
              <a:ext uri="{FF2B5EF4-FFF2-40B4-BE49-F238E27FC236}">
                <a16:creationId xmlns:a16="http://schemas.microsoft.com/office/drawing/2014/main" id="{F45D0EE6-B116-967A-F28B-1954BF416FDA}"/>
              </a:ext>
            </a:extLst>
          </p:cNvPr>
          <p:cNvSpPr txBox="1">
            <a:spLocks/>
          </p:cNvSpPr>
          <p:nvPr userDrawn="1"/>
        </p:nvSpPr>
        <p:spPr bwMode="gray">
          <a:xfrm>
            <a:off x="670563" y="6343415"/>
            <a:ext cx="5082732" cy="374895"/>
          </a:xfrm>
          <a:prstGeom prst="rect">
            <a:avLst/>
          </a:prstGeom>
        </p:spPr>
        <p:txBody>
          <a:bodyPr vert="horz" lIns="0" tIns="0" rIns="0" bIns="0" anchor="b" anchorCtr="0"/>
          <a:lstStyle>
            <a:lvl1pPr marL="0" indent="0" algn="l" defTabSz="457200" rtl="0" eaLnBrk="1" latinLnBrk="0" hangingPunct="1">
              <a:spcBef>
                <a:spcPct val="20000"/>
              </a:spcBef>
              <a:buFont typeface="Arial"/>
              <a:buNone/>
              <a:defRPr sz="900" kern="1200">
                <a:solidFill>
                  <a:schemeClr val="tx1"/>
                </a:solidFill>
                <a:latin typeface="Georgia"/>
                <a:ea typeface="+mn-ea"/>
                <a:cs typeface="Georgia"/>
              </a:defRPr>
            </a:lvl1pPr>
            <a:lvl2pPr marL="457200" indent="0" algn="l" defTabSz="457200" rtl="0" eaLnBrk="1" latinLnBrk="0" hangingPunct="1">
              <a:spcBef>
                <a:spcPct val="20000"/>
              </a:spcBef>
              <a:buFont typeface="Arial"/>
              <a:buNone/>
              <a:defRPr sz="900" kern="1200">
                <a:solidFill>
                  <a:schemeClr val="tx1"/>
                </a:solidFill>
                <a:latin typeface="Georgia"/>
                <a:ea typeface="+mn-ea"/>
                <a:cs typeface="Georgia"/>
              </a:defRPr>
            </a:lvl2pPr>
            <a:lvl3pPr marL="914400" indent="0" algn="l" defTabSz="457200" rtl="0" eaLnBrk="1" latinLnBrk="0" hangingPunct="1">
              <a:spcBef>
                <a:spcPct val="20000"/>
              </a:spcBef>
              <a:buFont typeface="Arial"/>
              <a:buNone/>
              <a:defRPr sz="900" kern="1200">
                <a:solidFill>
                  <a:schemeClr val="tx1"/>
                </a:solidFill>
                <a:latin typeface="Georgia"/>
                <a:ea typeface="+mn-ea"/>
                <a:cs typeface="Georgia"/>
              </a:defRPr>
            </a:lvl3pPr>
            <a:lvl4pPr marL="1371600" indent="0" algn="l" defTabSz="457200" rtl="0" eaLnBrk="1" latinLnBrk="0" hangingPunct="1">
              <a:spcBef>
                <a:spcPct val="20000"/>
              </a:spcBef>
              <a:buFont typeface="Arial"/>
              <a:buNone/>
              <a:defRPr sz="900" kern="1200">
                <a:solidFill>
                  <a:schemeClr val="tx1"/>
                </a:solidFill>
                <a:latin typeface="Georgia"/>
                <a:ea typeface="+mn-ea"/>
                <a:cs typeface="Georgia"/>
              </a:defRPr>
            </a:lvl4pPr>
            <a:lvl5pPr marL="1828800" indent="0" algn="l" defTabSz="457200" rtl="0" eaLnBrk="1" latinLnBrk="0" hangingPunct="1">
              <a:spcBef>
                <a:spcPct val="20000"/>
              </a:spcBef>
              <a:buFont typeface="Arial"/>
              <a:buNone/>
              <a:defRPr sz="900" kern="1200">
                <a:solidFill>
                  <a:schemeClr val="tx1"/>
                </a:solidFill>
                <a:latin typeface="Georgia"/>
                <a:ea typeface="+mn-ea"/>
                <a:cs typeface="Georgia"/>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l" defTabSz="609555" rtl="0" eaLnBrk="1" fontAlgn="auto" latinLnBrk="0" hangingPunct="1">
              <a:lnSpc>
                <a:spcPct val="100000"/>
              </a:lnSpc>
              <a:spcBef>
                <a:spcPts val="0"/>
              </a:spcBef>
              <a:spcAft>
                <a:spcPts val="0"/>
              </a:spcAft>
              <a:buClrTx/>
              <a:buSzTx/>
              <a:buFont typeface="Arial"/>
              <a:buNone/>
              <a:tabLst/>
              <a:defRPr/>
            </a:pPr>
            <a:r>
              <a:rPr lang="en-US" sz="933" kern="1200">
                <a:solidFill>
                  <a:schemeClr val="tx1"/>
                </a:solidFill>
                <a:latin typeface="+mn-lt"/>
                <a:ea typeface="+mn-ea"/>
                <a:cs typeface="Calibri" panose="020F0502020204030204" pitchFamily="34" charset="0"/>
              </a:rPr>
              <a:t>The sensor housing, </a:t>
            </a:r>
            <a:r>
              <a:rPr lang="en-US" sz="933" kern="1200" err="1">
                <a:solidFill>
                  <a:schemeClr val="tx1"/>
                </a:solidFill>
                <a:latin typeface="+mn-lt"/>
                <a:ea typeface="+mn-ea"/>
                <a:cs typeface="Calibri" panose="020F0502020204030204" pitchFamily="34" charset="0"/>
              </a:rPr>
              <a:t>FreeStyle</a:t>
            </a:r>
            <a:r>
              <a:rPr lang="en-US" sz="933" kern="1200">
                <a:solidFill>
                  <a:schemeClr val="tx1"/>
                </a:solidFill>
                <a:latin typeface="+mn-lt"/>
                <a:ea typeface="+mn-ea"/>
                <a:cs typeface="Calibri" panose="020F0502020204030204" pitchFamily="34" charset="0"/>
              </a:rPr>
              <a:t>, Libre, and related brand marks are marks of Abbott.</a:t>
            </a:r>
          </a:p>
          <a:p>
            <a:pPr>
              <a:spcBef>
                <a:spcPts val="0"/>
              </a:spcBef>
            </a:pPr>
            <a:r>
              <a:rPr lang="en-US" sz="933" kern="1200">
                <a:solidFill>
                  <a:schemeClr val="tx1"/>
                </a:solidFill>
                <a:latin typeface="+mn-lt"/>
                <a:ea typeface="+mn-ea"/>
                <a:cs typeface="Calibri" panose="020F0502020204030204" pitchFamily="34" charset="0"/>
              </a:rPr>
              <a:t>Proprietary and confidential — do not distribute. ADC-XXXXX v1.0</a:t>
            </a:r>
          </a:p>
        </p:txBody>
      </p:sp>
      <p:sp>
        <p:nvSpPr>
          <p:cNvPr id="10" name="Slide Number Placeholder 9">
            <a:extLst>
              <a:ext uri="{FF2B5EF4-FFF2-40B4-BE49-F238E27FC236}">
                <a16:creationId xmlns:a16="http://schemas.microsoft.com/office/drawing/2014/main" id="{0F96B536-0C24-9C47-664A-27072FE1D4B4}"/>
              </a:ext>
            </a:extLst>
          </p:cNvPr>
          <p:cNvSpPr>
            <a:spLocks noGrp="1"/>
          </p:cNvSpPr>
          <p:nvPr>
            <p:ph type="sldNum" sz="quarter" idx="22"/>
          </p:nvPr>
        </p:nvSpPr>
        <p:spPr>
          <a:xfrm>
            <a:off x="11092520" y="6419110"/>
            <a:ext cx="554360" cy="366183"/>
          </a:xfrm>
          <a:prstGeom prst="rect">
            <a:avLst/>
          </a:prstGeom>
        </p:spPr>
        <p:txBody>
          <a:bodyPr/>
          <a:lstStyle/>
          <a:p>
            <a:pPr>
              <a:defRPr/>
            </a:pPr>
            <a:fld id="{7B2119CD-3B2D-4CEB-B404-D2E3F8CD6D69}" type="slidenum">
              <a:rPr lang="en-IN" smtClean="0"/>
              <a:pPr>
                <a:defRPr/>
              </a:pPr>
              <a:t>‹#›</a:t>
            </a:fld>
            <a:endParaRPr lang="en-IN"/>
          </a:p>
        </p:txBody>
      </p:sp>
      <p:sp>
        <p:nvSpPr>
          <p:cNvPr id="6" name="Footer Placeholder 4">
            <a:extLst>
              <a:ext uri="{FF2B5EF4-FFF2-40B4-BE49-F238E27FC236}">
                <a16:creationId xmlns:a16="http://schemas.microsoft.com/office/drawing/2014/main" id="{1DF9D016-BD6C-0F42-CFA1-4A1AEAFA3592}"/>
              </a:ext>
            </a:extLst>
          </p:cNvPr>
          <p:cNvSpPr>
            <a:spLocks noGrp="1"/>
          </p:cNvSpPr>
          <p:nvPr>
            <p:ph type="ftr" sz="quarter" idx="3"/>
          </p:nvPr>
        </p:nvSpPr>
        <p:spPr>
          <a:xfrm>
            <a:off x="8372592" y="6413433"/>
            <a:ext cx="2646393" cy="374235"/>
          </a:xfrm>
          <a:prstGeom prst="rect">
            <a:avLst/>
          </a:prstGeom>
        </p:spPr>
        <p:txBody>
          <a:bodyPr vert="horz" lIns="91440" tIns="45720" rIns="91440" bIns="45720" rtlCol="0" anchor="b" anchorCtr="0"/>
          <a:lstStyle>
            <a:lvl1pPr algn="ctr">
              <a:defRPr lang="en-US" sz="933" kern="1200" dirty="0" smtClean="0">
                <a:solidFill>
                  <a:schemeClr val="tx1"/>
                </a:solidFill>
                <a:latin typeface="+mn-lt"/>
                <a:ea typeface="+mn-ea"/>
                <a:cs typeface="+mn-cs"/>
              </a:defRPr>
            </a:lvl1pPr>
          </a:lstStyle>
          <a:p>
            <a:r>
              <a:rPr lang="en-US"/>
              <a:t>ADC Innovation Pipeline |  1-Aug-25</a:t>
            </a:r>
          </a:p>
        </p:txBody>
      </p:sp>
    </p:spTree>
    <p:extLst>
      <p:ext uri="{BB962C8B-B14F-4D97-AF65-F5344CB8AC3E}">
        <p14:creationId xmlns:p14="http://schemas.microsoft.com/office/powerpoint/2010/main" val="46987975"/>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1_Quote with Solid Background">
    <p:bg bwMode="auto">
      <p:bgPr>
        <a:solidFill>
          <a:schemeClr val="tx2"/>
        </a:solidFill>
        <a:effectLst/>
      </p:bgPr>
    </p:bg>
    <p:spTree>
      <p:nvGrpSpPr>
        <p:cNvPr id="1" name=""/>
        <p:cNvGrpSpPr/>
        <p:nvPr/>
      </p:nvGrpSpPr>
      <p:grpSpPr>
        <a:xfrm>
          <a:off x="0" y="0"/>
          <a:ext cx="0" cy="0"/>
          <a:chOff x="0" y="0"/>
          <a:chExt cx="0" cy="0"/>
        </a:xfrm>
      </p:grpSpPr>
      <p:sp>
        <p:nvSpPr>
          <p:cNvPr id="7" name="Text Placeholder 6"/>
          <p:cNvSpPr>
            <a:spLocks noGrp="1"/>
          </p:cNvSpPr>
          <p:nvPr>
            <p:ph type="body" sz="quarter" idx="13" hasCustomPrompt="1"/>
          </p:nvPr>
        </p:nvSpPr>
        <p:spPr bwMode="gray">
          <a:xfrm>
            <a:off x="1828800" y="2011680"/>
            <a:ext cx="9144000" cy="3566160"/>
          </a:xfrm>
          <a:prstGeom prst="rect">
            <a:avLst/>
          </a:prstGeom>
        </p:spPr>
        <p:txBody>
          <a:bodyPr/>
          <a:lstStyle>
            <a:lvl1pPr algn="l">
              <a:lnSpc>
                <a:spcPct val="100000"/>
              </a:lnSpc>
              <a:defRPr sz="3200" b="0">
                <a:solidFill>
                  <a:schemeClr val="accent3"/>
                </a:solidFill>
                <a:latin typeface="+mj-lt"/>
              </a:defRPr>
            </a:lvl1pPr>
            <a:lvl2pPr marL="1828664" indent="-304776" algn="l">
              <a:lnSpc>
                <a:spcPct val="100000"/>
              </a:lnSpc>
              <a:spcBef>
                <a:spcPts val="2400"/>
              </a:spcBef>
              <a:buFont typeface="Arial" panose="020B0604020202020204" pitchFamily="34" charset="0"/>
              <a:buChar char="–"/>
              <a:defRPr sz="2400">
                <a:solidFill>
                  <a:srgbClr val="222731"/>
                </a:solidFill>
                <a:latin typeface="+mj-lt"/>
              </a:defRPr>
            </a:lvl2pPr>
          </a:lstStyle>
          <a:p>
            <a:pPr lvl="0"/>
            <a:r>
              <a:rPr lang="en-US"/>
              <a:t>Click to edit quote text</a:t>
            </a:r>
          </a:p>
          <a:p>
            <a:pPr lvl="1"/>
            <a:r>
              <a:rPr lang="en-US"/>
              <a:t>Second level for attribution</a:t>
            </a:r>
          </a:p>
        </p:txBody>
      </p:sp>
      <p:sp>
        <p:nvSpPr>
          <p:cNvPr id="2" name="Date Placeholder 1">
            <a:extLst>
              <a:ext uri="{FF2B5EF4-FFF2-40B4-BE49-F238E27FC236}">
                <a16:creationId xmlns:a16="http://schemas.microsoft.com/office/drawing/2014/main" id="{5C6D6453-5C41-4AA1-8206-B28E31B4BDFC}"/>
              </a:ext>
            </a:extLst>
          </p:cNvPr>
          <p:cNvSpPr>
            <a:spLocks noGrp="1"/>
          </p:cNvSpPr>
          <p:nvPr>
            <p:ph type="dt" sz="half" idx="14"/>
          </p:nvPr>
        </p:nvSpPr>
        <p:spPr>
          <a:xfrm>
            <a:off x="10439401" y="6419110"/>
            <a:ext cx="800099" cy="366183"/>
          </a:xfrm>
          <a:prstGeom prst="rect">
            <a:avLst/>
          </a:prstGeom>
        </p:spPr>
        <p:txBody>
          <a:bodyPr/>
          <a:lstStyle>
            <a:lvl1pPr>
              <a:defRPr>
                <a:solidFill>
                  <a:srgbClr val="222731"/>
                </a:solidFill>
              </a:defRPr>
            </a:lvl1pPr>
          </a:lstStyle>
          <a:p>
            <a:endParaRPr lang="en-IN"/>
          </a:p>
        </p:txBody>
      </p:sp>
      <p:sp>
        <p:nvSpPr>
          <p:cNvPr id="6" name="Content Placeholder 2">
            <a:extLst>
              <a:ext uri="{FF2B5EF4-FFF2-40B4-BE49-F238E27FC236}">
                <a16:creationId xmlns:a16="http://schemas.microsoft.com/office/drawing/2014/main" id="{41C7B507-444E-FD37-F405-2B2D37428313}"/>
              </a:ext>
            </a:extLst>
          </p:cNvPr>
          <p:cNvSpPr txBox="1">
            <a:spLocks/>
          </p:cNvSpPr>
          <p:nvPr userDrawn="1"/>
        </p:nvSpPr>
        <p:spPr bwMode="gray">
          <a:xfrm>
            <a:off x="670563" y="6343415"/>
            <a:ext cx="5082732" cy="374895"/>
          </a:xfrm>
          <a:prstGeom prst="rect">
            <a:avLst/>
          </a:prstGeom>
        </p:spPr>
        <p:txBody>
          <a:bodyPr vert="horz" lIns="0" tIns="0" rIns="0" bIns="0" anchor="b" anchorCtr="0"/>
          <a:lstStyle>
            <a:lvl1pPr marL="0" indent="0" algn="l" defTabSz="457200" rtl="0" eaLnBrk="1" latinLnBrk="0" hangingPunct="1">
              <a:spcBef>
                <a:spcPct val="20000"/>
              </a:spcBef>
              <a:buFont typeface="Arial"/>
              <a:buNone/>
              <a:defRPr sz="900" kern="1200">
                <a:solidFill>
                  <a:schemeClr val="tx1"/>
                </a:solidFill>
                <a:latin typeface="Georgia"/>
                <a:ea typeface="+mn-ea"/>
                <a:cs typeface="Georgia"/>
              </a:defRPr>
            </a:lvl1pPr>
            <a:lvl2pPr marL="457200" indent="0" algn="l" defTabSz="457200" rtl="0" eaLnBrk="1" latinLnBrk="0" hangingPunct="1">
              <a:spcBef>
                <a:spcPct val="20000"/>
              </a:spcBef>
              <a:buFont typeface="Arial"/>
              <a:buNone/>
              <a:defRPr sz="900" kern="1200">
                <a:solidFill>
                  <a:schemeClr val="tx1"/>
                </a:solidFill>
                <a:latin typeface="Georgia"/>
                <a:ea typeface="+mn-ea"/>
                <a:cs typeface="Georgia"/>
              </a:defRPr>
            </a:lvl2pPr>
            <a:lvl3pPr marL="914400" indent="0" algn="l" defTabSz="457200" rtl="0" eaLnBrk="1" latinLnBrk="0" hangingPunct="1">
              <a:spcBef>
                <a:spcPct val="20000"/>
              </a:spcBef>
              <a:buFont typeface="Arial"/>
              <a:buNone/>
              <a:defRPr sz="900" kern="1200">
                <a:solidFill>
                  <a:schemeClr val="tx1"/>
                </a:solidFill>
                <a:latin typeface="Georgia"/>
                <a:ea typeface="+mn-ea"/>
                <a:cs typeface="Georgia"/>
              </a:defRPr>
            </a:lvl3pPr>
            <a:lvl4pPr marL="1371600" indent="0" algn="l" defTabSz="457200" rtl="0" eaLnBrk="1" latinLnBrk="0" hangingPunct="1">
              <a:spcBef>
                <a:spcPct val="20000"/>
              </a:spcBef>
              <a:buFont typeface="Arial"/>
              <a:buNone/>
              <a:defRPr sz="900" kern="1200">
                <a:solidFill>
                  <a:schemeClr val="tx1"/>
                </a:solidFill>
                <a:latin typeface="Georgia"/>
                <a:ea typeface="+mn-ea"/>
                <a:cs typeface="Georgia"/>
              </a:defRPr>
            </a:lvl4pPr>
            <a:lvl5pPr marL="1828800" indent="0" algn="l" defTabSz="457200" rtl="0" eaLnBrk="1" latinLnBrk="0" hangingPunct="1">
              <a:spcBef>
                <a:spcPct val="20000"/>
              </a:spcBef>
              <a:buFont typeface="Arial"/>
              <a:buNone/>
              <a:defRPr sz="900" kern="1200">
                <a:solidFill>
                  <a:schemeClr val="tx1"/>
                </a:solidFill>
                <a:latin typeface="Georgia"/>
                <a:ea typeface="+mn-ea"/>
                <a:cs typeface="Georgia"/>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l" defTabSz="609555" rtl="0" eaLnBrk="1" fontAlgn="auto" latinLnBrk="0" hangingPunct="1">
              <a:lnSpc>
                <a:spcPct val="100000"/>
              </a:lnSpc>
              <a:spcBef>
                <a:spcPts val="0"/>
              </a:spcBef>
              <a:spcAft>
                <a:spcPts val="0"/>
              </a:spcAft>
              <a:buClrTx/>
              <a:buSzTx/>
              <a:buFont typeface="Arial"/>
              <a:buNone/>
              <a:tabLst/>
              <a:defRPr/>
            </a:pPr>
            <a:r>
              <a:rPr lang="en-US" sz="933" kern="1200">
                <a:solidFill>
                  <a:schemeClr val="tx1"/>
                </a:solidFill>
                <a:latin typeface="+mn-lt"/>
                <a:ea typeface="+mn-ea"/>
                <a:cs typeface="Calibri" panose="020F0502020204030204" pitchFamily="34" charset="0"/>
              </a:rPr>
              <a:t>The sensor housing, </a:t>
            </a:r>
            <a:r>
              <a:rPr lang="en-US" sz="933" kern="1200" err="1">
                <a:solidFill>
                  <a:schemeClr val="tx1"/>
                </a:solidFill>
                <a:latin typeface="+mn-lt"/>
                <a:ea typeface="+mn-ea"/>
                <a:cs typeface="Calibri" panose="020F0502020204030204" pitchFamily="34" charset="0"/>
              </a:rPr>
              <a:t>FreeStyle</a:t>
            </a:r>
            <a:r>
              <a:rPr lang="en-US" sz="933" kern="1200">
                <a:solidFill>
                  <a:schemeClr val="tx1"/>
                </a:solidFill>
                <a:latin typeface="+mn-lt"/>
                <a:ea typeface="+mn-ea"/>
                <a:cs typeface="Calibri" panose="020F0502020204030204" pitchFamily="34" charset="0"/>
              </a:rPr>
              <a:t>, Libre, and related brand marks are marks of Abbott.</a:t>
            </a:r>
          </a:p>
          <a:p>
            <a:pPr>
              <a:spcBef>
                <a:spcPts val="0"/>
              </a:spcBef>
            </a:pPr>
            <a:r>
              <a:rPr lang="en-US" sz="933" kern="1200">
                <a:solidFill>
                  <a:schemeClr val="tx1"/>
                </a:solidFill>
                <a:latin typeface="+mn-lt"/>
                <a:ea typeface="+mn-ea"/>
                <a:cs typeface="Calibri" panose="020F0502020204030204" pitchFamily="34" charset="0"/>
              </a:rPr>
              <a:t>Proprietary and confidential — do not distribute. ADC-XXXXX v1.0</a:t>
            </a:r>
          </a:p>
        </p:txBody>
      </p:sp>
      <p:sp>
        <p:nvSpPr>
          <p:cNvPr id="3" name="Footer Placeholder 4">
            <a:extLst>
              <a:ext uri="{FF2B5EF4-FFF2-40B4-BE49-F238E27FC236}">
                <a16:creationId xmlns:a16="http://schemas.microsoft.com/office/drawing/2014/main" id="{C64DC53B-2725-8993-DEAF-28F434890BE0}"/>
              </a:ext>
            </a:extLst>
          </p:cNvPr>
          <p:cNvSpPr>
            <a:spLocks noGrp="1"/>
          </p:cNvSpPr>
          <p:nvPr>
            <p:ph type="ftr" sz="quarter" idx="3"/>
          </p:nvPr>
        </p:nvSpPr>
        <p:spPr>
          <a:xfrm>
            <a:off x="8372592" y="6413433"/>
            <a:ext cx="2646393" cy="374235"/>
          </a:xfrm>
          <a:prstGeom prst="rect">
            <a:avLst/>
          </a:prstGeom>
        </p:spPr>
        <p:txBody>
          <a:bodyPr vert="horz" lIns="91440" tIns="45720" rIns="91440" bIns="45720" rtlCol="0" anchor="b" anchorCtr="0"/>
          <a:lstStyle>
            <a:lvl1pPr algn="ctr">
              <a:defRPr lang="en-US" sz="933" kern="1200" dirty="0" smtClean="0">
                <a:solidFill>
                  <a:schemeClr val="tx1"/>
                </a:solidFill>
                <a:latin typeface="+mn-lt"/>
                <a:ea typeface="+mn-ea"/>
                <a:cs typeface="+mn-cs"/>
              </a:defRPr>
            </a:lvl1pPr>
          </a:lstStyle>
          <a:p>
            <a:r>
              <a:rPr lang="en-US"/>
              <a:t>ADC Innovation Pipeline |  1-Aug-25</a:t>
            </a:r>
          </a:p>
        </p:txBody>
      </p:sp>
    </p:spTree>
    <p:extLst>
      <p:ext uri="{BB962C8B-B14F-4D97-AF65-F5344CB8AC3E}">
        <p14:creationId xmlns:p14="http://schemas.microsoft.com/office/powerpoint/2010/main" val="769388886"/>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reserve="1" userDrawn="1">
  <p:cSld name="1_Blank Charcoal">
    <p:bg bwMode="auto">
      <p:bgPr>
        <a:solidFill>
          <a:schemeClr val="tx1"/>
        </a:solidFill>
        <a:effectLst/>
      </p:bgPr>
    </p:bg>
    <p:spTree>
      <p:nvGrpSpPr>
        <p:cNvPr id="1" name=""/>
        <p:cNvGrpSpPr/>
        <p:nvPr/>
      </p:nvGrpSpPr>
      <p:grpSpPr>
        <a:xfrm>
          <a:off x="0" y="0"/>
          <a:ext cx="0" cy="0"/>
          <a:chOff x="0" y="0"/>
          <a:chExt cx="0" cy="0"/>
        </a:xfrm>
      </p:grpSpPr>
      <p:sp>
        <p:nvSpPr>
          <p:cNvPr id="10" name="Slide Number Placeholder 9">
            <a:extLst>
              <a:ext uri="{FF2B5EF4-FFF2-40B4-BE49-F238E27FC236}">
                <a16:creationId xmlns:a16="http://schemas.microsoft.com/office/drawing/2014/main" id="{00E02CAF-4CC0-4859-963B-FC187D3CD31C}"/>
              </a:ext>
            </a:extLst>
          </p:cNvPr>
          <p:cNvSpPr>
            <a:spLocks noGrp="1"/>
          </p:cNvSpPr>
          <p:nvPr>
            <p:ph type="sldNum" sz="quarter" idx="12"/>
          </p:nvPr>
        </p:nvSpPr>
        <p:spPr>
          <a:xfrm>
            <a:off x="11092520" y="6419110"/>
            <a:ext cx="554360" cy="366183"/>
          </a:xfrm>
          <a:prstGeom prst="rect">
            <a:avLst/>
          </a:prstGeom>
        </p:spPr>
        <p:txBody>
          <a:bodyPr/>
          <a:lstStyle>
            <a:lvl1pPr>
              <a:defRPr>
                <a:solidFill>
                  <a:schemeClr val="bg2"/>
                </a:solidFill>
              </a:defRPr>
            </a:lvl1pPr>
          </a:lstStyle>
          <a:p>
            <a:pPr>
              <a:defRPr/>
            </a:pPr>
            <a:fld id="{7B2119CD-3B2D-4CEB-B404-D2E3F8CD6D69}" type="slidenum">
              <a:rPr lang="en-IN" smtClean="0"/>
              <a:pPr>
                <a:defRPr/>
              </a:pPr>
              <a:t>‹#›</a:t>
            </a:fld>
            <a:endParaRPr lang="en-IN"/>
          </a:p>
        </p:txBody>
      </p:sp>
      <p:sp>
        <p:nvSpPr>
          <p:cNvPr id="5" name="Content Placeholder 2">
            <a:extLst>
              <a:ext uri="{FF2B5EF4-FFF2-40B4-BE49-F238E27FC236}">
                <a16:creationId xmlns:a16="http://schemas.microsoft.com/office/drawing/2014/main" id="{3D919117-8F29-0B0C-28FB-F46CFA763070}"/>
              </a:ext>
            </a:extLst>
          </p:cNvPr>
          <p:cNvSpPr txBox="1">
            <a:spLocks/>
          </p:cNvSpPr>
          <p:nvPr userDrawn="1"/>
        </p:nvSpPr>
        <p:spPr bwMode="gray">
          <a:xfrm>
            <a:off x="670563" y="6343415"/>
            <a:ext cx="5082732" cy="374895"/>
          </a:xfrm>
          <a:prstGeom prst="rect">
            <a:avLst/>
          </a:prstGeom>
        </p:spPr>
        <p:txBody>
          <a:bodyPr vert="horz" lIns="0" tIns="0" rIns="0" bIns="0" anchor="b" anchorCtr="0"/>
          <a:lstStyle>
            <a:lvl1pPr marL="0" indent="0" algn="l" defTabSz="457200" rtl="0" eaLnBrk="1" latinLnBrk="0" hangingPunct="1">
              <a:spcBef>
                <a:spcPct val="20000"/>
              </a:spcBef>
              <a:buFont typeface="Arial"/>
              <a:buNone/>
              <a:defRPr sz="900" kern="1200">
                <a:solidFill>
                  <a:schemeClr val="tx1"/>
                </a:solidFill>
                <a:latin typeface="Georgia"/>
                <a:ea typeface="+mn-ea"/>
                <a:cs typeface="Georgia"/>
              </a:defRPr>
            </a:lvl1pPr>
            <a:lvl2pPr marL="457200" indent="0" algn="l" defTabSz="457200" rtl="0" eaLnBrk="1" latinLnBrk="0" hangingPunct="1">
              <a:spcBef>
                <a:spcPct val="20000"/>
              </a:spcBef>
              <a:buFont typeface="Arial"/>
              <a:buNone/>
              <a:defRPr sz="900" kern="1200">
                <a:solidFill>
                  <a:schemeClr val="tx1"/>
                </a:solidFill>
                <a:latin typeface="Georgia"/>
                <a:ea typeface="+mn-ea"/>
                <a:cs typeface="Georgia"/>
              </a:defRPr>
            </a:lvl2pPr>
            <a:lvl3pPr marL="914400" indent="0" algn="l" defTabSz="457200" rtl="0" eaLnBrk="1" latinLnBrk="0" hangingPunct="1">
              <a:spcBef>
                <a:spcPct val="20000"/>
              </a:spcBef>
              <a:buFont typeface="Arial"/>
              <a:buNone/>
              <a:defRPr sz="900" kern="1200">
                <a:solidFill>
                  <a:schemeClr val="tx1"/>
                </a:solidFill>
                <a:latin typeface="Georgia"/>
                <a:ea typeface="+mn-ea"/>
                <a:cs typeface="Georgia"/>
              </a:defRPr>
            </a:lvl3pPr>
            <a:lvl4pPr marL="1371600" indent="0" algn="l" defTabSz="457200" rtl="0" eaLnBrk="1" latinLnBrk="0" hangingPunct="1">
              <a:spcBef>
                <a:spcPct val="20000"/>
              </a:spcBef>
              <a:buFont typeface="Arial"/>
              <a:buNone/>
              <a:defRPr sz="900" kern="1200">
                <a:solidFill>
                  <a:schemeClr val="tx1"/>
                </a:solidFill>
                <a:latin typeface="Georgia"/>
                <a:ea typeface="+mn-ea"/>
                <a:cs typeface="Georgia"/>
              </a:defRPr>
            </a:lvl4pPr>
            <a:lvl5pPr marL="1828800" indent="0" algn="l" defTabSz="457200" rtl="0" eaLnBrk="1" latinLnBrk="0" hangingPunct="1">
              <a:spcBef>
                <a:spcPct val="20000"/>
              </a:spcBef>
              <a:buFont typeface="Arial"/>
              <a:buNone/>
              <a:defRPr sz="900" kern="1200">
                <a:solidFill>
                  <a:schemeClr val="tx1"/>
                </a:solidFill>
                <a:latin typeface="Georgia"/>
                <a:ea typeface="+mn-ea"/>
                <a:cs typeface="Georgia"/>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l" defTabSz="609555" rtl="0" eaLnBrk="1" fontAlgn="auto" latinLnBrk="0" hangingPunct="1">
              <a:lnSpc>
                <a:spcPct val="100000"/>
              </a:lnSpc>
              <a:spcBef>
                <a:spcPts val="0"/>
              </a:spcBef>
              <a:spcAft>
                <a:spcPts val="0"/>
              </a:spcAft>
              <a:buClrTx/>
              <a:buSzTx/>
              <a:buFont typeface="Arial"/>
              <a:buNone/>
              <a:tabLst/>
              <a:defRPr/>
            </a:pPr>
            <a:r>
              <a:rPr lang="en-US" sz="933" kern="1200">
                <a:solidFill>
                  <a:schemeClr val="bg2"/>
                </a:solidFill>
                <a:latin typeface="+mn-lt"/>
                <a:ea typeface="+mn-ea"/>
                <a:cs typeface="Calibri" panose="020F0502020204030204" pitchFamily="34" charset="0"/>
              </a:rPr>
              <a:t>The sensor housing, </a:t>
            </a:r>
            <a:r>
              <a:rPr lang="en-US" sz="933" kern="1200" err="1">
                <a:solidFill>
                  <a:schemeClr val="bg2"/>
                </a:solidFill>
                <a:latin typeface="+mn-lt"/>
                <a:ea typeface="+mn-ea"/>
                <a:cs typeface="Calibri" panose="020F0502020204030204" pitchFamily="34" charset="0"/>
              </a:rPr>
              <a:t>FreeStyle</a:t>
            </a:r>
            <a:r>
              <a:rPr lang="en-US" sz="933" kern="1200">
                <a:solidFill>
                  <a:schemeClr val="bg2"/>
                </a:solidFill>
                <a:latin typeface="+mn-lt"/>
                <a:ea typeface="+mn-ea"/>
                <a:cs typeface="Calibri" panose="020F0502020204030204" pitchFamily="34" charset="0"/>
              </a:rPr>
              <a:t>, Libre, and related brand marks are marks of Abbott.</a:t>
            </a:r>
          </a:p>
          <a:p>
            <a:pPr>
              <a:spcBef>
                <a:spcPts val="0"/>
              </a:spcBef>
            </a:pPr>
            <a:r>
              <a:rPr lang="en-US" sz="933" kern="1200">
                <a:solidFill>
                  <a:schemeClr val="bg2"/>
                </a:solidFill>
                <a:latin typeface="+mn-lt"/>
                <a:ea typeface="+mn-ea"/>
                <a:cs typeface="Calibri" panose="020F0502020204030204" pitchFamily="34" charset="0"/>
              </a:rPr>
              <a:t>Proprietary and confidential — do not distribute. ADC-XXXXX v1.0</a:t>
            </a:r>
          </a:p>
        </p:txBody>
      </p:sp>
      <p:sp>
        <p:nvSpPr>
          <p:cNvPr id="2" name="Footer Placeholder 4">
            <a:extLst>
              <a:ext uri="{FF2B5EF4-FFF2-40B4-BE49-F238E27FC236}">
                <a16:creationId xmlns:a16="http://schemas.microsoft.com/office/drawing/2014/main" id="{D84C9EA5-F26A-5747-4675-1E6FDBFF7965}"/>
              </a:ext>
            </a:extLst>
          </p:cNvPr>
          <p:cNvSpPr>
            <a:spLocks noGrp="1"/>
          </p:cNvSpPr>
          <p:nvPr>
            <p:ph type="ftr" sz="quarter" idx="3"/>
          </p:nvPr>
        </p:nvSpPr>
        <p:spPr>
          <a:xfrm>
            <a:off x="8372592" y="6413433"/>
            <a:ext cx="2646393" cy="374235"/>
          </a:xfrm>
          <a:prstGeom prst="rect">
            <a:avLst/>
          </a:prstGeom>
        </p:spPr>
        <p:txBody>
          <a:bodyPr vert="horz" lIns="91440" tIns="45720" rIns="91440" bIns="45720" rtlCol="0" anchor="b" anchorCtr="0"/>
          <a:lstStyle>
            <a:lvl1pPr algn="ctr">
              <a:defRPr lang="en-US" sz="933" kern="1200" dirty="0" smtClean="0">
                <a:solidFill>
                  <a:schemeClr val="bg1"/>
                </a:solidFill>
                <a:latin typeface="+mn-lt"/>
                <a:ea typeface="+mn-ea"/>
                <a:cs typeface="+mn-cs"/>
              </a:defRPr>
            </a:lvl1pPr>
          </a:lstStyle>
          <a:p>
            <a:r>
              <a:rPr lang="en-US"/>
              <a:t>ADC Innovation Pipeline |  1-Aug-25</a:t>
            </a:r>
          </a:p>
        </p:txBody>
      </p:sp>
    </p:spTree>
    <p:extLst>
      <p:ext uri="{BB962C8B-B14F-4D97-AF65-F5344CB8AC3E}">
        <p14:creationId xmlns:p14="http://schemas.microsoft.com/office/powerpoint/2010/main" val="111577746"/>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userDrawn="1">
  <p:cSld name="Don't use">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baseline="0"/>
            </a:lvl1pPr>
          </a:lstStyle>
          <a:p>
            <a:r>
              <a:rPr lang="en-US"/>
              <a:t>Format Obsolete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4">
            <a:extLst>
              <a:ext uri="{FF2B5EF4-FFF2-40B4-BE49-F238E27FC236}">
                <a16:creationId xmlns:a16="http://schemas.microsoft.com/office/drawing/2014/main" id="{D7417368-F1FA-96A7-A0AA-F2591D5EDC73}"/>
              </a:ext>
            </a:extLst>
          </p:cNvPr>
          <p:cNvSpPr>
            <a:spLocks noGrp="1"/>
          </p:cNvSpPr>
          <p:nvPr>
            <p:ph type="sldNum" sz="quarter" idx="18"/>
          </p:nvPr>
        </p:nvSpPr>
        <p:spPr>
          <a:xfrm>
            <a:off x="11092520" y="6419110"/>
            <a:ext cx="554360" cy="366183"/>
          </a:xfrm>
          <a:prstGeom prst="rect">
            <a:avLst/>
          </a:prstGeom>
        </p:spPr>
        <p:txBody>
          <a:bodyPr/>
          <a:lstStyle/>
          <a:p>
            <a:pPr>
              <a:defRPr/>
            </a:pPr>
            <a:fld id="{7B2119CD-3B2D-4CEB-B404-D2E3F8CD6D69}" type="slidenum">
              <a:rPr lang="en-IN" smtClean="0"/>
              <a:pPr>
                <a:defRPr/>
              </a:pPr>
              <a:t>‹#›</a:t>
            </a:fld>
            <a:endParaRPr lang="en-IN"/>
          </a:p>
        </p:txBody>
      </p:sp>
      <p:sp>
        <p:nvSpPr>
          <p:cNvPr id="8" name="Footer Placeholder 4">
            <a:extLst>
              <a:ext uri="{FF2B5EF4-FFF2-40B4-BE49-F238E27FC236}">
                <a16:creationId xmlns:a16="http://schemas.microsoft.com/office/drawing/2014/main" id="{AEA19CDF-8B19-A956-FE1E-325B9DD36B22}"/>
              </a:ext>
            </a:extLst>
          </p:cNvPr>
          <p:cNvSpPr>
            <a:spLocks noGrp="1"/>
          </p:cNvSpPr>
          <p:nvPr>
            <p:ph type="ftr" sz="quarter" idx="3"/>
          </p:nvPr>
        </p:nvSpPr>
        <p:spPr>
          <a:xfrm>
            <a:off x="8372592" y="6413433"/>
            <a:ext cx="2646393" cy="374235"/>
          </a:xfrm>
          <a:prstGeom prst="rect">
            <a:avLst/>
          </a:prstGeom>
        </p:spPr>
        <p:txBody>
          <a:bodyPr vert="horz" lIns="91440" tIns="45720" rIns="91440" bIns="45720" rtlCol="0" anchor="b" anchorCtr="0"/>
          <a:lstStyle>
            <a:lvl1pPr algn="ctr">
              <a:defRPr lang="en-US" sz="933" kern="1200" dirty="0" smtClean="0">
                <a:solidFill>
                  <a:schemeClr val="tx1"/>
                </a:solidFill>
                <a:latin typeface="+mn-lt"/>
                <a:ea typeface="+mn-ea"/>
                <a:cs typeface="+mn-cs"/>
              </a:defRPr>
            </a:lvl1pPr>
          </a:lstStyle>
          <a:p>
            <a:r>
              <a:rPr lang="en-US"/>
              <a:t>ADC Innovation Pipeline |  1-Aug-25</a:t>
            </a:r>
          </a:p>
        </p:txBody>
      </p:sp>
    </p:spTree>
    <p:extLst>
      <p:ext uri="{BB962C8B-B14F-4D97-AF65-F5344CB8AC3E}">
        <p14:creationId xmlns:p14="http://schemas.microsoft.com/office/powerpoint/2010/main" val="1495590602"/>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userDrawn="1">
  <p:cSld name="10_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70560" y="800101"/>
            <a:ext cx="10850880" cy="476251"/>
          </a:xfrm>
        </p:spPr>
        <p:txBody>
          <a:bodyPr/>
          <a:lstStyle>
            <a:lvl1pPr>
              <a:defRPr cap="none" baseline="0"/>
            </a:lvl1pPr>
          </a:lstStyle>
          <a:p>
            <a:r>
              <a:rPr lang="en-US"/>
              <a:t>Click to edit master title style</a:t>
            </a:r>
          </a:p>
        </p:txBody>
      </p:sp>
      <p:sp>
        <p:nvSpPr>
          <p:cNvPr id="3" name="Content Placeholder 2"/>
          <p:cNvSpPr>
            <a:spLocks noGrp="1"/>
          </p:cNvSpPr>
          <p:nvPr>
            <p:ph idx="1" hasCustomPrompt="1"/>
          </p:nvPr>
        </p:nvSpPr>
        <p:spPr>
          <a:xfrm>
            <a:off x="670560" y="1462088"/>
            <a:ext cx="10850880" cy="4754880"/>
          </a:xfrm>
        </p:spPr>
        <p:txBody>
          <a:bodyPr/>
          <a:lstStyle>
            <a:lvl2pPr>
              <a:defRPr sz="2133"/>
            </a:lvl2pPr>
            <a:lvl3pPr marL="465631" indent="-237049">
              <a:tabLst/>
              <a:defRPr sz="1867"/>
            </a:lvl3pPr>
            <a:lvl4pPr>
              <a:defRPr sz="1600"/>
            </a:lvl4pPr>
            <a:lvl5pPr>
              <a:defRPr sz="1600"/>
            </a:lvl5pPr>
          </a:lstStyle>
          <a:p>
            <a:pPr lvl="0"/>
            <a:r>
              <a:rPr lang="en-US"/>
              <a:t>CLICK TO EDIT MASTER TEXT STYLES</a:t>
            </a:r>
          </a:p>
          <a:p>
            <a:pPr lvl="1"/>
            <a:r>
              <a:rPr lang="en-US"/>
              <a:t>First level</a:t>
            </a:r>
          </a:p>
          <a:p>
            <a:pPr lvl="2"/>
            <a:r>
              <a:rPr lang="en-US"/>
              <a:t>Second level</a:t>
            </a:r>
          </a:p>
          <a:p>
            <a:pPr lvl="3"/>
            <a:r>
              <a:rPr lang="en-US"/>
              <a:t>Third level</a:t>
            </a:r>
          </a:p>
          <a:p>
            <a:pPr lvl="4"/>
            <a:r>
              <a:rPr lang="en-US"/>
              <a:t>Fourth level</a:t>
            </a:r>
          </a:p>
        </p:txBody>
      </p:sp>
      <p:sp>
        <p:nvSpPr>
          <p:cNvPr id="10" name="Text Placeholder 9">
            <a:extLst>
              <a:ext uri="{FF2B5EF4-FFF2-40B4-BE49-F238E27FC236}">
                <a16:creationId xmlns:a16="http://schemas.microsoft.com/office/drawing/2014/main" id="{E16D6E74-3911-4251-9210-E9AF0CB4653E}"/>
              </a:ext>
            </a:extLst>
          </p:cNvPr>
          <p:cNvSpPr>
            <a:spLocks noGrp="1"/>
          </p:cNvSpPr>
          <p:nvPr>
            <p:ph type="body" sz="quarter" idx="10"/>
          </p:nvPr>
        </p:nvSpPr>
        <p:spPr>
          <a:xfrm>
            <a:off x="670565" y="451287"/>
            <a:ext cx="6989233" cy="333489"/>
          </a:xfrm>
        </p:spPr>
        <p:txBody>
          <a:bodyPr wrap="square">
            <a:spAutoFit/>
          </a:bodyPr>
          <a:lstStyle>
            <a:lvl1pPr>
              <a:defRPr sz="1867" b="0" cap="all" spc="200" baseline="0">
                <a:solidFill>
                  <a:schemeClr val="tx2"/>
                </a:solidFill>
              </a:defRPr>
            </a:lvl1pPr>
            <a:lvl2pPr marL="0" indent="0">
              <a:buNone/>
              <a:defRPr/>
            </a:lvl2pPr>
          </a:lstStyle>
          <a:p>
            <a:pPr lvl="0"/>
            <a:r>
              <a:rPr lang="en-US"/>
              <a:t>Click to edit Master text styles</a:t>
            </a:r>
          </a:p>
        </p:txBody>
      </p:sp>
      <p:sp>
        <p:nvSpPr>
          <p:cNvPr id="4" name="Slide Number Placeholder 4">
            <a:extLst>
              <a:ext uri="{FF2B5EF4-FFF2-40B4-BE49-F238E27FC236}">
                <a16:creationId xmlns:a16="http://schemas.microsoft.com/office/drawing/2014/main" id="{ADAAB8FD-B1BB-CC5E-88FD-76CAC879130B}"/>
              </a:ext>
            </a:extLst>
          </p:cNvPr>
          <p:cNvSpPr>
            <a:spLocks noGrp="1"/>
          </p:cNvSpPr>
          <p:nvPr>
            <p:ph type="sldNum" sz="quarter" idx="18"/>
          </p:nvPr>
        </p:nvSpPr>
        <p:spPr>
          <a:xfrm>
            <a:off x="11092520" y="6419110"/>
            <a:ext cx="554360" cy="366183"/>
          </a:xfrm>
          <a:prstGeom prst="rect">
            <a:avLst/>
          </a:prstGeom>
        </p:spPr>
        <p:txBody>
          <a:bodyPr/>
          <a:lstStyle/>
          <a:p>
            <a:pPr>
              <a:defRPr/>
            </a:pPr>
            <a:fld id="{7B2119CD-3B2D-4CEB-B404-D2E3F8CD6D69}" type="slidenum">
              <a:rPr lang="en-IN" smtClean="0"/>
              <a:pPr>
                <a:defRPr/>
              </a:pPr>
              <a:t>‹#›</a:t>
            </a:fld>
            <a:endParaRPr lang="en-IN"/>
          </a:p>
        </p:txBody>
      </p:sp>
      <p:sp>
        <p:nvSpPr>
          <p:cNvPr id="8" name="Footer Placeholder 4">
            <a:extLst>
              <a:ext uri="{FF2B5EF4-FFF2-40B4-BE49-F238E27FC236}">
                <a16:creationId xmlns:a16="http://schemas.microsoft.com/office/drawing/2014/main" id="{3ABB4BD4-6EEA-EFDF-10AA-6D82ABC74FB2}"/>
              </a:ext>
            </a:extLst>
          </p:cNvPr>
          <p:cNvSpPr>
            <a:spLocks noGrp="1"/>
          </p:cNvSpPr>
          <p:nvPr>
            <p:ph type="ftr" sz="quarter" idx="3"/>
          </p:nvPr>
        </p:nvSpPr>
        <p:spPr>
          <a:xfrm>
            <a:off x="8372592" y="6413433"/>
            <a:ext cx="2646393" cy="374235"/>
          </a:xfrm>
          <a:prstGeom prst="rect">
            <a:avLst/>
          </a:prstGeom>
        </p:spPr>
        <p:txBody>
          <a:bodyPr vert="horz" lIns="91440" tIns="45720" rIns="91440" bIns="45720" rtlCol="0" anchor="b" anchorCtr="0"/>
          <a:lstStyle>
            <a:lvl1pPr algn="ctr">
              <a:defRPr lang="en-US" sz="933" kern="1200" dirty="0" smtClean="0">
                <a:solidFill>
                  <a:schemeClr val="tx1"/>
                </a:solidFill>
                <a:latin typeface="+mn-lt"/>
                <a:ea typeface="+mn-ea"/>
                <a:cs typeface="+mn-cs"/>
              </a:defRPr>
            </a:lvl1pPr>
          </a:lstStyle>
          <a:p>
            <a:r>
              <a:rPr lang="en-US"/>
              <a:t>ADC Innovation Pipeline |  1-Aug-25</a:t>
            </a:r>
          </a:p>
        </p:txBody>
      </p:sp>
    </p:spTree>
    <p:extLst>
      <p:ext uri="{BB962C8B-B14F-4D97-AF65-F5344CB8AC3E}">
        <p14:creationId xmlns:p14="http://schemas.microsoft.com/office/powerpoint/2010/main" val="3399358865"/>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userDrawn="1">
  <p:cSld name="1_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70560" y="365760"/>
            <a:ext cx="10972800" cy="914400"/>
          </a:xfrm>
        </p:spPr>
        <p:txBody>
          <a:bodyPr/>
          <a:lstStyle>
            <a:lvl1pPr>
              <a:defRPr cap="none"/>
            </a:lvl1pPr>
          </a:lstStyle>
          <a:p>
            <a:r>
              <a:rPr lang="en-US"/>
              <a:t>Click to edit master title style</a:t>
            </a:r>
          </a:p>
        </p:txBody>
      </p:sp>
      <p:sp>
        <p:nvSpPr>
          <p:cNvPr id="6" name="Slide Number Placeholder 4">
            <a:extLst>
              <a:ext uri="{FF2B5EF4-FFF2-40B4-BE49-F238E27FC236}">
                <a16:creationId xmlns:a16="http://schemas.microsoft.com/office/drawing/2014/main" id="{3125DAB0-DA33-33FD-530E-2D3D4EDD6DCC}"/>
              </a:ext>
            </a:extLst>
          </p:cNvPr>
          <p:cNvSpPr>
            <a:spLocks noGrp="1"/>
          </p:cNvSpPr>
          <p:nvPr>
            <p:ph type="sldNum" sz="quarter" idx="18"/>
          </p:nvPr>
        </p:nvSpPr>
        <p:spPr>
          <a:xfrm>
            <a:off x="11092520" y="6419110"/>
            <a:ext cx="554360" cy="366183"/>
          </a:xfrm>
          <a:prstGeom prst="rect">
            <a:avLst/>
          </a:prstGeom>
        </p:spPr>
        <p:txBody>
          <a:bodyPr/>
          <a:lstStyle/>
          <a:p>
            <a:pPr>
              <a:defRPr/>
            </a:pPr>
            <a:fld id="{7B2119CD-3B2D-4CEB-B404-D2E3F8CD6D69}" type="slidenum">
              <a:rPr lang="en-IN" smtClean="0"/>
              <a:pPr>
                <a:defRPr/>
              </a:pPr>
              <a:t>‹#›</a:t>
            </a:fld>
            <a:endParaRPr lang="en-IN"/>
          </a:p>
        </p:txBody>
      </p:sp>
      <p:sp>
        <p:nvSpPr>
          <p:cNvPr id="7" name="Footer Placeholder 4">
            <a:extLst>
              <a:ext uri="{FF2B5EF4-FFF2-40B4-BE49-F238E27FC236}">
                <a16:creationId xmlns:a16="http://schemas.microsoft.com/office/drawing/2014/main" id="{85103995-BB55-5894-86AC-24E72F70657F}"/>
              </a:ext>
            </a:extLst>
          </p:cNvPr>
          <p:cNvSpPr>
            <a:spLocks noGrp="1"/>
          </p:cNvSpPr>
          <p:nvPr>
            <p:ph type="ftr" sz="quarter" idx="3"/>
          </p:nvPr>
        </p:nvSpPr>
        <p:spPr>
          <a:xfrm>
            <a:off x="8372592" y="6413433"/>
            <a:ext cx="2646393" cy="374235"/>
          </a:xfrm>
          <a:prstGeom prst="rect">
            <a:avLst/>
          </a:prstGeom>
        </p:spPr>
        <p:txBody>
          <a:bodyPr vert="horz" lIns="91440" tIns="45720" rIns="91440" bIns="45720" rtlCol="0" anchor="b" anchorCtr="0"/>
          <a:lstStyle>
            <a:lvl1pPr algn="ctr">
              <a:defRPr lang="en-US" sz="933" kern="1200" dirty="0" smtClean="0">
                <a:solidFill>
                  <a:schemeClr val="tx1"/>
                </a:solidFill>
                <a:latin typeface="+mn-lt"/>
                <a:ea typeface="+mn-ea"/>
                <a:cs typeface="+mn-cs"/>
              </a:defRPr>
            </a:lvl1pPr>
          </a:lstStyle>
          <a:p>
            <a:r>
              <a:rPr lang="en-US"/>
              <a:t>ADC Innovation Pipeline |  1-Aug-25</a:t>
            </a:r>
          </a:p>
        </p:txBody>
      </p:sp>
    </p:spTree>
    <p:extLst>
      <p:ext uri="{BB962C8B-B14F-4D97-AF65-F5344CB8AC3E}">
        <p14:creationId xmlns:p14="http://schemas.microsoft.com/office/powerpoint/2010/main" val="223493761"/>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08003" y="228600"/>
            <a:ext cx="11172444" cy="533400"/>
          </a:xfrm>
        </p:spPr>
        <p:txBody>
          <a:bodyPr/>
          <a:lstStyle>
            <a:lvl1pPr>
              <a:defRPr baseline="0"/>
            </a:lvl1pPr>
          </a:lstStyle>
          <a:p>
            <a:r>
              <a:rPr lang="en-US"/>
              <a:t>CLICK TO EDIT MASTER TITLE STYLE</a:t>
            </a:r>
          </a:p>
        </p:txBody>
      </p:sp>
      <p:sp>
        <p:nvSpPr>
          <p:cNvPr id="3" name="Content Placeholder 2"/>
          <p:cNvSpPr>
            <a:spLocks noGrp="1"/>
          </p:cNvSpPr>
          <p:nvPr>
            <p:ph idx="1"/>
          </p:nvPr>
        </p:nvSpPr>
        <p:spPr>
          <a:xfrm>
            <a:off x="520703" y="762004"/>
            <a:ext cx="11159744" cy="559435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4">
            <a:extLst>
              <a:ext uri="{FF2B5EF4-FFF2-40B4-BE49-F238E27FC236}">
                <a16:creationId xmlns:a16="http://schemas.microsoft.com/office/drawing/2014/main" id="{C6C2764A-6E3F-F70E-B027-371E872461BD}"/>
              </a:ext>
            </a:extLst>
          </p:cNvPr>
          <p:cNvSpPr>
            <a:spLocks noGrp="1"/>
          </p:cNvSpPr>
          <p:nvPr>
            <p:ph type="sldNum" sz="quarter" idx="18"/>
          </p:nvPr>
        </p:nvSpPr>
        <p:spPr>
          <a:xfrm>
            <a:off x="11092520" y="6419110"/>
            <a:ext cx="554360" cy="366183"/>
          </a:xfrm>
          <a:prstGeom prst="rect">
            <a:avLst/>
          </a:prstGeom>
        </p:spPr>
        <p:txBody>
          <a:bodyPr/>
          <a:lstStyle/>
          <a:p>
            <a:pPr>
              <a:defRPr/>
            </a:pPr>
            <a:fld id="{7B2119CD-3B2D-4CEB-B404-D2E3F8CD6D69}" type="slidenum">
              <a:rPr lang="en-IN" smtClean="0"/>
              <a:pPr>
                <a:defRPr/>
              </a:pPr>
              <a:t>‹#›</a:t>
            </a:fld>
            <a:endParaRPr lang="en-IN"/>
          </a:p>
        </p:txBody>
      </p:sp>
      <p:sp>
        <p:nvSpPr>
          <p:cNvPr id="8" name="Footer Placeholder 4">
            <a:extLst>
              <a:ext uri="{FF2B5EF4-FFF2-40B4-BE49-F238E27FC236}">
                <a16:creationId xmlns:a16="http://schemas.microsoft.com/office/drawing/2014/main" id="{7BCC6195-3FB0-ABD5-82D4-7E35E0A5B459}"/>
              </a:ext>
            </a:extLst>
          </p:cNvPr>
          <p:cNvSpPr>
            <a:spLocks noGrp="1"/>
          </p:cNvSpPr>
          <p:nvPr>
            <p:ph type="ftr" sz="quarter" idx="3"/>
          </p:nvPr>
        </p:nvSpPr>
        <p:spPr>
          <a:xfrm>
            <a:off x="8372592" y="6413433"/>
            <a:ext cx="2646393" cy="374235"/>
          </a:xfrm>
          <a:prstGeom prst="rect">
            <a:avLst/>
          </a:prstGeom>
        </p:spPr>
        <p:txBody>
          <a:bodyPr vert="horz" lIns="91440" tIns="45720" rIns="91440" bIns="45720" rtlCol="0" anchor="b" anchorCtr="0"/>
          <a:lstStyle>
            <a:lvl1pPr algn="ctr">
              <a:defRPr lang="en-US" sz="933" kern="1200" dirty="0" smtClean="0">
                <a:solidFill>
                  <a:schemeClr val="tx1"/>
                </a:solidFill>
                <a:latin typeface="+mn-lt"/>
                <a:ea typeface="+mn-ea"/>
                <a:cs typeface="+mn-cs"/>
              </a:defRPr>
            </a:lvl1pPr>
          </a:lstStyle>
          <a:p>
            <a:r>
              <a:rPr lang="en-US"/>
              <a:t>ADC Innovation Pipeline |  1-Aug-25</a:t>
            </a:r>
          </a:p>
        </p:txBody>
      </p:sp>
    </p:spTree>
    <p:extLst>
      <p:ext uri="{BB962C8B-B14F-4D97-AF65-F5344CB8AC3E}">
        <p14:creationId xmlns:p14="http://schemas.microsoft.com/office/powerpoint/2010/main" val="3745401179"/>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obj">
  <p:cSld name="2_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653625" y="2973015"/>
            <a:ext cx="4958080" cy="553999"/>
          </a:xfrm>
          <a:prstGeom prst="rect">
            <a:avLst/>
          </a:prstGeom>
        </p:spPr>
        <p:txBody>
          <a:bodyPr wrap="square" lIns="0" tIns="0" rIns="0" bIns="0">
            <a:spAutoFit/>
          </a:bodyPr>
          <a:lstStyle>
            <a:lvl1pPr>
              <a:defRPr sz="4000" b="0" i="0">
                <a:solidFill>
                  <a:srgbClr val="212730"/>
                </a:solidFill>
                <a:latin typeface="Calibri"/>
                <a:cs typeface="Calibri"/>
              </a:defRPr>
            </a:lvl1pPr>
          </a:lstStyle>
          <a:p>
            <a:endParaRPr/>
          </a:p>
        </p:txBody>
      </p:sp>
      <p:sp>
        <p:nvSpPr>
          <p:cNvPr id="3" name="Holder 3"/>
          <p:cNvSpPr>
            <a:spLocks noGrp="1"/>
          </p:cNvSpPr>
          <p:nvPr>
            <p:ph type="subTitle" idx="4"/>
          </p:nvPr>
        </p:nvSpPr>
        <p:spPr>
          <a:xfrm>
            <a:off x="1828800" y="3840482"/>
            <a:ext cx="8534400" cy="328295"/>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a:xfrm>
            <a:off x="8372590" y="6413433"/>
            <a:ext cx="2646393" cy="374235"/>
          </a:xfrm>
          <a:prstGeom prst="rect">
            <a:avLst/>
          </a:prstGeom>
        </p:spPr>
        <p:txBody>
          <a:bodyPr lIns="0" tIns="0" rIns="0" bIns="0"/>
          <a:lstStyle>
            <a:lvl1pPr>
              <a:defRPr sz="933" b="0" i="0">
                <a:solidFill>
                  <a:srgbClr val="212730"/>
                </a:solidFill>
                <a:latin typeface="Calibri Light"/>
                <a:cs typeface="Calibri Light"/>
              </a:defRPr>
            </a:lvl1pPr>
          </a:lstStyle>
          <a:p>
            <a:pPr marL="16933">
              <a:lnSpc>
                <a:spcPts val="1013"/>
              </a:lnSpc>
            </a:pPr>
            <a:r>
              <a:rPr lang="en-US"/>
              <a:t>ADC Innovation Pipeline |  1-Aug-25</a:t>
            </a:r>
            <a:endParaRPr lang="en-US" spc="-27"/>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a:xfrm>
            <a:off x="11092520" y="6419110"/>
            <a:ext cx="554360" cy="366183"/>
          </a:xfrm>
          <a:prstGeom prst="rect">
            <a:avLst/>
          </a:prstGeom>
        </p:spPr>
        <p:txBody>
          <a:bodyPr lIns="0" tIns="0" rIns="0" bIns="0"/>
          <a:lstStyle>
            <a:lvl1pPr>
              <a:defRPr sz="933" b="0" i="0">
                <a:solidFill>
                  <a:srgbClr val="212730"/>
                </a:solidFill>
                <a:latin typeface="Calibri Light"/>
                <a:cs typeface="Calibri Light"/>
              </a:defRPr>
            </a:lvl1pPr>
          </a:lstStyle>
          <a:p>
            <a:pPr marL="50797">
              <a:lnSpc>
                <a:spcPts val="1013"/>
              </a:lnSpc>
            </a:pPr>
            <a:fld id="{81D60167-4931-47E6-BA6A-407CBD079E47}" type="slidenum">
              <a:rPr lang="en-US" spc="-67" smtClean="0"/>
              <a:pPr marL="50797">
                <a:lnSpc>
                  <a:spcPts val="1013"/>
                </a:lnSpc>
              </a:pPr>
              <a:t>‹#›</a:t>
            </a:fld>
            <a:endParaRPr lang="en-US" spc="-67"/>
          </a:p>
        </p:txBody>
      </p:sp>
    </p:spTree>
    <p:extLst>
      <p:ext uri="{BB962C8B-B14F-4D97-AF65-F5344CB8AC3E}">
        <p14:creationId xmlns:p14="http://schemas.microsoft.com/office/powerpoint/2010/main" val="3895061363"/>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obj">
  <p:cSld name="4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81D83F-6555-BFE3-9D6A-662D4316AD4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1109CE2-E02A-C1AD-DE95-8B80FE4D363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82C6D21-B27C-9249-C8DC-BC0C89463E13}"/>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77885942-BB39-CF91-E668-901E5AB55044}"/>
              </a:ext>
            </a:extLst>
          </p:cNvPr>
          <p:cNvSpPr>
            <a:spLocks noGrp="1"/>
          </p:cNvSpPr>
          <p:nvPr>
            <p:ph type="ftr" sz="quarter" idx="11"/>
          </p:nvPr>
        </p:nvSpPr>
        <p:spPr>
          <a:xfrm>
            <a:off x="8372590" y="6413433"/>
            <a:ext cx="2646393" cy="374235"/>
          </a:xfrm>
          <a:prstGeom prst="rect">
            <a:avLst/>
          </a:prstGeom>
        </p:spPr>
        <p:txBody>
          <a:bodyPr/>
          <a:lstStyle/>
          <a:p>
            <a:r>
              <a:rPr lang="en-US"/>
              <a:t>ADC Innovation Pipeline |  1-Aug-25</a:t>
            </a:r>
          </a:p>
        </p:txBody>
      </p:sp>
      <p:sp>
        <p:nvSpPr>
          <p:cNvPr id="6" name="Slide Number Placeholder 5">
            <a:extLst>
              <a:ext uri="{FF2B5EF4-FFF2-40B4-BE49-F238E27FC236}">
                <a16:creationId xmlns:a16="http://schemas.microsoft.com/office/drawing/2014/main" id="{9DF7F037-9D8D-83B6-1DB7-63751FDE2678}"/>
              </a:ext>
            </a:extLst>
          </p:cNvPr>
          <p:cNvSpPr>
            <a:spLocks noGrp="1"/>
          </p:cNvSpPr>
          <p:nvPr>
            <p:ph type="sldNum" sz="quarter" idx="12"/>
          </p:nvPr>
        </p:nvSpPr>
        <p:spPr>
          <a:xfrm>
            <a:off x="11092520" y="6419110"/>
            <a:ext cx="554360" cy="366183"/>
          </a:xfrm>
          <a:prstGeom prst="rect">
            <a:avLst/>
          </a:prstGeom>
        </p:spPr>
        <p:txBody>
          <a:bodyPr/>
          <a:lstStyle/>
          <a:p>
            <a:fld id="{3411A20C-ADAB-4824-AE89-FDD67C15D11C}" type="slidenum">
              <a:rPr lang="en-US" smtClean="0"/>
              <a:t>‹#›</a:t>
            </a:fld>
            <a:endParaRPr lang="en-US"/>
          </a:p>
        </p:txBody>
      </p:sp>
    </p:spTree>
    <p:extLst>
      <p:ext uri="{BB962C8B-B14F-4D97-AF65-F5344CB8AC3E}">
        <p14:creationId xmlns:p14="http://schemas.microsoft.com/office/powerpoint/2010/main" val="108018177"/>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userDrawn="1">
  <p:cSld name="6_Title and Content">
    <p:spTree>
      <p:nvGrpSpPr>
        <p:cNvPr id="1" name=""/>
        <p:cNvGrpSpPr/>
        <p:nvPr/>
      </p:nvGrpSpPr>
      <p:grpSpPr>
        <a:xfrm>
          <a:off x="0" y="0"/>
          <a:ext cx="0" cy="0"/>
          <a:chOff x="0" y="0"/>
          <a:chExt cx="0" cy="0"/>
        </a:xfrm>
      </p:grpSpPr>
      <p:sp>
        <p:nvSpPr>
          <p:cNvPr id="9" name="Text Placeholder 8"/>
          <p:cNvSpPr>
            <a:spLocks noGrp="1"/>
          </p:cNvSpPr>
          <p:nvPr>
            <p:ph type="body" sz="quarter" idx="10"/>
          </p:nvPr>
        </p:nvSpPr>
        <p:spPr>
          <a:xfrm>
            <a:off x="2229591" y="1312864"/>
            <a:ext cx="9433812" cy="4414609"/>
          </a:xfrm>
        </p:spPr>
        <p:txBody>
          <a:bodyPr lIns="0" tIns="0" rIns="0" bIns="0"/>
          <a:lstStyle>
            <a:lvl5pPr marL="1558181" indent="0">
              <a:buNone/>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itle Placeholder 1"/>
          <p:cNvSpPr>
            <a:spLocks noGrp="1"/>
          </p:cNvSpPr>
          <p:nvPr>
            <p:ph type="title"/>
          </p:nvPr>
        </p:nvSpPr>
        <p:spPr>
          <a:xfrm>
            <a:off x="471108" y="179116"/>
            <a:ext cx="11222987" cy="739515"/>
          </a:xfrm>
          <a:prstGeom prst="rect">
            <a:avLst/>
          </a:prstGeom>
        </p:spPr>
        <p:txBody>
          <a:bodyPr vert="horz" lIns="0" tIns="0" rIns="0" bIns="0" rtlCol="0" anchor="b">
            <a:noAutofit/>
          </a:bodyPr>
          <a:lstStyle/>
          <a:p>
            <a:r>
              <a:rPr lang="en-US"/>
              <a:t>Click to edit Master title style</a:t>
            </a:r>
          </a:p>
        </p:txBody>
      </p:sp>
      <p:sp>
        <p:nvSpPr>
          <p:cNvPr id="7" name="Slide Number Placeholder 5"/>
          <p:cNvSpPr>
            <a:spLocks noGrp="1"/>
          </p:cNvSpPr>
          <p:nvPr>
            <p:ph type="sldNum" sz="quarter" idx="4"/>
          </p:nvPr>
        </p:nvSpPr>
        <p:spPr>
          <a:xfrm>
            <a:off x="4205980" y="6588256"/>
            <a:ext cx="3786296" cy="244475"/>
          </a:xfrm>
          <a:prstGeom prst="rect">
            <a:avLst/>
          </a:prstGeom>
        </p:spPr>
        <p:txBody>
          <a:bodyPr lIns="91433" tIns="45716" rIns="91433" bIns="45716"/>
          <a:lstStyle>
            <a:lvl1pPr algn="ctr">
              <a:defRPr sz="681">
                <a:solidFill>
                  <a:schemeClr val="accent1"/>
                </a:solidFill>
                <a:latin typeface="+mj-lt"/>
                <a:cs typeface="Arial" pitchFamily="34" charset="0"/>
              </a:defRPr>
            </a:lvl1pPr>
          </a:lstStyle>
          <a:p>
            <a:r>
              <a:rPr lang="en-US"/>
              <a:t>Page </a:t>
            </a:r>
            <a:fld id="{6A4B5190-1D58-4342-9B4C-9A48ED405F13}" type="slidenum">
              <a:rPr lang="en-US" smtClean="0"/>
              <a:pPr/>
              <a:t>‹#›</a:t>
            </a:fld>
            <a:r>
              <a:rPr lang="en-US"/>
              <a:t> of [insert total page count here]</a:t>
            </a:r>
          </a:p>
        </p:txBody>
      </p:sp>
    </p:spTree>
    <p:extLst>
      <p:ext uri="{BB962C8B-B14F-4D97-AF65-F5344CB8AC3E}">
        <p14:creationId xmlns:p14="http://schemas.microsoft.com/office/powerpoint/2010/main" val="4216240634"/>
      </p:ext>
    </p:extLst>
  </p:cSld>
  <p:clrMapOvr>
    <a:masterClrMapping/>
  </p:clrMapOvr>
  <p:extLst>
    <p:ext uri="{DCECCB84-F9BA-43D5-87BE-67443E8EF086}">
      <p15:sldGuideLst xmlns:p15="http://schemas.microsoft.com/office/powerpoint/2012/main">
        <p15:guide id="1" orient="horz" pos="2160">
          <p15:clr>
            <a:srgbClr val="FBAE40"/>
          </p15:clr>
        </p15:guide>
        <p15:guide id="2" pos="3120">
          <p15:clr>
            <a:srgbClr val="FBAE4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userDrawn="1">
  <p:cSld name="7_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70560" y="465139"/>
            <a:ext cx="10972800" cy="914400"/>
          </a:xfrm>
        </p:spPr>
        <p:txBody>
          <a:bodyPr/>
          <a:lstStyle>
            <a:lvl1pPr>
              <a:defRPr baseline="0"/>
            </a:lvl1pPr>
          </a:lstStyle>
          <a:p>
            <a:r>
              <a:rPr lang="en-US"/>
              <a:t>CLICK TO EDIT MASTER TITLE STYLE</a:t>
            </a:r>
          </a:p>
        </p:txBody>
      </p:sp>
      <p:sp>
        <p:nvSpPr>
          <p:cNvPr id="3" name="Content Placeholder 2"/>
          <p:cNvSpPr>
            <a:spLocks noGrp="1"/>
          </p:cNvSpPr>
          <p:nvPr>
            <p:ph idx="1"/>
          </p:nvPr>
        </p:nvSpPr>
        <p:spPr>
          <a:xfrm>
            <a:off x="670560" y="1462088"/>
            <a:ext cx="10972800" cy="475488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7"/>
          <p:cNvSpPr>
            <a:spLocks noGrp="1"/>
          </p:cNvSpPr>
          <p:nvPr>
            <p:ph type="body" sz="quarter" idx="13" hasCustomPrompt="1"/>
          </p:nvPr>
        </p:nvSpPr>
        <p:spPr bwMode="gray">
          <a:xfrm>
            <a:off x="670560" y="250825"/>
            <a:ext cx="5730240" cy="153888"/>
          </a:xfrm>
        </p:spPr>
        <p:txBody>
          <a:bodyPr rIns="0" bIns="0" anchor="ctr" anchorCtr="0">
            <a:noAutofit/>
          </a:bodyPr>
          <a:lstStyle>
            <a:lvl1pPr>
              <a:defRPr sz="1000">
                <a:solidFill>
                  <a:schemeClr val="bg1">
                    <a:lumMod val="65000"/>
                  </a:schemeClr>
                </a:solidFill>
              </a:defRPr>
            </a:lvl1pPr>
          </a:lstStyle>
          <a:p>
            <a:pPr lvl="0"/>
            <a:r>
              <a:rPr lang="en-US"/>
              <a:t>Click to edit section title</a:t>
            </a:r>
          </a:p>
        </p:txBody>
      </p:sp>
    </p:spTree>
    <p:extLst>
      <p:ext uri="{BB962C8B-B14F-4D97-AF65-F5344CB8AC3E}">
        <p14:creationId xmlns:p14="http://schemas.microsoft.com/office/powerpoint/2010/main" val="3255012347"/>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userDrawn="1">
  <p:cSld name="HA Title only">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1B071053-E294-48B6-82D4-81528F06E152}"/>
              </a:ext>
            </a:extLst>
          </p:cNvPr>
          <p:cNvSpPr>
            <a:spLocks noGrp="1"/>
          </p:cNvSpPr>
          <p:nvPr>
            <p:ph type="title"/>
          </p:nvPr>
        </p:nvSpPr>
        <p:spPr>
          <a:xfrm>
            <a:off x="670560" y="368299"/>
            <a:ext cx="10850880" cy="520701"/>
          </a:xfrm>
        </p:spPr>
        <p:txBody>
          <a:bodyPr anchor="ctr" anchorCtr="0"/>
          <a:lstStyle>
            <a:lvl1pPr>
              <a:defRPr sz="2400"/>
            </a:lvl1pPr>
          </a:lstStyle>
          <a:p>
            <a:r>
              <a:rPr lang="en-US"/>
              <a:t>Click to edit Master title style</a:t>
            </a:r>
            <a:endParaRPr lang="en-IN"/>
          </a:p>
        </p:txBody>
      </p:sp>
    </p:spTree>
    <p:extLst>
      <p:ext uri="{BB962C8B-B14F-4D97-AF65-F5344CB8AC3E}">
        <p14:creationId xmlns:p14="http://schemas.microsoft.com/office/powerpoint/2010/main" val="1947817909"/>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sp>
        <p:nvSpPr>
          <p:cNvPr id="9" name="Text Placeholder 8"/>
          <p:cNvSpPr>
            <a:spLocks noGrp="1"/>
          </p:cNvSpPr>
          <p:nvPr>
            <p:ph type="body" sz="quarter" idx="10"/>
          </p:nvPr>
        </p:nvSpPr>
        <p:spPr>
          <a:xfrm>
            <a:off x="2229591" y="1312865"/>
            <a:ext cx="9433812" cy="4414609"/>
          </a:xfrm>
        </p:spPr>
        <p:txBody>
          <a:bodyPr lIns="0" tIns="0" rIns="0" bIns="0"/>
          <a:lstStyle>
            <a:lvl5pPr marL="1558142" indent="0">
              <a:buNone/>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itle Placeholder 1"/>
          <p:cNvSpPr>
            <a:spLocks noGrp="1"/>
          </p:cNvSpPr>
          <p:nvPr>
            <p:ph type="title"/>
          </p:nvPr>
        </p:nvSpPr>
        <p:spPr>
          <a:xfrm>
            <a:off x="471109" y="179117"/>
            <a:ext cx="11222987" cy="739515"/>
          </a:xfrm>
          <a:prstGeom prst="rect">
            <a:avLst/>
          </a:prstGeom>
        </p:spPr>
        <p:txBody>
          <a:bodyPr vert="horz" lIns="0" tIns="0" rIns="0" bIns="0" rtlCol="0" anchor="b">
            <a:noAutofit/>
          </a:bodyPr>
          <a:lstStyle/>
          <a:p>
            <a:r>
              <a:rPr lang="en-US"/>
              <a:t>Click to edit Master title style</a:t>
            </a:r>
          </a:p>
        </p:txBody>
      </p:sp>
      <p:sp>
        <p:nvSpPr>
          <p:cNvPr id="7" name="Slide Number Placeholder 5"/>
          <p:cNvSpPr>
            <a:spLocks noGrp="1"/>
          </p:cNvSpPr>
          <p:nvPr>
            <p:ph type="sldNum" sz="quarter" idx="4"/>
          </p:nvPr>
        </p:nvSpPr>
        <p:spPr>
          <a:xfrm>
            <a:off x="4205980" y="6588257"/>
            <a:ext cx="3786296" cy="244475"/>
          </a:xfrm>
          <a:prstGeom prst="rect">
            <a:avLst/>
          </a:prstGeom>
        </p:spPr>
        <p:txBody>
          <a:bodyPr lIns="91433" tIns="45716" rIns="91433" bIns="45716"/>
          <a:lstStyle>
            <a:lvl1pPr algn="ctr">
              <a:defRPr sz="681">
                <a:solidFill>
                  <a:schemeClr val="accent1"/>
                </a:solidFill>
                <a:latin typeface="+mj-lt"/>
                <a:cs typeface="Arial" pitchFamily="34" charset="0"/>
              </a:defRPr>
            </a:lvl1pPr>
          </a:lstStyle>
          <a:p>
            <a:r>
              <a:rPr lang="en-US"/>
              <a:t>Page </a:t>
            </a:r>
            <a:fld id="{6A4B5190-1D58-4342-9B4C-9A48ED405F13}" type="slidenum">
              <a:rPr lang="en-US" smtClean="0"/>
              <a:pPr/>
              <a:t>‹#›</a:t>
            </a:fld>
            <a:r>
              <a:rPr lang="en-US"/>
              <a:t> of [insert total page count here]</a:t>
            </a:r>
          </a:p>
        </p:txBody>
      </p:sp>
    </p:spTree>
    <p:extLst>
      <p:ext uri="{BB962C8B-B14F-4D97-AF65-F5344CB8AC3E}">
        <p14:creationId xmlns:p14="http://schemas.microsoft.com/office/powerpoint/2010/main" val="699747547"/>
      </p:ext>
    </p:extLst>
  </p:cSld>
  <p:clrMapOvr>
    <a:masterClrMapping/>
  </p:clrMapOvr>
  <p:extLst>
    <p:ext uri="{DCECCB84-F9BA-43D5-87BE-67443E8EF086}">
      <p15:sldGuideLst xmlns:p15="http://schemas.microsoft.com/office/powerpoint/2012/main">
        <p15:guide id="1" orient="horz" pos="2880">
          <p15:clr>
            <a:srgbClr val="FBAE40"/>
          </p15:clr>
        </p15:guide>
        <p15:guide id="2" pos="4160">
          <p15:clr>
            <a:srgbClr val="FBAE40"/>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5_Title and Content">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E16D6E74-3911-4251-9210-E9AF0CB4653E}"/>
              </a:ext>
            </a:extLst>
          </p:cNvPr>
          <p:cNvSpPr>
            <a:spLocks noGrp="1"/>
          </p:cNvSpPr>
          <p:nvPr>
            <p:ph type="body" sz="quarter" idx="10" hasCustomPrompt="1"/>
          </p:nvPr>
        </p:nvSpPr>
        <p:spPr>
          <a:xfrm>
            <a:off x="670565" y="355600"/>
            <a:ext cx="6989233" cy="348813"/>
          </a:xfrm>
          <a:prstGeom prst="rect">
            <a:avLst/>
          </a:prstGeom>
        </p:spPr>
        <p:txBody>
          <a:bodyPr>
            <a:noAutofit/>
          </a:bodyPr>
          <a:lstStyle>
            <a:lvl1pPr>
              <a:defRPr sz="1200" b="0" cap="all" spc="200" baseline="0">
                <a:solidFill>
                  <a:srgbClr val="222731"/>
                </a:solidFill>
                <a:latin typeface="+mn-lt"/>
              </a:defRPr>
            </a:lvl1pPr>
            <a:lvl2pPr marL="0" indent="0">
              <a:buNone/>
              <a:defRPr/>
            </a:lvl2pPr>
          </a:lstStyle>
          <a:p>
            <a:pPr lvl="0"/>
            <a:r>
              <a:rPr lang="en-US"/>
              <a:t>Eyebrow CALIBRI LIGHT 9Pt</a:t>
            </a:r>
          </a:p>
        </p:txBody>
      </p:sp>
      <p:sp>
        <p:nvSpPr>
          <p:cNvPr id="15" name="Content Placeholder 9">
            <a:extLst>
              <a:ext uri="{FF2B5EF4-FFF2-40B4-BE49-F238E27FC236}">
                <a16:creationId xmlns:a16="http://schemas.microsoft.com/office/drawing/2014/main" id="{DCEC16E3-E9C3-470B-B2C9-CBD23EA9860F}"/>
              </a:ext>
            </a:extLst>
          </p:cNvPr>
          <p:cNvSpPr>
            <a:spLocks noGrp="1"/>
          </p:cNvSpPr>
          <p:nvPr>
            <p:ph sz="quarter" idx="14"/>
          </p:nvPr>
        </p:nvSpPr>
        <p:spPr>
          <a:xfrm>
            <a:off x="670560" y="2289453"/>
            <a:ext cx="10861040" cy="3927515"/>
          </a:xfrm>
        </p:spPr>
        <p:txBody>
          <a:bodyPr/>
          <a:lstStyle>
            <a:lvl2pPr>
              <a:defRPr sz="2133"/>
            </a:lvl2pPr>
            <a:lvl3pPr>
              <a:defRPr sz="1867"/>
            </a:lvl3pPr>
            <a:lvl4pPr>
              <a:defRPr sz="1600"/>
            </a:lvl4pPr>
            <a:lvl5pPr>
              <a:defRPr sz="1600"/>
            </a:lvl5pPr>
          </a:lstStyle>
          <a:p>
            <a:pPr lvl="0"/>
            <a:r>
              <a:rPr lang="en-US"/>
              <a:t>Click to edit Master text styles</a:t>
            </a:r>
          </a:p>
          <a:p>
            <a:pPr lvl="1"/>
            <a:r>
              <a:rPr lang="en-US"/>
              <a:t>Second level</a:t>
            </a:r>
          </a:p>
          <a:p>
            <a:pPr lvl="2"/>
            <a:r>
              <a:rPr lang="en-US"/>
              <a:t>Third level</a:t>
            </a:r>
          </a:p>
        </p:txBody>
      </p:sp>
      <p:sp>
        <p:nvSpPr>
          <p:cNvPr id="16" name="Text Placeholder 4">
            <a:extLst>
              <a:ext uri="{FF2B5EF4-FFF2-40B4-BE49-F238E27FC236}">
                <a16:creationId xmlns:a16="http://schemas.microsoft.com/office/drawing/2014/main" id="{5D5EEAD8-45FF-4137-A993-0E3B0A63B7A6}"/>
              </a:ext>
            </a:extLst>
          </p:cNvPr>
          <p:cNvSpPr>
            <a:spLocks noGrp="1"/>
          </p:cNvSpPr>
          <p:nvPr>
            <p:ph type="body" sz="quarter" idx="15" hasCustomPrompt="1"/>
          </p:nvPr>
        </p:nvSpPr>
        <p:spPr>
          <a:xfrm>
            <a:off x="670984" y="1778002"/>
            <a:ext cx="10860616" cy="520700"/>
          </a:xfrm>
          <a:prstGeom prst="rect">
            <a:avLst/>
          </a:prstGeom>
        </p:spPr>
        <p:txBody>
          <a:bodyPr>
            <a:noAutofit/>
          </a:bodyPr>
          <a:lstStyle>
            <a:lvl1pPr>
              <a:defRPr sz="2133" b="1" cap="none" baseline="0">
                <a:solidFill>
                  <a:schemeClr val="accent3"/>
                </a:solidFill>
                <a:latin typeface="+mj-lt"/>
              </a:defRPr>
            </a:lvl1pPr>
          </a:lstStyle>
          <a:p>
            <a:pPr lvl="0"/>
            <a:r>
              <a:rPr lang="en-US"/>
              <a:t>Subtitle Calibri 16pt Bold, Blue</a:t>
            </a:r>
          </a:p>
        </p:txBody>
      </p:sp>
      <p:sp>
        <p:nvSpPr>
          <p:cNvPr id="7" name="Title 6">
            <a:extLst>
              <a:ext uri="{FF2B5EF4-FFF2-40B4-BE49-F238E27FC236}">
                <a16:creationId xmlns:a16="http://schemas.microsoft.com/office/drawing/2014/main" id="{1B071053-E294-48B6-82D4-81528F06E152}"/>
              </a:ext>
            </a:extLst>
          </p:cNvPr>
          <p:cNvSpPr>
            <a:spLocks noGrp="1"/>
          </p:cNvSpPr>
          <p:nvPr>
            <p:ph type="title"/>
          </p:nvPr>
        </p:nvSpPr>
        <p:spPr/>
        <p:txBody>
          <a:bodyPr/>
          <a:lstStyle>
            <a:lvl1pPr>
              <a:defRPr>
                <a:solidFill>
                  <a:schemeClr val="tx1"/>
                </a:solidFill>
              </a:defRPr>
            </a:lvl1pPr>
          </a:lstStyle>
          <a:p>
            <a:r>
              <a:rPr lang="en-US"/>
              <a:t>Click to edit Master title style</a:t>
            </a:r>
            <a:endParaRPr lang="en-IN"/>
          </a:p>
        </p:txBody>
      </p:sp>
      <p:sp>
        <p:nvSpPr>
          <p:cNvPr id="2" name="Date Placeholder 1">
            <a:extLst>
              <a:ext uri="{FF2B5EF4-FFF2-40B4-BE49-F238E27FC236}">
                <a16:creationId xmlns:a16="http://schemas.microsoft.com/office/drawing/2014/main" id="{DFC00226-31E1-3AB5-4194-94C2D4E2FD7B}"/>
              </a:ext>
            </a:extLst>
          </p:cNvPr>
          <p:cNvSpPr>
            <a:spLocks noGrp="1"/>
          </p:cNvSpPr>
          <p:nvPr>
            <p:ph type="dt" sz="half" idx="16"/>
          </p:nvPr>
        </p:nvSpPr>
        <p:spPr>
          <a:xfrm>
            <a:off x="10439401" y="6419111"/>
            <a:ext cx="800099" cy="366183"/>
          </a:xfrm>
          <a:prstGeom prst="rect">
            <a:avLst/>
          </a:prstGeom>
        </p:spPr>
        <p:txBody>
          <a:bodyPr/>
          <a:lstStyle/>
          <a:p>
            <a:endParaRPr lang="en-IN"/>
          </a:p>
        </p:txBody>
      </p:sp>
      <p:sp>
        <p:nvSpPr>
          <p:cNvPr id="5" name="Slide Number Placeholder 4">
            <a:extLst>
              <a:ext uri="{FF2B5EF4-FFF2-40B4-BE49-F238E27FC236}">
                <a16:creationId xmlns:a16="http://schemas.microsoft.com/office/drawing/2014/main" id="{FE19A2EC-AC9D-E1AE-A7D9-2E9D5B9D1094}"/>
              </a:ext>
            </a:extLst>
          </p:cNvPr>
          <p:cNvSpPr>
            <a:spLocks noGrp="1"/>
          </p:cNvSpPr>
          <p:nvPr>
            <p:ph type="sldNum" sz="quarter" idx="18"/>
          </p:nvPr>
        </p:nvSpPr>
        <p:spPr/>
        <p:txBody>
          <a:bodyPr/>
          <a:lstStyle/>
          <a:p>
            <a:pPr>
              <a:defRPr/>
            </a:pPr>
            <a:fld id="{7B2119CD-3B2D-4CEB-B404-D2E3F8CD6D69}" type="slidenum">
              <a:rPr lang="en-IN" smtClean="0"/>
              <a:pPr>
                <a:defRPr/>
              </a:pPr>
              <a:t>‹#›</a:t>
            </a:fld>
            <a:endParaRPr lang="en-IN"/>
          </a:p>
        </p:txBody>
      </p:sp>
      <p:sp>
        <p:nvSpPr>
          <p:cNvPr id="3" name="Footer Placeholder 4">
            <a:extLst>
              <a:ext uri="{FF2B5EF4-FFF2-40B4-BE49-F238E27FC236}">
                <a16:creationId xmlns:a16="http://schemas.microsoft.com/office/drawing/2014/main" id="{E58D2589-9CE4-E914-2A92-C8E2B9EFB2E7}"/>
              </a:ext>
            </a:extLst>
          </p:cNvPr>
          <p:cNvSpPr>
            <a:spLocks noGrp="1"/>
          </p:cNvSpPr>
          <p:nvPr>
            <p:ph type="ftr" sz="quarter" idx="3"/>
          </p:nvPr>
        </p:nvSpPr>
        <p:spPr>
          <a:xfrm>
            <a:off x="8269434" y="6419111"/>
            <a:ext cx="2902527" cy="365125"/>
          </a:xfrm>
          <a:prstGeom prst="rect">
            <a:avLst/>
          </a:prstGeom>
        </p:spPr>
        <p:txBody>
          <a:bodyPr vert="horz" lIns="91440" tIns="45720" rIns="91440" bIns="45720" rtlCol="0" anchor="b" anchorCtr="0"/>
          <a:lstStyle>
            <a:lvl1pPr algn="ctr">
              <a:defRPr lang="en-US" sz="933" kern="1200" dirty="0" smtClean="0">
                <a:solidFill>
                  <a:schemeClr val="tx1"/>
                </a:solidFill>
                <a:latin typeface="+mn-lt"/>
                <a:ea typeface="+mn-ea"/>
                <a:cs typeface="+mn-cs"/>
              </a:defRPr>
            </a:lvl1pPr>
          </a:lstStyle>
          <a:p>
            <a:r>
              <a:rPr lang="en-US"/>
              <a:t>ADC Innovation Pipeline |  1-Aug-25</a:t>
            </a:r>
          </a:p>
        </p:txBody>
      </p:sp>
    </p:spTree>
    <p:extLst>
      <p:ext uri="{BB962C8B-B14F-4D97-AF65-F5344CB8AC3E}">
        <p14:creationId xmlns:p14="http://schemas.microsoft.com/office/powerpoint/2010/main" val="1164191426"/>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1_Title and Long Content">
    <p:spTree>
      <p:nvGrpSpPr>
        <p:cNvPr id="1" name=""/>
        <p:cNvGrpSpPr/>
        <p:nvPr/>
      </p:nvGrpSpPr>
      <p:grpSpPr>
        <a:xfrm>
          <a:off x="0" y="0"/>
          <a:ext cx="0" cy="0"/>
          <a:chOff x="0" y="0"/>
          <a:chExt cx="0" cy="0"/>
        </a:xfrm>
      </p:grpSpPr>
      <p:sp>
        <p:nvSpPr>
          <p:cNvPr id="11" name="Text Placeholder 9">
            <a:extLst>
              <a:ext uri="{FF2B5EF4-FFF2-40B4-BE49-F238E27FC236}">
                <a16:creationId xmlns:a16="http://schemas.microsoft.com/office/drawing/2014/main" id="{778F9584-625D-462B-8192-C99B9E91AB3E}"/>
              </a:ext>
            </a:extLst>
          </p:cNvPr>
          <p:cNvSpPr>
            <a:spLocks noGrp="1"/>
          </p:cNvSpPr>
          <p:nvPr>
            <p:ph type="body" sz="quarter" idx="10" hasCustomPrompt="1"/>
          </p:nvPr>
        </p:nvSpPr>
        <p:spPr>
          <a:xfrm>
            <a:off x="670565" y="355600"/>
            <a:ext cx="6989233" cy="348813"/>
          </a:xfrm>
          <a:prstGeom prst="rect">
            <a:avLst/>
          </a:prstGeom>
        </p:spPr>
        <p:txBody>
          <a:bodyPr>
            <a:noAutofit/>
          </a:bodyPr>
          <a:lstStyle>
            <a:lvl1pPr>
              <a:defRPr sz="1200" b="0" cap="all" spc="200" baseline="0">
                <a:solidFill>
                  <a:srgbClr val="222731"/>
                </a:solidFill>
                <a:latin typeface="+mn-lt"/>
              </a:defRPr>
            </a:lvl1pPr>
            <a:lvl2pPr marL="0" indent="0">
              <a:buNone/>
              <a:defRPr/>
            </a:lvl2pPr>
          </a:lstStyle>
          <a:p>
            <a:pPr lvl="0"/>
            <a:r>
              <a:rPr lang="en-US"/>
              <a:t>Eyebrow CALIBRI LIGHT 9pt</a:t>
            </a:r>
          </a:p>
        </p:txBody>
      </p:sp>
      <p:sp>
        <p:nvSpPr>
          <p:cNvPr id="13" name="Content Placeholder 5">
            <a:extLst>
              <a:ext uri="{FF2B5EF4-FFF2-40B4-BE49-F238E27FC236}">
                <a16:creationId xmlns:a16="http://schemas.microsoft.com/office/drawing/2014/main" id="{0F6E8C1B-F140-45B9-ADF1-1C3C65701146}"/>
              </a:ext>
            </a:extLst>
          </p:cNvPr>
          <p:cNvSpPr>
            <a:spLocks noGrp="1"/>
          </p:cNvSpPr>
          <p:nvPr>
            <p:ph sz="quarter" idx="14"/>
          </p:nvPr>
        </p:nvSpPr>
        <p:spPr>
          <a:xfrm>
            <a:off x="670559" y="1778000"/>
            <a:ext cx="10861041" cy="4439917"/>
          </a:xfrm>
        </p:spPr>
        <p:txBody>
          <a:bodyPr/>
          <a:lstStyle>
            <a:lvl1pPr>
              <a:spcBef>
                <a:spcPts val="1600"/>
              </a:spcBef>
              <a:defRPr/>
            </a:lvl1pPr>
            <a:lvl2pPr>
              <a:spcBef>
                <a:spcPts val="1600"/>
              </a:spcBef>
              <a:defRPr/>
            </a:lvl2pPr>
          </a:lstStyle>
          <a:p>
            <a:pPr lvl="0"/>
            <a:r>
              <a:rPr lang="en-US"/>
              <a:t>Click to edit Master text styles</a:t>
            </a:r>
          </a:p>
          <a:p>
            <a:pPr lvl="1"/>
            <a:r>
              <a:rPr lang="en-US"/>
              <a:t>Second level</a:t>
            </a:r>
          </a:p>
        </p:txBody>
      </p:sp>
      <p:sp>
        <p:nvSpPr>
          <p:cNvPr id="3" name="Title 2">
            <a:extLst>
              <a:ext uri="{FF2B5EF4-FFF2-40B4-BE49-F238E27FC236}">
                <a16:creationId xmlns:a16="http://schemas.microsoft.com/office/drawing/2014/main" id="{C92466CF-9DE4-42FD-B4BE-46614812750F}"/>
              </a:ext>
            </a:extLst>
          </p:cNvPr>
          <p:cNvSpPr>
            <a:spLocks noGrp="1"/>
          </p:cNvSpPr>
          <p:nvPr>
            <p:ph type="title"/>
          </p:nvPr>
        </p:nvSpPr>
        <p:spPr/>
        <p:txBody>
          <a:bodyPr/>
          <a:lstStyle>
            <a:lvl1pPr>
              <a:defRPr>
                <a:solidFill>
                  <a:schemeClr val="tx1"/>
                </a:solidFill>
              </a:defRPr>
            </a:lvl1pPr>
          </a:lstStyle>
          <a:p>
            <a:r>
              <a:rPr lang="en-US"/>
              <a:t>Click to edit Master title style</a:t>
            </a:r>
            <a:endParaRPr lang="en-IN"/>
          </a:p>
        </p:txBody>
      </p:sp>
      <p:sp>
        <p:nvSpPr>
          <p:cNvPr id="2" name="Date Placeholder 1">
            <a:extLst>
              <a:ext uri="{FF2B5EF4-FFF2-40B4-BE49-F238E27FC236}">
                <a16:creationId xmlns:a16="http://schemas.microsoft.com/office/drawing/2014/main" id="{863B4B7B-6BBA-20B8-31BA-BEADFC8DEF58}"/>
              </a:ext>
            </a:extLst>
          </p:cNvPr>
          <p:cNvSpPr>
            <a:spLocks noGrp="1"/>
          </p:cNvSpPr>
          <p:nvPr>
            <p:ph type="dt" sz="half" idx="15"/>
          </p:nvPr>
        </p:nvSpPr>
        <p:spPr>
          <a:xfrm>
            <a:off x="10439401" y="6419111"/>
            <a:ext cx="800099" cy="366183"/>
          </a:xfrm>
          <a:prstGeom prst="rect">
            <a:avLst/>
          </a:prstGeom>
        </p:spPr>
        <p:txBody>
          <a:bodyPr/>
          <a:lstStyle/>
          <a:p>
            <a:endParaRPr lang="en-IN"/>
          </a:p>
        </p:txBody>
      </p:sp>
      <p:sp>
        <p:nvSpPr>
          <p:cNvPr id="8" name="Slide Number Placeholder 7">
            <a:extLst>
              <a:ext uri="{FF2B5EF4-FFF2-40B4-BE49-F238E27FC236}">
                <a16:creationId xmlns:a16="http://schemas.microsoft.com/office/drawing/2014/main" id="{3C24702B-144B-A55B-48E9-DA8B08679A9D}"/>
              </a:ext>
            </a:extLst>
          </p:cNvPr>
          <p:cNvSpPr>
            <a:spLocks noGrp="1"/>
          </p:cNvSpPr>
          <p:nvPr>
            <p:ph type="sldNum" sz="quarter" idx="17"/>
          </p:nvPr>
        </p:nvSpPr>
        <p:spPr/>
        <p:txBody>
          <a:bodyPr/>
          <a:lstStyle/>
          <a:p>
            <a:pPr>
              <a:defRPr/>
            </a:pPr>
            <a:fld id="{7B2119CD-3B2D-4CEB-B404-D2E3F8CD6D69}" type="slidenum">
              <a:rPr lang="en-IN" smtClean="0"/>
              <a:pPr>
                <a:defRPr/>
              </a:pPr>
              <a:t>‹#›</a:t>
            </a:fld>
            <a:endParaRPr lang="en-IN"/>
          </a:p>
        </p:txBody>
      </p:sp>
      <p:sp>
        <p:nvSpPr>
          <p:cNvPr id="4" name="Footer Placeholder 4">
            <a:extLst>
              <a:ext uri="{FF2B5EF4-FFF2-40B4-BE49-F238E27FC236}">
                <a16:creationId xmlns:a16="http://schemas.microsoft.com/office/drawing/2014/main" id="{6D3B99EE-8DB9-6BCD-0BE8-55482027A90D}"/>
              </a:ext>
            </a:extLst>
          </p:cNvPr>
          <p:cNvSpPr>
            <a:spLocks noGrp="1"/>
          </p:cNvSpPr>
          <p:nvPr>
            <p:ph type="ftr" sz="quarter" idx="3"/>
          </p:nvPr>
        </p:nvSpPr>
        <p:spPr>
          <a:xfrm>
            <a:off x="8269434" y="6419111"/>
            <a:ext cx="2902527" cy="365125"/>
          </a:xfrm>
          <a:prstGeom prst="rect">
            <a:avLst/>
          </a:prstGeom>
        </p:spPr>
        <p:txBody>
          <a:bodyPr vert="horz" lIns="91440" tIns="45720" rIns="91440" bIns="45720" rtlCol="0" anchor="b" anchorCtr="0"/>
          <a:lstStyle>
            <a:lvl1pPr algn="ctr">
              <a:defRPr lang="en-US" sz="933" kern="1200" dirty="0" smtClean="0">
                <a:solidFill>
                  <a:schemeClr val="tx1"/>
                </a:solidFill>
                <a:latin typeface="+mn-lt"/>
                <a:ea typeface="+mn-ea"/>
                <a:cs typeface="+mn-cs"/>
              </a:defRPr>
            </a:lvl1pPr>
          </a:lstStyle>
          <a:p>
            <a:r>
              <a:rPr lang="en-US"/>
              <a:t>ADC Innovation Pipeline |  1-Aug-25</a:t>
            </a:r>
          </a:p>
        </p:txBody>
      </p:sp>
    </p:spTree>
    <p:extLst>
      <p:ext uri="{BB962C8B-B14F-4D97-AF65-F5344CB8AC3E}">
        <p14:creationId xmlns:p14="http://schemas.microsoft.com/office/powerpoint/2010/main" val="709333956"/>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1_2 Content_CALIBRI SUBHEAD Option">
    <p:spTree>
      <p:nvGrpSpPr>
        <p:cNvPr id="1" name=""/>
        <p:cNvGrpSpPr/>
        <p:nvPr/>
      </p:nvGrpSpPr>
      <p:grpSpPr>
        <a:xfrm>
          <a:off x="0" y="0"/>
          <a:ext cx="0" cy="0"/>
          <a:chOff x="0" y="0"/>
          <a:chExt cx="0" cy="0"/>
        </a:xfrm>
      </p:grpSpPr>
      <p:sp>
        <p:nvSpPr>
          <p:cNvPr id="16" name="Text Placeholder 4">
            <a:extLst>
              <a:ext uri="{FF2B5EF4-FFF2-40B4-BE49-F238E27FC236}">
                <a16:creationId xmlns:a16="http://schemas.microsoft.com/office/drawing/2014/main" id="{62367392-CE3F-4A36-802E-43D377135A8F}"/>
              </a:ext>
            </a:extLst>
          </p:cNvPr>
          <p:cNvSpPr>
            <a:spLocks noGrp="1"/>
          </p:cNvSpPr>
          <p:nvPr>
            <p:ph type="body" sz="quarter" idx="14" hasCustomPrompt="1"/>
          </p:nvPr>
        </p:nvSpPr>
        <p:spPr>
          <a:xfrm>
            <a:off x="670984" y="1778002"/>
            <a:ext cx="5089736" cy="520700"/>
          </a:xfrm>
          <a:prstGeom prst="rect">
            <a:avLst/>
          </a:prstGeom>
        </p:spPr>
        <p:txBody>
          <a:bodyPr>
            <a:noAutofit/>
          </a:bodyPr>
          <a:lstStyle>
            <a:lvl1pPr>
              <a:defRPr sz="1867" b="1" cap="none" baseline="0">
                <a:solidFill>
                  <a:schemeClr val="accent3"/>
                </a:solidFill>
                <a:latin typeface="+mj-lt"/>
              </a:defRPr>
            </a:lvl1pPr>
          </a:lstStyle>
          <a:p>
            <a:pPr lvl="0"/>
            <a:r>
              <a:rPr lang="en-US"/>
              <a:t>Short Title, Calibri, 14pt, Bold</a:t>
            </a:r>
          </a:p>
        </p:txBody>
      </p:sp>
      <p:sp>
        <p:nvSpPr>
          <p:cNvPr id="17" name="Text Placeholder 4">
            <a:extLst>
              <a:ext uri="{FF2B5EF4-FFF2-40B4-BE49-F238E27FC236}">
                <a16:creationId xmlns:a16="http://schemas.microsoft.com/office/drawing/2014/main" id="{784001D6-32AA-4130-AA76-37D05FF0EF11}"/>
              </a:ext>
            </a:extLst>
          </p:cNvPr>
          <p:cNvSpPr>
            <a:spLocks noGrp="1"/>
          </p:cNvSpPr>
          <p:nvPr>
            <p:ph type="body" sz="quarter" idx="15" hasCustomPrompt="1"/>
          </p:nvPr>
        </p:nvSpPr>
        <p:spPr>
          <a:xfrm>
            <a:off x="6431280" y="1778002"/>
            <a:ext cx="5089736" cy="520700"/>
          </a:xfrm>
          <a:prstGeom prst="rect">
            <a:avLst/>
          </a:prstGeom>
        </p:spPr>
        <p:txBody>
          <a:bodyPr>
            <a:noAutofit/>
          </a:bodyPr>
          <a:lstStyle>
            <a:lvl1pPr>
              <a:defRPr sz="1867" b="1" cap="none" baseline="0">
                <a:solidFill>
                  <a:schemeClr val="accent3"/>
                </a:solidFill>
                <a:latin typeface="+mj-lt"/>
              </a:defRPr>
            </a:lvl1pPr>
          </a:lstStyle>
          <a:p>
            <a:pPr lvl="0"/>
            <a:r>
              <a:rPr lang="en-US"/>
              <a:t>Short Title, Calibri, 14pt, Bold</a:t>
            </a:r>
          </a:p>
        </p:txBody>
      </p:sp>
      <p:sp>
        <p:nvSpPr>
          <p:cNvPr id="18" name="Content Placeholder 14">
            <a:extLst>
              <a:ext uri="{FF2B5EF4-FFF2-40B4-BE49-F238E27FC236}">
                <a16:creationId xmlns:a16="http://schemas.microsoft.com/office/drawing/2014/main" id="{1F77A952-6CFD-4B10-A39C-FBF9CCB45B58}"/>
              </a:ext>
            </a:extLst>
          </p:cNvPr>
          <p:cNvSpPr>
            <a:spLocks noGrp="1"/>
          </p:cNvSpPr>
          <p:nvPr>
            <p:ph sz="quarter" idx="18"/>
          </p:nvPr>
        </p:nvSpPr>
        <p:spPr>
          <a:xfrm>
            <a:off x="670562" y="2286000"/>
            <a:ext cx="4477175" cy="3931917"/>
          </a:xfrm>
        </p:spPr>
        <p:txBody>
          <a:bodyPr>
            <a:noAutofit/>
          </a:bodyPr>
          <a:lstStyle>
            <a:lvl1pPr>
              <a:defRPr sz="1600"/>
            </a:lvl1pPr>
            <a:lvl2pPr>
              <a:defRPr sz="1600"/>
            </a:lvl2pPr>
            <a:lvl3pPr>
              <a:defRPr sz="1467"/>
            </a:lvl3pPr>
            <a:lvl4pPr>
              <a:defRPr sz="1600"/>
            </a:lvl4pPr>
            <a:lvl5pPr>
              <a:defRPr sz="1600"/>
            </a:lvl5pPr>
          </a:lstStyle>
          <a:p>
            <a:pPr lvl="0"/>
            <a:r>
              <a:rPr lang="en-US"/>
              <a:t>Click to edit Master text styles</a:t>
            </a:r>
          </a:p>
          <a:p>
            <a:pPr lvl="1"/>
            <a:r>
              <a:rPr lang="en-US"/>
              <a:t>Second level</a:t>
            </a:r>
          </a:p>
          <a:p>
            <a:pPr lvl="2"/>
            <a:r>
              <a:rPr lang="en-US"/>
              <a:t>Third level</a:t>
            </a:r>
          </a:p>
        </p:txBody>
      </p:sp>
      <p:sp>
        <p:nvSpPr>
          <p:cNvPr id="19" name="Content Placeholder 14">
            <a:extLst>
              <a:ext uri="{FF2B5EF4-FFF2-40B4-BE49-F238E27FC236}">
                <a16:creationId xmlns:a16="http://schemas.microsoft.com/office/drawing/2014/main" id="{0756EC84-5A13-4571-BFB7-247BD6E93F56}"/>
              </a:ext>
            </a:extLst>
          </p:cNvPr>
          <p:cNvSpPr>
            <a:spLocks noGrp="1"/>
          </p:cNvSpPr>
          <p:nvPr>
            <p:ph sz="quarter" idx="19"/>
          </p:nvPr>
        </p:nvSpPr>
        <p:spPr>
          <a:xfrm>
            <a:off x="6431283" y="2286000"/>
            <a:ext cx="4477175" cy="3931917"/>
          </a:xfrm>
        </p:spPr>
        <p:txBody>
          <a:bodyPr>
            <a:noAutofit/>
          </a:bodyPr>
          <a:lstStyle>
            <a:lvl1pPr>
              <a:defRPr sz="1600"/>
            </a:lvl1pPr>
            <a:lvl2pPr>
              <a:defRPr sz="1600"/>
            </a:lvl2pPr>
            <a:lvl3pPr>
              <a:defRPr sz="1467"/>
            </a:lvl3pPr>
            <a:lvl4pPr>
              <a:defRPr sz="1600"/>
            </a:lvl4pPr>
            <a:lvl5pPr>
              <a:defRPr sz="1600"/>
            </a:lvl5pPr>
          </a:lstStyle>
          <a:p>
            <a:pPr lvl="0"/>
            <a:r>
              <a:rPr lang="en-US"/>
              <a:t>Click to edit Master text styles</a:t>
            </a:r>
          </a:p>
          <a:p>
            <a:pPr lvl="1"/>
            <a:r>
              <a:rPr lang="en-US"/>
              <a:t>Second level</a:t>
            </a:r>
          </a:p>
          <a:p>
            <a:pPr lvl="2"/>
            <a:r>
              <a:rPr lang="en-US"/>
              <a:t>Third level</a:t>
            </a:r>
          </a:p>
        </p:txBody>
      </p:sp>
      <p:sp>
        <p:nvSpPr>
          <p:cNvPr id="20" name="Text Placeholder 9">
            <a:extLst>
              <a:ext uri="{FF2B5EF4-FFF2-40B4-BE49-F238E27FC236}">
                <a16:creationId xmlns:a16="http://schemas.microsoft.com/office/drawing/2014/main" id="{1B479ED3-E6FF-4DA0-B9B5-59809FFAEF46}"/>
              </a:ext>
            </a:extLst>
          </p:cNvPr>
          <p:cNvSpPr>
            <a:spLocks noGrp="1"/>
          </p:cNvSpPr>
          <p:nvPr>
            <p:ph type="body" sz="quarter" idx="10" hasCustomPrompt="1"/>
          </p:nvPr>
        </p:nvSpPr>
        <p:spPr>
          <a:xfrm>
            <a:off x="670565" y="355600"/>
            <a:ext cx="7092873" cy="348813"/>
          </a:xfrm>
          <a:prstGeom prst="rect">
            <a:avLst/>
          </a:prstGeom>
        </p:spPr>
        <p:txBody>
          <a:bodyPr>
            <a:noAutofit/>
          </a:bodyPr>
          <a:lstStyle>
            <a:lvl1pPr>
              <a:defRPr sz="1200" b="0" cap="all" spc="200" baseline="0">
                <a:solidFill>
                  <a:srgbClr val="222731"/>
                </a:solidFill>
                <a:latin typeface="+mn-lt"/>
              </a:defRPr>
            </a:lvl1pPr>
            <a:lvl2pPr marL="0" indent="0">
              <a:buNone/>
              <a:defRPr/>
            </a:lvl2pPr>
          </a:lstStyle>
          <a:p>
            <a:pPr lvl="0"/>
            <a:r>
              <a:rPr lang="en-US"/>
              <a:t>Eyebrow CALIBRI LIGHT 9pt</a:t>
            </a:r>
          </a:p>
        </p:txBody>
      </p:sp>
      <p:sp>
        <p:nvSpPr>
          <p:cNvPr id="6" name="Title 5">
            <a:extLst>
              <a:ext uri="{FF2B5EF4-FFF2-40B4-BE49-F238E27FC236}">
                <a16:creationId xmlns:a16="http://schemas.microsoft.com/office/drawing/2014/main" id="{088E1389-D875-4A3C-85CC-2FF6F879D34A}"/>
              </a:ext>
            </a:extLst>
          </p:cNvPr>
          <p:cNvSpPr>
            <a:spLocks noGrp="1"/>
          </p:cNvSpPr>
          <p:nvPr>
            <p:ph type="title"/>
          </p:nvPr>
        </p:nvSpPr>
        <p:spPr/>
        <p:txBody>
          <a:bodyPr/>
          <a:lstStyle>
            <a:lvl1pPr>
              <a:defRPr>
                <a:solidFill>
                  <a:schemeClr val="tx1"/>
                </a:solidFill>
              </a:defRPr>
            </a:lvl1pPr>
          </a:lstStyle>
          <a:p>
            <a:r>
              <a:rPr lang="en-US"/>
              <a:t>Click to edit Master title style</a:t>
            </a:r>
            <a:endParaRPr lang="en-IN"/>
          </a:p>
        </p:txBody>
      </p:sp>
      <p:sp>
        <p:nvSpPr>
          <p:cNvPr id="5" name="Date Placeholder 4">
            <a:extLst>
              <a:ext uri="{FF2B5EF4-FFF2-40B4-BE49-F238E27FC236}">
                <a16:creationId xmlns:a16="http://schemas.microsoft.com/office/drawing/2014/main" id="{7BE3BE44-4E05-88A8-34B1-A37785190379}"/>
              </a:ext>
            </a:extLst>
          </p:cNvPr>
          <p:cNvSpPr>
            <a:spLocks noGrp="1"/>
          </p:cNvSpPr>
          <p:nvPr>
            <p:ph type="dt" sz="half" idx="20"/>
          </p:nvPr>
        </p:nvSpPr>
        <p:spPr>
          <a:xfrm>
            <a:off x="10439401" y="6419111"/>
            <a:ext cx="800099" cy="366183"/>
          </a:xfrm>
          <a:prstGeom prst="rect">
            <a:avLst/>
          </a:prstGeom>
        </p:spPr>
        <p:txBody>
          <a:bodyPr/>
          <a:lstStyle/>
          <a:p>
            <a:endParaRPr lang="en-IN"/>
          </a:p>
        </p:txBody>
      </p:sp>
      <p:sp>
        <p:nvSpPr>
          <p:cNvPr id="8" name="Slide Number Placeholder 7">
            <a:extLst>
              <a:ext uri="{FF2B5EF4-FFF2-40B4-BE49-F238E27FC236}">
                <a16:creationId xmlns:a16="http://schemas.microsoft.com/office/drawing/2014/main" id="{4954AD1C-8C3A-971B-F2EC-1F6CE8251B47}"/>
              </a:ext>
            </a:extLst>
          </p:cNvPr>
          <p:cNvSpPr>
            <a:spLocks noGrp="1"/>
          </p:cNvSpPr>
          <p:nvPr>
            <p:ph type="sldNum" sz="quarter" idx="22"/>
          </p:nvPr>
        </p:nvSpPr>
        <p:spPr/>
        <p:txBody>
          <a:bodyPr/>
          <a:lstStyle/>
          <a:p>
            <a:pPr>
              <a:defRPr/>
            </a:pPr>
            <a:fld id="{7B2119CD-3B2D-4CEB-B404-D2E3F8CD6D69}" type="slidenum">
              <a:rPr lang="en-IN" smtClean="0"/>
              <a:pPr>
                <a:defRPr/>
              </a:pPr>
              <a:t>‹#›</a:t>
            </a:fld>
            <a:endParaRPr lang="en-IN"/>
          </a:p>
        </p:txBody>
      </p:sp>
      <p:sp>
        <p:nvSpPr>
          <p:cNvPr id="2" name="Footer Placeholder 4">
            <a:extLst>
              <a:ext uri="{FF2B5EF4-FFF2-40B4-BE49-F238E27FC236}">
                <a16:creationId xmlns:a16="http://schemas.microsoft.com/office/drawing/2014/main" id="{291B4514-3F40-DE8A-E51D-475DA624BCAD}"/>
              </a:ext>
            </a:extLst>
          </p:cNvPr>
          <p:cNvSpPr>
            <a:spLocks noGrp="1"/>
          </p:cNvSpPr>
          <p:nvPr>
            <p:ph type="ftr" sz="quarter" idx="3"/>
          </p:nvPr>
        </p:nvSpPr>
        <p:spPr>
          <a:xfrm>
            <a:off x="8269434" y="6419111"/>
            <a:ext cx="2902527" cy="365125"/>
          </a:xfrm>
          <a:prstGeom prst="rect">
            <a:avLst/>
          </a:prstGeom>
        </p:spPr>
        <p:txBody>
          <a:bodyPr vert="horz" lIns="91440" tIns="45720" rIns="91440" bIns="45720" rtlCol="0" anchor="b" anchorCtr="0"/>
          <a:lstStyle>
            <a:lvl1pPr algn="ctr">
              <a:defRPr lang="en-US" sz="933" kern="1200" dirty="0" smtClean="0">
                <a:solidFill>
                  <a:schemeClr val="tx1"/>
                </a:solidFill>
                <a:latin typeface="+mn-lt"/>
                <a:ea typeface="+mn-ea"/>
                <a:cs typeface="+mn-cs"/>
              </a:defRPr>
            </a:lvl1pPr>
          </a:lstStyle>
          <a:p>
            <a:r>
              <a:rPr lang="en-US"/>
              <a:t>ADC Innovation Pipeline |  1-Aug-25</a:t>
            </a:r>
          </a:p>
        </p:txBody>
      </p:sp>
    </p:spTree>
    <p:extLst>
      <p:ext uri="{BB962C8B-B14F-4D97-AF65-F5344CB8AC3E}">
        <p14:creationId xmlns:p14="http://schemas.microsoft.com/office/powerpoint/2010/main" val="2743148719"/>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1_Two Content + Header">
    <p:spTree>
      <p:nvGrpSpPr>
        <p:cNvPr id="1" name=""/>
        <p:cNvGrpSpPr/>
        <p:nvPr/>
      </p:nvGrpSpPr>
      <p:grpSpPr>
        <a:xfrm>
          <a:off x="0" y="0"/>
          <a:ext cx="0" cy="0"/>
          <a:chOff x="0" y="0"/>
          <a:chExt cx="0" cy="0"/>
        </a:xfrm>
      </p:grpSpPr>
      <p:sp>
        <p:nvSpPr>
          <p:cNvPr id="12" name="Text Placeholder 9">
            <a:extLst>
              <a:ext uri="{FF2B5EF4-FFF2-40B4-BE49-F238E27FC236}">
                <a16:creationId xmlns:a16="http://schemas.microsoft.com/office/drawing/2014/main" id="{D9A84B86-6CE3-4715-A01A-FECF8E99EC15}"/>
              </a:ext>
            </a:extLst>
          </p:cNvPr>
          <p:cNvSpPr>
            <a:spLocks noGrp="1"/>
          </p:cNvSpPr>
          <p:nvPr>
            <p:ph type="body" sz="quarter" idx="10" hasCustomPrompt="1"/>
          </p:nvPr>
        </p:nvSpPr>
        <p:spPr>
          <a:xfrm>
            <a:off x="670565" y="355600"/>
            <a:ext cx="6989233" cy="348813"/>
          </a:xfrm>
          <a:prstGeom prst="rect">
            <a:avLst/>
          </a:prstGeom>
        </p:spPr>
        <p:txBody>
          <a:bodyPr>
            <a:noAutofit/>
          </a:bodyPr>
          <a:lstStyle>
            <a:lvl1pPr>
              <a:defRPr sz="1200" b="0" cap="all" spc="200" baseline="0">
                <a:solidFill>
                  <a:srgbClr val="222731"/>
                </a:solidFill>
                <a:latin typeface="+mn-lt"/>
              </a:defRPr>
            </a:lvl1pPr>
            <a:lvl2pPr marL="0" indent="0">
              <a:buNone/>
              <a:defRPr/>
            </a:lvl2pPr>
          </a:lstStyle>
          <a:p>
            <a:pPr lvl="0"/>
            <a:r>
              <a:rPr lang="en-US"/>
              <a:t>Eyebrow CALIBRI LIGHT 9pt</a:t>
            </a:r>
          </a:p>
        </p:txBody>
      </p:sp>
      <p:sp>
        <p:nvSpPr>
          <p:cNvPr id="17" name="Text Placeholder 9">
            <a:extLst>
              <a:ext uri="{FF2B5EF4-FFF2-40B4-BE49-F238E27FC236}">
                <a16:creationId xmlns:a16="http://schemas.microsoft.com/office/drawing/2014/main" id="{F184EA7A-C14A-435C-84F4-DB8BC3A9A6E5}"/>
              </a:ext>
            </a:extLst>
          </p:cNvPr>
          <p:cNvSpPr>
            <a:spLocks noGrp="1"/>
          </p:cNvSpPr>
          <p:nvPr>
            <p:ph type="body" sz="quarter" idx="14" hasCustomPrompt="1"/>
          </p:nvPr>
        </p:nvSpPr>
        <p:spPr>
          <a:xfrm>
            <a:off x="670560" y="1463040"/>
            <a:ext cx="10838688" cy="1097280"/>
          </a:xfrm>
          <a:prstGeom prst="rect">
            <a:avLst/>
          </a:prstGeom>
        </p:spPr>
        <p:txBody>
          <a:bodyPr>
            <a:noAutofit/>
          </a:bodyPr>
          <a:lstStyle>
            <a:lvl1pPr>
              <a:defRPr sz="2400" b="0">
                <a:solidFill>
                  <a:srgbClr val="001489"/>
                </a:solidFill>
                <a:latin typeface="+mj-lt"/>
              </a:defRPr>
            </a:lvl1pPr>
          </a:lstStyle>
          <a:p>
            <a:pPr lvl="0"/>
            <a:r>
              <a:rPr lang="en-US"/>
              <a:t>Click to edit master text styles</a:t>
            </a:r>
          </a:p>
        </p:txBody>
      </p:sp>
      <p:sp>
        <p:nvSpPr>
          <p:cNvPr id="18" name="Text Placeholder 4">
            <a:extLst>
              <a:ext uri="{FF2B5EF4-FFF2-40B4-BE49-F238E27FC236}">
                <a16:creationId xmlns:a16="http://schemas.microsoft.com/office/drawing/2014/main" id="{5D0068BB-B539-4488-911A-96DC071FE88E}"/>
              </a:ext>
            </a:extLst>
          </p:cNvPr>
          <p:cNvSpPr>
            <a:spLocks noGrp="1"/>
          </p:cNvSpPr>
          <p:nvPr>
            <p:ph type="body" sz="quarter" idx="13" hasCustomPrompt="1"/>
          </p:nvPr>
        </p:nvSpPr>
        <p:spPr>
          <a:xfrm>
            <a:off x="670984" y="2743203"/>
            <a:ext cx="5089736" cy="520700"/>
          </a:xfrm>
          <a:prstGeom prst="rect">
            <a:avLst/>
          </a:prstGeom>
        </p:spPr>
        <p:txBody>
          <a:bodyPr>
            <a:noAutofit/>
          </a:bodyPr>
          <a:lstStyle>
            <a:lvl1pPr>
              <a:defRPr sz="1867" b="1" cap="none" baseline="0">
                <a:solidFill>
                  <a:schemeClr val="accent3"/>
                </a:solidFill>
                <a:latin typeface="+mj-lt"/>
              </a:defRPr>
            </a:lvl1pPr>
          </a:lstStyle>
          <a:p>
            <a:pPr lvl="0"/>
            <a:r>
              <a:rPr lang="en-US"/>
              <a:t>Short Title, Calibri, 14pt, Bold</a:t>
            </a:r>
          </a:p>
        </p:txBody>
      </p:sp>
      <p:sp>
        <p:nvSpPr>
          <p:cNvPr id="19" name="Text Placeholder 4">
            <a:extLst>
              <a:ext uri="{FF2B5EF4-FFF2-40B4-BE49-F238E27FC236}">
                <a16:creationId xmlns:a16="http://schemas.microsoft.com/office/drawing/2014/main" id="{FC1F4580-228D-4976-BFA8-C2248824F3A1}"/>
              </a:ext>
            </a:extLst>
          </p:cNvPr>
          <p:cNvSpPr>
            <a:spLocks noGrp="1"/>
          </p:cNvSpPr>
          <p:nvPr>
            <p:ph type="body" sz="quarter" idx="18" hasCustomPrompt="1"/>
          </p:nvPr>
        </p:nvSpPr>
        <p:spPr>
          <a:xfrm>
            <a:off x="6431280" y="2743203"/>
            <a:ext cx="5089736" cy="520700"/>
          </a:xfrm>
          <a:prstGeom prst="rect">
            <a:avLst/>
          </a:prstGeom>
        </p:spPr>
        <p:txBody>
          <a:bodyPr>
            <a:noAutofit/>
          </a:bodyPr>
          <a:lstStyle>
            <a:lvl1pPr>
              <a:defRPr sz="1867" b="1" cap="none" baseline="0">
                <a:solidFill>
                  <a:schemeClr val="accent3"/>
                </a:solidFill>
                <a:latin typeface="+mj-lt"/>
              </a:defRPr>
            </a:lvl1pPr>
          </a:lstStyle>
          <a:p>
            <a:pPr lvl="0"/>
            <a:r>
              <a:rPr lang="en-US"/>
              <a:t>Short Title, Calibri, 14pt, Bold</a:t>
            </a:r>
          </a:p>
        </p:txBody>
      </p:sp>
      <p:sp>
        <p:nvSpPr>
          <p:cNvPr id="20" name="Content Placeholder 6">
            <a:extLst>
              <a:ext uri="{FF2B5EF4-FFF2-40B4-BE49-F238E27FC236}">
                <a16:creationId xmlns:a16="http://schemas.microsoft.com/office/drawing/2014/main" id="{4073EB3D-18BB-4E2C-9D12-E03D0B6131B9}"/>
              </a:ext>
            </a:extLst>
          </p:cNvPr>
          <p:cNvSpPr>
            <a:spLocks noGrp="1"/>
          </p:cNvSpPr>
          <p:nvPr>
            <p:ph sz="quarter" idx="19"/>
          </p:nvPr>
        </p:nvSpPr>
        <p:spPr>
          <a:xfrm>
            <a:off x="670562" y="3263904"/>
            <a:ext cx="5089735" cy="2954017"/>
          </a:xfrm>
        </p:spPr>
        <p:txBody>
          <a:bodyPr>
            <a:noAutofit/>
          </a:bodyPr>
          <a:lstStyle>
            <a:lvl1pPr>
              <a:defRPr sz="1867"/>
            </a:lvl1pPr>
            <a:lvl3pPr>
              <a:defRPr/>
            </a:lvl3pPr>
            <a:lvl4pPr>
              <a:defRPr/>
            </a:lvl4pPr>
            <a:lvl5pPr>
              <a:defRPr/>
            </a:lvl5pPr>
          </a:lstStyle>
          <a:p>
            <a:pPr lvl="0"/>
            <a:r>
              <a:rPr lang="en-US"/>
              <a:t>Click to edit Master text styles</a:t>
            </a:r>
          </a:p>
          <a:p>
            <a:pPr lvl="1"/>
            <a:r>
              <a:rPr lang="en-US"/>
              <a:t>Second level</a:t>
            </a:r>
          </a:p>
          <a:p>
            <a:pPr lvl="2"/>
            <a:r>
              <a:rPr lang="en-US"/>
              <a:t>Third level</a:t>
            </a:r>
          </a:p>
        </p:txBody>
      </p:sp>
      <p:sp>
        <p:nvSpPr>
          <p:cNvPr id="21" name="Content Placeholder 6">
            <a:extLst>
              <a:ext uri="{FF2B5EF4-FFF2-40B4-BE49-F238E27FC236}">
                <a16:creationId xmlns:a16="http://schemas.microsoft.com/office/drawing/2014/main" id="{112F3581-3732-4A0B-8F51-60DBC2912C03}"/>
              </a:ext>
            </a:extLst>
          </p:cNvPr>
          <p:cNvSpPr>
            <a:spLocks noGrp="1"/>
          </p:cNvSpPr>
          <p:nvPr>
            <p:ph sz="quarter" idx="20"/>
          </p:nvPr>
        </p:nvSpPr>
        <p:spPr>
          <a:xfrm>
            <a:off x="6431283" y="3263904"/>
            <a:ext cx="5089735" cy="2954017"/>
          </a:xfrm>
        </p:spPr>
        <p:txBody>
          <a:bodyPr>
            <a:noAutofit/>
          </a:bodyPr>
          <a:lstStyle>
            <a:lvl1pPr>
              <a:defRPr sz="1867"/>
            </a:lvl1pPr>
            <a:lvl3pPr>
              <a:defRPr/>
            </a:lvl3pPr>
            <a:lvl4pPr>
              <a:defRPr/>
            </a:lvl4pPr>
            <a:lvl5pPr>
              <a:defRPr/>
            </a:lvl5pPr>
          </a:lstStyle>
          <a:p>
            <a:pPr lvl="0"/>
            <a:r>
              <a:rPr lang="en-US"/>
              <a:t>Click to edit Master text styles</a:t>
            </a:r>
          </a:p>
          <a:p>
            <a:pPr lvl="1"/>
            <a:r>
              <a:rPr lang="en-US"/>
              <a:t>Second level</a:t>
            </a:r>
          </a:p>
          <a:p>
            <a:pPr lvl="2"/>
            <a:r>
              <a:rPr lang="en-US"/>
              <a:t>Third level</a:t>
            </a:r>
          </a:p>
        </p:txBody>
      </p:sp>
      <p:sp>
        <p:nvSpPr>
          <p:cNvPr id="6" name="Title 5">
            <a:extLst>
              <a:ext uri="{FF2B5EF4-FFF2-40B4-BE49-F238E27FC236}">
                <a16:creationId xmlns:a16="http://schemas.microsoft.com/office/drawing/2014/main" id="{AD079F95-85C8-47A7-9EDE-B17DE1BCA47B}"/>
              </a:ext>
            </a:extLst>
          </p:cNvPr>
          <p:cNvSpPr>
            <a:spLocks noGrp="1"/>
          </p:cNvSpPr>
          <p:nvPr>
            <p:ph type="title"/>
          </p:nvPr>
        </p:nvSpPr>
        <p:spPr/>
        <p:txBody>
          <a:bodyPr/>
          <a:lstStyle>
            <a:lvl1pPr>
              <a:defRPr>
                <a:solidFill>
                  <a:schemeClr val="tx1"/>
                </a:solidFill>
              </a:defRPr>
            </a:lvl1pPr>
          </a:lstStyle>
          <a:p>
            <a:r>
              <a:rPr lang="en-US"/>
              <a:t>Click to edit Master title style</a:t>
            </a:r>
            <a:endParaRPr lang="en-IN"/>
          </a:p>
        </p:txBody>
      </p:sp>
      <p:sp>
        <p:nvSpPr>
          <p:cNvPr id="5" name="Date Placeholder 4">
            <a:extLst>
              <a:ext uri="{FF2B5EF4-FFF2-40B4-BE49-F238E27FC236}">
                <a16:creationId xmlns:a16="http://schemas.microsoft.com/office/drawing/2014/main" id="{265C9F09-0F17-E200-7698-6136C575F8D8}"/>
              </a:ext>
            </a:extLst>
          </p:cNvPr>
          <p:cNvSpPr>
            <a:spLocks noGrp="1"/>
          </p:cNvSpPr>
          <p:nvPr>
            <p:ph type="dt" sz="half" idx="21"/>
          </p:nvPr>
        </p:nvSpPr>
        <p:spPr>
          <a:xfrm>
            <a:off x="10439401" y="6419111"/>
            <a:ext cx="800099" cy="366183"/>
          </a:xfrm>
          <a:prstGeom prst="rect">
            <a:avLst/>
          </a:prstGeom>
        </p:spPr>
        <p:txBody>
          <a:bodyPr/>
          <a:lstStyle/>
          <a:p>
            <a:endParaRPr lang="en-IN"/>
          </a:p>
        </p:txBody>
      </p:sp>
      <p:sp>
        <p:nvSpPr>
          <p:cNvPr id="8" name="Slide Number Placeholder 7">
            <a:extLst>
              <a:ext uri="{FF2B5EF4-FFF2-40B4-BE49-F238E27FC236}">
                <a16:creationId xmlns:a16="http://schemas.microsoft.com/office/drawing/2014/main" id="{CBB86011-F89B-BBF8-B07E-55CED78E6F54}"/>
              </a:ext>
            </a:extLst>
          </p:cNvPr>
          <p:cNvSpPr>
            <a:spLocks noGrp="1"/>
          </p:cNvSpPr>
          <p:nvPr>
            <p:ph type="sldNum" sz="quarter" idx="23"/>
          </p:nvPr>
        </p:nvSpPr>
        <p:spPr/>
        <p:txBody>
          <a:bodyPr/>
          <a:lstStyle/>
          <a:p>
            <a:pPr>
              <a:defRPr/>
            </a:pPr>
            <a:fld id="{7B2119CD-3B2D-4CEB-B404-D2E3F8CD6D69}" type="slidenum">
              <a:rPr lang="en-IN" smtClean="0"/>
              <a:pPr>
                <a:defRPr/>
              </a:pPr>
              <a:t>‹#›</a:t>
            </a:fld>
            <a:endParaRPr lang="en-IN"/>
          </a:p>
        </p:txBody>
      </p:sp>
      <p:sp>
        <p:nvSpPr>
          <p:cNvPr id="2" name="Footer Placeholder 4">
            <a:extLst>
              <a:ext uri="{FF2B5EF4-FFF2-40B4-BE49-F238E27FC236}">
                <a16:creationId xmlns:a16="http://schemas.microsoft.com/office/drawing/2014/main" id="{FDC18DD0-BD32-0592-268B-F56A7BCD3BE5}"/>
              </a:ext>
            </a:extLst>
          </p:cNvPr>
          <p:cNvSpPr>
            <a:spLocks noGrp="1"/>
          </p:cNvSpPr>
          <p:nvPr>
            <p:ph type="ftr" sz="quarter" idx="3"/>
          </p:nvPr>
        </p:nvSpPr>
        <p:spPr>
          <a:xfrm>
            <a:off x="8269434" y="6419111"/>
            <a:ext cx="2902527" cy="365125"/>
          </a:xfrm>
          <a:prstGeom prst="rect">
            <a:avLst/>
          </a:prstGeom>
        </p:spPr>
        <p:txBody>
          <a:bodyPr vert="horz" lIns="91440" tIns="45720" rIns="91440" bIns="45720" rtlCol="0" anchor="b" anchorCtr="0"/>
          <a:lstStyle>
            <a:lvl1pPr algn="ctr">
              <a:defRPr lang="en-US" sz="933" kern="1200" dirty="0" smtClean="0">
                <a:solidFill>
                  <a:schemeClr val="tx1"/>
                </a:solidFill>
                <a:latin typeface="+mn-lt"/>
                <a:ea typeface="+mn-ea"/>
                <a:cs typeface="+mn-cs"/>
              </a:defRPr>
            </a:lvl1pPr>
          </a:lstStyle>
          <a:p>
            <a:r>
              <a:rPr lang="en-US"/>
              <a:t>ADC Innovation Pipeline |  1-Aug-25</a:t>
            </a:r>
          </a:p>
        </p:txBody>
      </p:sp>
    </p:spTree>
    <p:extLst>
      <p:ext uri="{BB962C8B-B14F-4D97-AF65-F5344CB8AC3E}">
        <p14:creationId xmlns:p14="http://schemas.microsoft.com/office/powerpoint/2010/main" val="390565785"/>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1_Full Page Chart + Header">
    <p:spTree>
      <p:nvGrpSpPr>
        <p:cNvPr id="1" name=""/>
        <p:cNvGrpSpPr/>
        <p:nvPr/>
      </p:nvGrpSpPr>
      <p:grpSpPr>
        <a:xfrm>
          <a:off x="0" y="0"/>
          <a:ext cx="0" cy="0"/>
          <a:chOff x="0" y="0"/>
          <a:chExt cx="0" cy="0"/>
        </a:xfrm>
      </p:grpSpPr>
      <p:sp>
        <p:nvSpPr>
          <p:cNvPr id="12" name="Text Placeholder 9">
            <a:extLst>
              <a:ext uri="{FF2B5EF4-FFF2-40B4-BE49-F238E27FC236}">
                <a16:creationId xmlns:a16="http://schemas.microsoft.com/office/drawing/2014/main" id="{6DB57EE1-11D5-470C-B633-08E9CE6ABD2E}"/>
              </a:ext>
            </a:extLst>
          </p:cNvPr>
          <p:cNvSpPr>
            <a:spLocks noGrp="1"/>
          </p:cNvSpPr>
          <p:nvPr>
            <p:ph type="body" sz="quarter" idx="10" hasCustomPrompt="1"/>
          </p:nvPr>
        </p:nvSpPr>
        <p:spPr>
          <a:xfrm>
            <a:off x="670565" y="355600"/>
            <a:ext cx="6989233" cy="348813"/>
          </a:xfrm>
          <a:prstGeom prst="rect">
            <a:avLst/>
          </a:prstGeom>
        </p:spPr>
        <p:txBody>
          <a:bodyPr>
            <a:noAutofit/>
          </a:bodyPr>
          <a:lstStyle>
            <a:lvl1pPr>
              <a:defRPr sz="1200" b="0" cap="all" spc="200" baseline="0">
                <a:solidFill>
                  <a:srgbClr val="222731"/>
                </a:solidFill>
                <a:latin typeface="+mn-lt"/>
              </a:defRPr>
            </a:lvl1pPr>
            <a:lvl2pPr marL="0" indent="0">
              <a:buNone/>
              <a:defRPr/>
            </a:lvl2pPr>
          </a:lstStyle>
          <a:p>
            <a:pPr lvl="0"/>
            <a:r>
              <a:rPr lang="en-US"/>
              <a:t>Eyebrow CALIBRI LIGHT 9PT</a:t>
            </a:r>
          </a:p>
        </p:txBody>
      </p:sp>
      <p:sp>
        <p:nvSpPr>
          <p:cNvPr id="14" name="Text Placeholder 4">
            <a:extLst>
              <a:ext uri="{FF2B5EF4-FFF2-40B4-BE49-F238E27FC236}">
                <a16:creationId xmlns:a16="http://schemas.microsoft.com/office/drawing/2014/main" id="{69C8B4ED-99D4-4FA7-951B-B230EC2B1EEC}"/>
              </a:ext>
            </a:extLst>
          </p:cNvPr>
          <p:cNvSpPr>
            <a:spLocks noGrp="1"/>
          </p:cNvSpPr>
          <p:nvPr>
            <p:ph type="body" sz="quarter" idx="20" hasCustomPrompt="1"/>
          </p:nvPr>
        </p:nvSpPr>
        <p:spPr>
          <a:xfrm>
            <a:off x="663615" y="1463943"/>
            <a:ext cx="10850880" cy="365760"/>
          </a:xfrm>
          <a:prstGeom prst="rect">
            <a:avLst/>
          </a:prstGeom>
        </p:spPr>
        <p:txBody>
          <a:bodyPr>
            <a:noAutofit/>
          </a:bodyPr>
          <a:lstStyle>
            <a:lvl1pPr>
              <a:defRPr sz="2133" b="1" cap="none" baseline="0">
                <a:solidFill>
                  <a:schemeClr val="accent3"/>
                </a:solidFill>
                <a:latin typeface="+mj-lt"/>
              </a:defRPr>
            </a:lvl1pPr>
          </a:lstStyle>
          <a:p>
            <a:pPr lvl="0"/>
            <a:r>
              <a:rPr lang="en-US"/>
              <a:t>Click To Edit Chart Title, Calibri, 16pt, Bold</a:t>
            </a:r>
          </a:p>
        </p:txBody>
      </p:sp>
      <p:sp>
        <p:nvSpPr>
          <p:cNvPr id="16" name="Text Placeholder 4">
            <a:extLst>
              <a:ext uri="{FF2B5EF4-FFF2-40B4-BE49-F238E27FC236}">
                <a16:creationId xmlns:a16="http://schemas.microsoft.com/office/drawing/2014/main" id="{9849D2D5-1C25-41F7-91C5-A575937D23D1}"/>
              </a:ext>
            </a:extLst>
          </p:cNvPr>
          <p:cNvSpPr>
            <a:spLocks noGrp="1"/>
          </p:cNvSpPr>
          <p:nvPr>
            <p:ph type="body" sz="quarter" idx="21" hasCustomPrompt="1"/>
          </p:nvPr>
        </p:nvSpPr>
        <p:spPr>
          <a:xfrm>
            <a:off x="663613" y="1826008"/>
            <a:ext cx="10850880" cy="365760"/>
          </a:xfrm>
        </p:spPr>
        <p:txBody>
          <a:bodyPr>
            <a:noAutofit/>
          </a:bodyPr>
          <a:lstStyle>
            <a:lvl1pPr>
              <a:defRPr sz="1867"/>
            </a:lvl1pPr>
          </a:lstStyle>
          <a:p>
            <a:pPr lvl="0"/>
            <a:r>
              <a:rPr lang="en-US"/>
              <a:t>Second level for chart subtitle</a:t>
            </a:r>
          </a:p>
        </p:txBody>
      </p:sp>
      <p:sp>
        <p:nvSpPr>
          <p:cNvPr id="17" name="Chart Placeholder 14">
            <a:extLst>
              <a:ext uri="{FF2B5EF4-FFF2-40B4-BE49-F238E27FC236}">
                <a16:creationId xmlns:a16="http://schemas.microsoft.com/office/drawing/2014/main" id="{5F384281-9885-4DF1-AB32-7D6D158EC4B8}"/>
              </a:ext>
            </a:extLst>
          </p:cNvPr>
          <p:cNvSpPr>
            <a:spLocks noGrp="1"/>
          </p:cNvSpPr>
          <p:nvPr>
            <p:ph type="chart" sz="quarter" idx="22"/>
          </p:nvPr>
        </p:nvSpPr>
        <p:spPr>
          <a:xfrm>
            <a:off x="670560" y="2463800"/>
            <a:ext cx="10861040" cy="3479800"/>
          </a:xfrm>
        </p:spPr>
        <p:txBody>
          <a:bodyPr anchor="ctr"/>
          <a:lstStyle>
            <a:lvl1pPr algn="ctr">
              <a:defRPr>
                <a:latin typeface="+mn-lt"/>
              </a:defRPr>
            </a:lvl1pPr>
          </a:lstStyle>
          <a:p>
            <a:r>
              <a:rPr lang="en-US"/>
              <a:t>Click icon to add chart</a:t>
            </a:r>
          </a:p>
        </p:txBody>
      </p:sp>
      <p:sp>
        <p:nvSpPr>
          <p:cNvPr id="3" name="Title 2">
            <a:extLst>
              <a:ext uri="{FF2B5EF4-FFF2-40B4-BE49-F238E27FC236}">
                <a16:creationId xmlns:a16="http://schemas.microsoft.com/office/drawing/2014/main" id="{09B3C7C1-99C7-46EF-8247-FA3C97B61021}"/>
              </a:ext>
            </a:extLst>
          </p:cNvPr>
          <p:cNvSpPr>
            <a:spLocks noGrp="1"/>
          </p:cNvSpPr>
          <p:nvPr>
            <p:ph type="title"/>
          </p:nvPr>
        </p:nvSpPr>
        <p:spPr/>
        <p:txBody>
          <a:bodyPr/>
          <a:lstStyle>
            <a:lvl1pPr>
              <a:defRPr>
                <a:solidFill>
                  <a:schemeClr val="tx1"/>
                </a:solidFill>
              </a:defRPr>
            </a:lvl1pPr>
          </a:lstStyle>
          <a:p>
            <a:r>
              <a:rPr lang="en-US"/>
              <a:t>Click to edit Master title style</a:t>
            </a:r>
            <a:endParaRPr lang="en-IN"/>
          </a:p>
        </p:txBody>
      </p:sp>
      <p:sp>
        <p:nvSpPr>
          <p:cNvPr id="2" name="Date Placeholder 1">
            <a:extLst>
              <a:ext uri="{FF2B5EF4-FFF2-40B4-BE49-F238E27FC236}">
                <a16:creationId xmlns:a16="http://schemas.microsoft.com/office/drawing/2014/main" id="{991C83A4-3213-43DB-F8EA-322F509A9BA0}"/>
              </a:ext>
            </a:extLst>
          </p:cNvPr>
          <p:cNvSpPr>
            <a:spLocks noGrp="1"/>
          </p:cNvSpPr>
          <p:nvPr>
            <p:ph type="dt" sz="half" idx="23"/>
          </p:nvPr>
        </p:nvSpPr>
        <p:spPr>
          <a:xfrm>
            <a:off x="10439401" y="6419111"/>
            <a:ext cx="800099" cy="366183"/>
          </a:xfrm>
          <a:prstGeom prst="rect">
            <a:avLst/>
          </a:prstGeom>
        </p:spPr>
        <p:txBody>
          <a:bodyPr/>
          <a:lstStyle/>
          <a:p>
            <a:endParaRPr lang="en-IN"/>
          </a:p>
        </p:txBody>
      </p:sp>
      <p:sp>
        <p:nvSpPr>
          <p:cNvPr id="8" name="Slide Number Placeholder 7">
            <a:extLst>
              <a:ext uri="{FF2B5EF4-FFF2-40B4-BE49-F238E27FC236}">
                <a16:creationId xmlns:a16="http://schemas.microsoft.com/office/drawing/2014/main" id="{0B4EBCCB-89CE-64E2-DEB8-1C966011F3FD}"/>
              </a:ext>
            </a:extLst>
          </p:cNvPr>
          <p:cNvSpPr>
            <a:spLocks noGrp="1"/>
          </p:cNvSpPr>
          <p:nvPr>
            <p:ph type="sldNum" sz="quarter" idx="25"/>
          </p:nvPr>
        </p:nvSpPr>
        <p:spPr/>
        <p:txBody>
          <a:bodyPr/>
          <a:lstStyle/>
          <a:p>
            <a:pPr>
              <a:defRPr/>
            </a:pPr>
            <a:fld id="{7B2119CD-3B2D-4CEB-B404-D2E3F8CD6D69}" type="slidenum">
              <a:rPr lang="en-IN" smtClean="0"/>
              <a:pPr>
                <a:defRPr/>
              </a:pPr>
              <a:t>‹#›</a:t>
            </a:fld>
            <a:endParaRPr lang="en-IN"/>
          </a:p>
        </p:txBody>
      </p:sp>
      <p:sp>
        <p:nvSpPr>
          <p:cNvPr id="4" name="Footer Placeholder 4">
            <a:extLst>
              <a:ext uri="{FF2B5EF4-FFF2-40B4-BE49-F238E27FC236}">
                <a16:creationId xmlns:a16="http://schemas.microsoft.com/office/drawing/2014/main" id="{979074CD-9327-692E-84A0-BAB2DD7445BB}"/>
              </a:ext>
            </a:extLst>
          </p:cNvPr>
          <p:cNvSpPr>
            <a:spLocks noGrp="1"/>
          </p:cNvSpPr>
          <p:nvPr>
            <p:ph type="ftr" sz="quarter" idx="3"/>
          </p:nvPr>
        </p:nvSpPr>
        <p:spPr>
          <a:xfrm>
            <a:off x="8269434" y="6419111"/>
            <a:ext cx="2902527" cy="365125"/>
          </a:xfrm>
          <a:prstGeom prst="rect">
            <a:avLst/>
          </a:prstGeom>
        </p:spPr>
        <p:txBody>
          <a:bodyPr vert="horz" lIns="91440" tIns="45720" rIns="91440" bIns="45720" rtlCol="0" anchor="b" anchorCtr="0"/>
          <a:lstStyle>
            <a:lvl1pPr algn="ctr">
              <a:defRPr lang="en-US" sz="933" kern="1200" dirty="0" smtClean="0">
                <a:solidFill>
                  <a:schemeClr val="tx1"/>
                </a:solidFill>
                <a:latin typeface="+mn-lt"/>
                <a:ea typeface="+mn-ea"/>
                <a:cs typeface="+mn-cs"/>
              </a:defRPr>
            </a:lvl1pPr>
          </a:lstStyle>
          <a:p>
            <a:r>
              <a:rPr lang="en-US"/>
              <a:t>ADC Innovation Pipeline |  1-Aug-25</a:t>
            </a:r>
          </a:p>
        </p:txBody>
      </p:sp>
    </p:spTree>
    <p:extLst>
      <p:ext uri="{BB962C8B-B14F-4D97-AF65-F5344CB8AC3E}">
        <p14:creationId xmlns:p14="http://schemas.microsoft.com/office/powerpoint/2010/main" val="1989544737"/>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1_Full Page Table + Header">
    <p:spTree>
      <p:nvGrpSpPr>
        <p:cNvPr id="1" name=""/>
        <p:cNvGrpSpPr/>
        <p:nvPr/>
      </p:nvGrpSpPr>
      <p:grpSpPr>
        <a:xfrm>
          <a:off x="0" y="0"/>
          <a:ext cx="0" cy="0"/>
          <a:chOff x="0" y="0"/>
          <a:chExt cx="0" cy="0"/>
        </a:xfrm>
      </p:grpSpPr>
      <p:sp>
        <p:nvSpPr>
          <p:cNvPr id="13" name="Text Placeholder 9">
            <a:extLst>
              <a:ext uri="{FF2B5EF4-FFF2-40B4-BE49-F238E27FC236}">
                <a16:creationId xmlns:a16="http://schemas.microsoft.com/office/drawing/2014/main" id="{E4099E12-93CF-4238-950D-B699BBED1B97}"/>
              </a:ext>
            </a:extLst>
          </p:cNvPr>
          <p:cNvSpPr>
            <a:spLocks noGrp="1"/>
          </p:cNvSpPr>
          <p:nvPr>
            <p:ph type="body" sz="quarter" idx="10" hasCustomPrompt="1"/>
          </p:nvPr>
        </p:nvSpPr>
        <p:spPr>
          <a:xfrm>
            <a:off x="670565" y="355600"/>
            <a:ext cx="6989233" cy="348813"/>
          </a:xfrm>
          <a:prstGeom prst="rect">
            <a:avLst/>
          </a:prstGeom>
        </p:spPr>
        <p:txBody>
          <a:bodyPr>
            <a:noAutofit/>
          </a:bodyPr>
          <a:lstStyle>
            <a:lvl1pPr>
              <a:defRPr sz="1200" b="0" cap="all" spc="200" baseline="0">
                <a:solidFill>
                  <a:srgbClr val="222731"/>
                </a:solidFill>
                <a:latin typeface="+mn-lt"/>
              </a:defRPr>
            </a:lvl1pPr>
            <a:lvl2pPr marL="0" indent="0">
              <a:buNone/>
              <a:defRPr/>
            </a:lvl2pPr>
          </a:lstStyle>
          <a:p>
            <a:pPr lvl="0"/>
            <a:r>
              <a:rPr lang="en-US"/>
              <a:t>Eyebrow CALIBRI LIGHT 9PT</a:t>
            </a:r>
          </a:p>
        </p:txBody>
      </p:sp>
      <p:sp>
        <p:nvSpPr>
          <p:cNvPr id="16" name="Text Placeholder 4">
            <a:extLst>
              <a:ext uri="{FF2B5EF4-FFF2-40B4-BE49-F238E27FC236}">
                <a16:creationId xmlns:a16="http://schemas.microsoft.com/office/drawing/2014/main" id="{2FAF8700-F002-4A2F-B04A-6FE90BE6FD35}"/>
              </a:ext>
            </a:extLst>
          </p:cNvPr>
          <p:cNvSpPr>
            <a:spLocks noGrp="1"/>
          </p:cNvSpPr>
          <p:nvPr>
            <p:ph type="body" sz="quarter" idx="20" hasCustomPrompt="1"/>
          </p:nvPr>
        </p:nvSpPr>
        <p:spPr>
          <a:xfrm>
            <a:off x="663615" y="1463943"/>
            <a:ext cx="10850880" cy="365760"/>
          </a:xfrm>
          <a:prstGeom prst="rect">
            <a:avLst/>
          </a:prstGeom>
        </p:spPr>
        <p:txBody>
          <a:bodyPr>
            <a:noAutofit/>
          </a:bodyPr>
          <a:lstStyle>
            <a:lvl1pPr>
              <a:defRPr sz="2133" b="1" cap="none" baseline="0">
                <a:solidFill>
                  <a:schemeClr val="accent3"/>
                </a:solidFill>
                <a:latin typeface="+mj-lt"/>
              </a:defRPr>
            </a:lvl1pPr>
          </a:lstStyle>
          <a:p>
            <a:pPr lvl="0"/>
            <a:r>
              <a:rPr lang="en-US"/>
              <a:t>Click to Edit Table Title, Calibri, 16pt, Bold</a:t>
            </a:r>
          </a:p>
        </p:txBody>
      </p:sp>
      <p:sp>
        <p:nvSpPr>
          <p:cNvPr id="17" name="Text Placeholder 4">
            <a:extLst>
              <a:ext uri="{FF2B5EF4-FFF2-40B4-BE49-F238E27FC236}">
                <a16:creationId xmlns:a16="http://schemas.microsoft.com/office/drawing/2014/main" id="{CBF897FA-2891-4141-ADA3-1B87FB5BC58E}"/>
              </a:ext>
            </a:extLst>
          </p:cNvPr>
          <p:cNvSpPr>
            <a:spLocks noGrp="1"/>
          </p:cNvSpPr>
          <p:nvPr>
            <p:ph type="body" sz="quarter" idx="21" hasCustomPrompt="1"/>
          </p:nvPr>
        </p:nvSpPr>
        <p:spPr>
          <a:xfrm>
            <a:off x="663613" y="1826008"/>
            <a:ext cx="10850880" cy="365760"/>
          </a:xfrm>
        </p:spPr>
        <p:txBody>
          <a:bodyPr>
            <a:noAutofit/>
          </a:bodyPr>
          <a:lstStyle>
            <a:lvl1pPr>
              <a:defRPr sz="1867"/>
            </a:lvl1pPr>
          </a:lstStyle>
          <a:p>
            <a:pPr lvl="0"/>
            <a:r>
              <a:rPr lang="en-US"/>
              <a:t>Second level for table subtitle</a:t>
            </a:r>
          </a:p>
        </p:txBody>
      </p:sp>
      <p:sp>
        <p:nvSpPr>
          <p:cNvPr id="18" name="Table Placeholder 4">
            <a:extLst>
              <a:ext uri="{FF2B5EF4-FFF2-40B4-BE49-F238E27FC236}">
                <a16:creationId xmlns:a16="http://schemas.microsoft.com/office/drawing/2014/main" id="{2EA10139-92DE-45F7-A9D8-ABD6CC72C084}"/>
              </a:ext>
            </a:extLst>
          </p:cNvPr>
          <p:cNvSpPr>
            <a:spLocks noGrp="1"/>
          </p:cNvSpPr>
          <p:nvPr>
            <p:ph type="tbl" sz="quarter" idx="22"/>
          </p:nvPr>
        </p:nvSpPr>
        <p:spPr>
          <a:xfrm>
            <a:off x="670561" y="2463800"/>
            <a:ext cx="10867987" cy="3479800"/>
          </a:xfrm>
        </p:spPr>
        <p:txBody>
          <a:bodyPr anchor="ctr"/>
          <a:lstStyle>
            <a:lvl1pPr algn="ctr">
              <a:defRPr>
                <a:latin typeface="+mn-lt"/>
              </a:defRPr>
            </a:lvl1pPr>
          </a:lstStyle>
          <a:p>
            <a:r>
              <a:rPr lang="en-US"/>
              <a:t>Click icon to add table</a:t>
            </a:r>
          </a:p>
        </p:txBody>
      </p:sp>
      <p:sp>
        <p:nvSpPr>
          <p:cNvPr id="6" name="Title 5">
            <a:extLst>
              <a:ext uri="{FF2B5EF4-FFF2-40B4-BE49-F238E27FC236}">
                <a16:creationId xmlns:a16="http://schemas.microsoft.com/office/drawing/2014/main" id="{1D78DA13-52C4-4A1D-BD59-DC0D557C1771}"/>
              </a:ext>
            </a:extLst>
          </p:cNvPr>
          <p:cNvSpPr>
            <a:spLocks noGrp="1"/>
          </p:cNvSpPr>
          <p:nvPr>
            <p:ph type="title"/>
          </p:nvPr>
        </p:nvSpPr>
        <p:spPr/>
        <p:txBody>
          <a:bodyPr/>
          <a:lstStyle>
            <a:lvl1pPr>
              <a:defRPr>
                <a:solidFill>
                  <a:schemeClr val="tx1"/>
                </a:solidFill>
              </a:defRPr>
            </a:lvl1pPr>
          </a:lstStyle>
          <a:p>
            <a:r>
              <a:rPr lang="en-US"/>
              <a:t>Click to edit Master title style</a:t>
            </a:r>
            <a:endParaRPr lang="en-IN"/>
          </a:p>
        </p:txBody>
      </p:sp>
      <p:sp>
        <p:nvSpPr>
          <p:cNvPr id="5" name="Date Placeholder 4">
            <a:extLst>
              <a:ext uri="{FF2B5EF4-FFF2-40B4-BE49-F238E27FC236}">
                <a16:creationId xmlns:a16="http://schemas.microsoft.com/office/drawing/2014/main" id="{B9D9ACB4-3DFF-DFFA-0298-5E7DF47DFD43}"/>
              </a:ext>
            </a:extLst>
          </p:cNvPr>
          <p:cNvSpPr>
            <a:spLocks noGrp="1"/>
          </p:cNvSpPr>
          <p:nvPr>
            <p:ph type="dt" sz="half" idx="23"/>
          </p:nvPr>
        </p:nvSpPr>
        <p:spPr>
          <a:xfrm>
            <a:off x="10439401" y="6419111"/>
            <a:ext cx="800099" cy="366183"/>
          </a:xfrm>
          <a:prstGeom prst="rect">
            <a:avLst/>
          </a:prstGeom>
        </p:spPr>
        <p:txBody>
          <a:bodyPr/>
          <a:lstStyle/>
          <a:p>
            <a:endParaRPr lang="en-IN"/>
          </a:p>
        </p:txBody>
      </p:sp>
      <p:sp>
        <p:nvSpPr>
          <p:cNvPr id="8" name="Slide Number Placeholder 7">
            <a:extLst>
              <a:ext uri="{FF2B5EF4-FFF2-40B4-BE49-F238E27FC236}">
                <a16:creationId xmlns:a16="http://schemas.microsoft.com/office/drawing/2014/main" id="{85738EC4-62FD-B0E8-AF85-B65B8A2EB6DD}"/>
              </a:ext>
            </a:extLst>
          </p:cNvPr>
          <p:cNvSpPr>
            <a:spLocks noGrp="1"/>
          </p:cNvSpPr>
          <p:nvPr>
            <p:ph type="sldNum" sz="quarter" idx="25"/>
          </p:nvPr>
        </p:nvSpPr>
        <p:spPr/>
        <p:txBody>
          <a:bodyPr/>
          <a:lstStyle/>
          <a:p>
            <a:pPr>
              <a:defRPr/>
            </a:pPr>
            <a:fld id="{7B2119CD-3B2D-4CEB-B404-D2E3F8CD6D69}" type="slidenum">
              <a:rPr lang="en-IN" smtClean="0"/>
              <a:pPr>
                <a:defRPr/>
              </a:pPr>
              <a:t>‹#›</a:t>
            </a:fld>
            <a:endParaRPr lang="en-IN"/>
          </a:p>
        </p:txBody>
      </p:sp>
      <p:sp>
        <p:nvSpPr>
          <p:cNvPr id="2" name="Footer Placeholder 4">
            <a:extLst>
              <a:ext uri="{FF2B5EF4-FFF2-40B4-BE49-F238E27FC236}">
                <a16:creationId xmlns:a16="http://schemas.microsoft.com/office/drawing/2014/main" id="{5A86782B-BA61-A41E-3607-7C476BE0CFE5}"/>
              </a:ext>
            </a:extLst>
          </p:cNvPr>
          <p:cNvSpPr>
            <a:spLocks noGrp="1"/>
          </p:cNvSpPr>
          <p:nvPr>
            <p:ph type="ftr" sz="quarter" idx="3"/>
          </p:nvPr>
        </p:nvSpPr>
        <p:spPr>
          <a:xfrm>
            <a:off x="8269434" y="6419111"/>
            <a:ext cx="2902527" cy="365125"/>
          </a:xfrm>
          <a:prstGeom prst="rect">
            <a:avLst/>
          </a:prstGeom>
        </p:spPr>
        <p:txBody>
          <a:bodyPr vert="horz" lIns="91440" tIns="45720" rIns="91440" bIns="45720" rtlCol="0" anchor="b" anchorCtr="0"/>
          <a:lstStyle>
            <a:lvl1pPr algn="ctr">
              <a:defRPr lang="en-US" sz="933" kern="1200" dirty="0" smtClean="0">
                <a:solidFill>
                  <a:schemeClr val="tx1"/>
                </a:solidFill>
                <a:latin typeface="+mn-lt"/>
                <a:ea typeface="+mn-ea"/>
                <a:cs typeface="+mn-cs"/>
              </a:defRPr>
            </a:lvl1pPr>
          </a:lstStyle>
          <a:p>
            <a:r>
              <a:rPr lang="en-US"/>
              <a:t>ADC Innovation Pipeline |  1-Aug-25</a:t>
            </a:r>
          </a:p>
        </p:txBody>
      </p:sp>
    </p:spTree>
    <p:extLst>
      <p:ext uri="{BB962C8B-B14F-4D97-AF65-F5344CB8AC3E}">
        <p14:creationId xmlns:p14="http://schemas.microsoft.com/office/powerpoint/2010/main" val="3679250510"/>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2_Title Only">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CC2773AC-CB5F-4692-8614-145FCB812285}"/>
              </a:ext>
            </a:extLst>
          </p:cNvPr>
          <p:cNvSpPr>
            <a:spLocks noGrp="1"/>
          </p:cNvSpPr>
          <p:nvPr>
            <p:ph type="body" sz="quarter" idx="10" hasCustomPrompt="1"/>
          </p:nvPr>
        </p:nvSpPr>
        <p:spPr>
          <a:xfrm>
            <a:off x="670564" y="355600"/>
            <a:ext cx="7299063" cy="348813"/>
          </a:xfrm>
          <a:prstGeom prst="rect">
            <a:avLst/>
          </a:prstGeom>
        </p:spPr>
        <p:txBody>
          <a:bodyPr>
            <a:noAutofit/>
          </a:bodyPr>
          <a:lstStyle>
            <a:lvl1pPr>
              <a:defRPr sz="1200" b="0" cap="all" spc="200" baseline="0">
                <a:solidFill>
                  <a:srgbClr val="222731"/>
                </a:solidFill>
                <a:latin typeface="+mn-lt"/>
              </a:defRPr>
            </a:lvl1pPr>
            <a:lvl2pPr marL="0" indent="0">
              <a:buNone/>
              <a:defRPr/>
            </a:lvl2pPr>
          </a:lstStyle>
          <a:p>
            <a:pPr lvl="0"/>
            <a:r>
              <a:rPr lang="en-US"/>
              <a:t>Eyebrow CALIBRI LIGHT 9PT</a:t>
            </a:r>
          </a:p>
        </p:txBody>
      </p:sp>
      <p:sp>
        <p:nvSpPr>
          <p:cNvPr id="3" name="Title 2">
            <a:extLst>
              <a:ext uri="{FF2B5EF4-FFF2-40B4-BE49-F238E27FC236}">
                <a16:creationId xmlns:a16="http://schemas.microsoft.com/office/drawing/2014/main" id="{3F2BE9E2-7A7D-4BED-96F2-45B5703A2DAB}"/>
              </a:ext>
            </a:extLst>
          </p:cNvPr>
          <p:cNvSpPr>
            <a:spLocks noGrp="1"/>
          </p:cNvSpPr>
          <p:nvPr>
            <p:ph type="title"/>
          </p:nvPr>
        </p:nvSpPr>
        <p:spPr/>
        <p:txBody>
          <a:bodyPr/>
          <a:lstStyle>
            <a:lvl1pPr>
              <a:defRPr>
                <a:solidFill>
                  <a:schemeClr val="tx1"/>
                </a:solidFill>
              </a:defRPr>
            </a:lvl1pPr>
          </a:lstStyle>
          <a:p>
            <a:r>
              <a:rPr lang="en-US"/>
              <a:t>Click to edit Master title style</a:t>
            </a:r>
            <a:endParaRPr lang="en-IN"/>
          </a:p>
        </p:txBody>
      </p:sp>
      <p:sp>
        <p:nvSpPr>
          <p:cNvPr id="2" name="Date Placeholder 1">
            <a:extLst>
              <a:ext uri="{FF2B5EF4-FFF2-40B4-BE49-F238E27FC236}">
                <a16:creationId xmlns:a16="http://schemas.microsoft.com/office/drawing/2014/main" id="{046B90F8-3807-E07A-CB9E-0A2A3A7C1483}"/>
              </a:ext>
            </a:extLst>
          </p:cNvPr>
          <p:cNvSpPr>
            <a:spLocks noGrp="1"/>
          </p:cNvSpPr>
          <p:nvPr>
            <p:ph type="dt" sz="half" idx="11"/>
          </p:nvPr>
        </p:nvSpPr>
        <p:spPr>
          <a:xfrm>
            <a:off x="10439401" y="6419111"/>
            <a:ext cx="800099" cy="366183"/>
          </a:xfrm>
          <a:prstGeom prst="rect">
            <a:avLst/>
          </a:prstGeom>
        </p:spPr>
        <p:txBody>
          <a:bodyPr/>
          <a:lstStyle/>
          <a:p>
            <a:endParaRPr lang="en-IN"/>
          </a:p>
        </p:txBody>
      </p:sp>
      <p:sp>
        <p:nvSpPr>
          <p:cNvPr id="8" name="Slide Number Placeholder 7">
            <a:extLst>
              <a:ext uri="{FF2B5EF4-FFF2-40B4-BE49-F238E27FC236}">
                <a16:creationId xmlns:a16="http://schemas.microsoft.com/office/drawing/2014/main" id="{39C99BF5-7BE3-5476-C8DE-FBA3E978E7F4}"/>
              </a:ext>
            </a:extLst>
          </p:cNvPr>
          <p:cNvSpPr>
            <a:spLocks noGrp="1"/>
          </p:cNvSpPr>
          <p:nvPr>
            <p:ph type="sldNum" sz="quarter" idx="13"/>
          </p:nvPr>
        </p:nvSpPr>
        <p:spPr/>
        <p:txBody>
          <a:bodyPr/>
          <a:lstStyle/>
          <a:p>
            <a:pPr>
              <a:defRPr/>
            </a:pPr>
            <a:fld id="{7B2119CD-3B2D-4CEB-B404-D2E3F8CD6D69}" type="slidenum">
              <a:rPr lang="en-IN" smtClean="0"/>
              <a:pPr>
                <a:defRPr/>
              </a:pPr>
              <a:t>‹#›</a:t>
            </a:fld>
            <a:endParaRPr lang="en-IN"/>
          </a:p>
        </p:txBody>
      </p:sp>
      <p:sp>
        <p:nvSpPr>
          <p:cNvPr id="4" name="Footer Placeholder 4">
            <a:extLst>
              <a:ext uri="{FF2B5EF4-FFF2-40B4-BE49-F238E27FC236}">
                <a16:creationId xmlns:a16="http://schemas.microsoft.com/office/drawing/2014/main" id="{CBE2D06F-0D81-2E44-46A0-5BFFA3CD5B10}"/>
              </a:ext>
            </a:extLst>
          </p:cNvPr>
          <p:cNvSpPr>
            <a:spLocks noGrp="1"/>
          </p:cNvSpPr>
          <p:nvPr>
            <p:ph type="ftr" sz="quarter" idx="3"/>
          </p:nvPr>
        </p:nvSpPr>
        <p:spPr>
          <a:xfrm>
            <a:off x="8269434" y="6419111"/>
            <a:ext cx="2902527" cy="365125"/>
          </a:xfrm>
          <a:prstGeom prst="rect">
            <a:avLst/>
          </a:prstGeom>
        </p:spPr>
        <p:txBody>
          <a:bodyPr vert="horz" lIns="91440" tIns="45720" rIns="91440" bIns="45720" rtlCol="0" anchor="b" anchorCtr="0"/>
          <a:lstStyle>
            <a:lvl1pPr algn="ctr">
              <a:defRPr lang="en-US" sz="933" kern="1200" dirty="0" smtClean="0">
                <a:solidFill>
                  <a:schemeClr val="tx1"/>
                </a:solidFill>
                <a:latin typeface="+mn-lt"/>
                <a:ea typeface="+mn-ea"/>
                <a:cs typeface="+mn-cs"/>
              </a:defRPr>
            </a:lvl1pPr>
          </a:lstStyle>
          <a:p>
            <a:r>
              <a:rPr lang="en-US"/>
              <a:t>ADC Innovation Pipeline |  1-Aug-25</a:t>
            </a:r>
          </a:p>
        </p:txBody>
      </p:sp>
    </p:spTree>
    <p:extLst>
      <p:ext uri="{BB962C8B-B14F-4D97-AF65-F5344CB8AC3E}">
        <p14:creationId xmlns:p14="http://schemas.microsoft.com/office/powerpoint/2010/main" val="2507514673"/>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1_Title Only YW">
    <p:bg>
      <p:bgPr>
        <a:solidFill>
          <a:schemeClr val="tx2"/>
        </a:solidFill>
        <a:effectLst/>
      </p:bgPr>
    </p:bg>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CC2773AC-CB5F-4692-8614-145FCB812285}"/>
              </a:ext>
            </a:extLst>
          </p:cNvPr>
          <p:cNvSpPr>
            <a:spLocks noGrp="1"/>
          </p:cNvSpPr>
          <p:nvPr>
            <p:ph type="body" sz="quarter" idx="10" hasCustomPrompt="1"/>
          </p:nvPr>
        </p:nvSpPr>
        <p:spPr>
          <a:xfrm>
            <a:off x="670564" y="355600"/>
            <a:ext cx="7299063" cy="348813"/>
          </a:xfrm>
          <a:prstGeom prst="rect">
            <a:avLst/>
          </a:prstGeom>
        </p:spPr>
        <p:txBody>
          <a:bodyPr>
            <a:noAutofit/>
          </a:bodyPr>
          <a:lstStyle>
            <a:lvl1pPr>
              <a:defRPr sz="1200" b="0" cap="all" spc="200" baseline="0">
                <a:solidFill>
                  <a:srgbClr val="222731"/>
                </a:solidFill>
                <a:latin typeface="+mn-lt"/>
              </a:defRPr>
            </a:lvl1pPr>
            <a:lvl2pPr marL="0" indent="0">
              <a:buNone/>
              <a:defRPr/>
            </a:lvl2pPr>
          </a:lstStyle>
          <a:p>
            <a:pPr lvl="0"/>
            <a:r>
              <a:rPr lang="en-US"/>
              <a:t>Eyebrow CALIBRI LIGHT 9PT</a:t>
            </a:r>
          </a:p>
        </p:txBody>
      </p:sp>
      <p:sp>
        <p:nvSpPr>
          <p:cNvPr id="3" name="Title 2">
            <a:extLst>
              <a:ext uri="{FF2B5EF4-FFF2-40B4-BE49-F238E27FC236}">
                <a16:creationId xmlns:a16="http://schemas.microsoft.com/office/drawing/2014/main" id="{3F2BE9E2-7A7D-4BED-96F2-45B5703A2DAB}"/>
              </a:ext>
            </a:extLst>
          </p:cNvPr>
          <p:cNvSpPr>
            <a:spLocks noGrp="1"/>
          </p:cNvSpPr>
          <p:nvPr>
            <p:ph type="title"/>
          </p:nvPr>
        </p:nvSpPr>
        <p:spPr/>
        <p:txBody>
          <a:bodyPr/>
          <a:lstStyle>
            <a:lvl1pPr>
              <a:defRPr>
                <a:solidFill>
                  <a:schemeClr val="tx1"/>
                </a:solidFill>
              </a:defRPr>
            </a:lvl1pPr>
          </a:lstStyle>
          <a:p>
            <a:r>
              <a:rPr lang="en-US"/>
              <a:t>Click to edit Master title style</a:t>
            </a:r>
            <a:endParaRPr lang="en-IN"/>
          </a:p>
        </p:txBody>
      </p:sp>
      <p:sp>
        <p:nvSpPr>
          <p:cNvPr id="2" name="Date Placeholder 1">
            <a:extLst>
              <a:ext uri="{FF2B5EF4-FFF2-40B4-BE49-F238E27FC236}">
                <a16:creationId xmlns:a16="http://schemas.microsoft.com/office/drawing/2014/main" id="{046B90F8-3807-E07A-CB9E-0A2A3A7C1483}"/>
              </a:ext>
            </a:extLst>
          </p:cNvPr>
          <p:cNvSpPr>
            <a:spLocks noGrp="1"/>
          </p:cNvSpPr>
          <p:nvPr>
            <p:ph type="dt" sz="half" idx="11"/>
          </p:nvPr>
        </p:nvSpPr>
        <p:spPr>
          <a:xfrm>
            <a:off x="10439401" y="6419111"/>
            <a:ext cx="800099" cy="366183"/>
          </a:xfrm>
          <a:prstGeom prst="rect">
            <a:avLst/>
          </a:prstGeom>
        </p:spPr>
        <p:txBody>
          <a:bodyPr/>
          <a:lstStyle/>
          <a:p>
            <a:endParaRPr lang="en-IN"/>
          </a:p>
        </p:txBody>
      </p:sp>
      <p:sp>
        <p:nvSpPr>
          <p:cNvPr id="8" name="Slide Number Placeholder 7">
            <a:extLst>
              <a:ext uri="{FF2B5EF4-FFF2-40B4-BE49-F238E27FC236}">
                <a16:creationId xmlns:a16="http://schemas.microsoft.com/office/drawing/2014/main" id="{39C99BF5-7BE3-5476-C8DE-FBA3E978E7F4}"/>
              </a:ext>
            </a:extLst>
          </p:cNvPr>
          <p:cNvSpPr>
            <a:spLocks noGrp="1"/>
          </p:cNvSpPr>
          <p:nvPr>
            <p:ph type="sldNum" sz="quarter" idx="13"/>
          </p:nvPr>
        </p:nvSpPr>
        <p:spPr/>
        <p:txBody>
          <a:bodyPr/>
          <a:lstStyle/>
          <a:p>
            <a:pPr>
              <a:defRPr/>
            </a:pPr>
            <a:fld id="{7B2119CD-3B2D-4CEB-B404-D2E3F8CD6D69}" type="slidenum">
              <a:rPr lang="en-IN" smtClean="0"/>
              <a:pPr>
                <a:defRPr/>
              </a:pPr>
              <a:t>‹#›</a:t>
            </a:fld>
            <a:endParaRPr lang="en-IN"/>
          </a:p>
        </p:txBody>
      </p:sp>
      <p:sp>
        <p:nvSpPr>
          <p:cNvPr id="4" name="Footer Placeholder 4">
            <a:extLst>
              <a:ext uri="{FF2B5EF4-FFF2-40B4-BE49-F238E27FC236}">
                <a16:creationId xmlns:a16="http://schemas.microsoft.com/office/drawing/2014/main" id="{E28C5D75-5970-8B92-09BB-A6A23939297E}"/>
              </a:ext>
            </a:extLst>
          </p:cNvPr>
          <p:cNvSpPr>
            <a:spLocks noGrp="1"/>
          </p:cNvSpPr>
          <p:nvPr>
            <p:ph type="ftr" sz="quarter" idx="3"/>
          </p:nvPr>
        </p:nvSpPr>
        <p:spPr>
          <a:xfrm>
            <a:off x="8269434" y="6419111"/>
            <a:ext cx="2902527" cy="365125"/>
          </a:xfrm>
          <a:prstGeom prst="rect">
            <a:avLst/>
          </a:prstGeom>
        </p:spPr>
        <p:txBody>
          <a:bodyPr vert="horz" lIns="91440" tIns="45720" rIns="91440" bIns="45720" rtlCol="0" anchor="b" anchorCtr="0"/>
          <a:lstStyle>
            <a:lvl1pPr algn="ctr">
              <a:defRPr lang="en-US" sz="933" kern="1200" dirty="0" smtClean="0">
                <a:solidFill>
                  <a:schemeClr val="tx1"/>
                </a:solidFill>
                <a:latin typeface="+mn-lt"/>
                <a:ea typeface="+mn-ea"/>
                <a:cs typeface="+mn-cs"/>
              </a:defRPr>
            </a:lvl1pPr>
          </a:lstStyle>
          <a:p>
            <a:r>
              <a:rPr lang="en-US"/>
              <a:t>ADC Innovation Pipeline |  1-Aug-25</a:t>
            </a:r>
          </a:p>
        </p:txBody>
      </p:sp>
    </p:spTree>
    <p:extLst>
      <p:ext uri="{BB962C8B-B14F-4D97-AF65-F5344CB8AC3E}">
        <p14:creationId xmlns:p14="http://schemas.microsoft.com/office/powerpoint/2010/main" val="3802339441"/>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76.xml><?xml version="1.0" encoding="utf-8"?>
<p:sldLayout xmlns:a="http://schemas.openxmlformats.org/drawingml/2006/main" xmlns:r="http://schemas.openxmlformats.org/officeDocument/2006/relationships" xmlns:p="http://schemas.openxmlformats.org/presentationml/2006/main" showMasterSp="0" preserve="1" userDrawn="1">
  <p:cSld name="2_Title Only Charcoal">
    <p:bg>
      <p:bgPr>
        <a:solidFill>
          <a:schemeClr val="tx1"/>
        </a:solidFill>
        <a:effectLst/>
      </p:bgPr>
    </p:bg>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CC2773AC-CB5F-4692-8614-145FCB812285}"/>
              </a:ext>
            </a:extLst>
          </p:cNvPr>
          <p:cNvSpPr>
            <a:spLocks noGrp="1"/>
          </p:cNvSpPr>
          <p:nvPr>
            <p:ph type="body" sz="quarter" idx="10" hasCustomPrompt="1"/>
          </p:nvPr>
        </p:nvSpPr>
        <p:spPr>
          <a:xfrm>
            <a:off x="670564" y="355600"/>
            <a:ext cx="7299063" cy="348813"/>
          </a:xfrm>
          <a:prstGeom prst="rect">
            <a:avLst/>
          </a:prstGeom>
        </p:spPr>
        <p:txBody>
          <a:bodyPr>
            <a:noAutofit/>
          </a:bodyPr>
          <a:lstStyle>
            <a:lvl1pPr>
              <a:defRPr sz="1200" b="0" cap="all" spc="200" baseline="0">
                <a:solidFill>
                  <a:schemeClr val="bg1"/>
                </a:solidFill>
                <a:latin typeface="+mn-lt"/>
              </a:defRPr>
            </a:lvl1pPr>
            <a:lvl2pPr marL="0" indent="0">
              <a:buNone/>
              <a:defRPr/>
            </a:lvl2pPr>
          </a:lstStyle>
          <a:p>
            <a:pPr lvl="0"/>
            <a:r>
              <a:rPr lang="en-US"/>
              <a:t>Eyebrow CALIBRI LIGHT 9PT</a:t>
            </a:r>
          </a:p>
        </p:txBody>
      </p:sp>
      <p:sp>
        <p:nvSpPr>
          <p:cNvPr id="3" name="Title 2">
            <a:extLst>
              <a:ext uri="{FF2B5EF4-FFF2-40B4-BE49-F238E27FC236}">
                <a16:creationId xmlns:a16="http://schemas.microsoft.com/office/drawing/2014/main" id="{3F2BE9E2-7A7D-4BED-96F2-45B5703A2DAB}"/>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en-IN"/>
          </a:p>
        </p:txBody>
      </p:sp>
      <p:sp>
        <p:nvSpPr>
          <p:cNvPr id="2" name="Date Placeholder 1">
            <a:extLst>
              <a:ext uri="{FF2B5EF4-FFF2-40B4-BE49-F238E27FC236}">
                <a16:creationId xmlns:a16="http://schemas.microsoft.com/office/drawing/2014/main" id="{046B90F8-3807-E07A-CB9E-0A2A3A7C1483}"/>
              </a:ext>
            </a:extLst>
          </p:cNvPr>
          <p:cNvSpPr>
            <a:spLocks noGrp="1"/>
          </p:cNvSpPr>
          <p:nvPr>
            <p:ph type="dt" sz="half" idx="11"/>
          </p:nvPr>
        </p:nvSpPr>
        <p:spPr>
          <a:xfrm>
            <a:off x="10439401" y="6419111"/>
            <a:ext cx="800099" cy="366183"/>
          </a:xfrm>
          <a:prstGeom prst="rect">
            <a:avLst/>
          </a:prstGeom>
        </p:spPr>
        <p:txBody>
          <a:bodyPr/>
          <a:lstStyle>
            <a:lvl1pPr>
              <a:defRPr>
                <a:solidFill>
                  <a:schemeClr val="bg1"/>
                </a:solidFill>
              </a:defRPr>
            </a:lvl1pPr>
          </a:lstStyle>
          <a:p>
            <a:endParaRPr lang="en-IN"/>
          </a:p>
        </p:txBody>
      </p:sp>
      <p:sp>
        <p:nvSpPr>
          <p:cNvPr id="8" name="Slide Number Placeholder 7">
            <a:extLst>
              <a:ext uri="{FF2B5EF4-FFF2-40B4-BE49-F238E27FC236}">
                <a16:creationId xmlns:a16="http://schemas.microsoft.com/office/drawing/2014/main" id="{39C99BF5-7BE3-5476-C8DE-FBA3E978E7F4}"/>
              </a:ext>
            </a:extLst>
          </p:cNvPr>
          <p:cNvSpPr>
            <a:spLocks noGrp="1"/>
          </p:cNvSpPr>
          <p:nvPr>
            <p:ph type="sldNum" sz="quarter" idx="13"/>
          </p:nvPr>
        </p:nvSpPr>
        <p:spPr/>
        <p:txBody>
          <a:bodyPr/>
          <a:lstStyle>
            <a:lvl1pPr>
              <a:defRPr>
                <a:solidFill>
                  <a:schemeClr val="bg1"/>
                </a:solidFill>
              </a:defRPr>
            </a:lvl1pPr>
          </a:lstStyle>
          <a:p>
            <a:pPr>
              <a:defRPr/>
            </a:pPr>
            <a:fld id="{7B2119CD-3B2D-4CEB-B404-D2E3F8CD6D69}" type="slidenum">
              <a:rPr lang="en-IN" smtClean="0"/>
              <a:pPr>
                <a:defRPr/>
              </a:pPr>
              <a:t>‹#›</a:t>
            </a:fld>
            <a:endParaRPr lang="en-IN"/>
          </a:p>
        </p:txBody>
      </p:sp>
      <p:sp>
        <p:nvSpPr>
          <p:cNvPr id="4" name="Content Placeholder 2">
            <a:extLst>
              <a:ext uri="{FF2B5EF4-FFF2-40B4-BE49-F238E27FC236}">
                <a16:creationId xmlns:a16="http://schemas.microsoft.com/office/drawing/2014/main" id="{CA5AFD72-27FB-60B5-1421-3CA0B8E1CEA4}"/>
              </a:ext>
            </a:extLst>
          </p:cNvPr>
          <p:cNvSpPr txBox="1">
            <a:spLocks/>
          </p:cNvSpPr>
          <p:nvPr userDrawn="1"/>
        </p:nvSpPr>
        <p:spPr bwMode="gray">
          <a:xfrm>
            <a:off x="670563" y="6344073"/>
            <a:ext cx="5082732" cy="374235"/>
          </a:xfrm>
          <a:prstGeom prst="rect">
            <a:avLst/>
          </a:prstGeom>
        </p:spPr>
        <p:txBody>
          <a:bodyPr vert="horz" lIns="0" tIns="0" rIns="0" bIns="0" anchor="b" anchorCtr="0"/>
          <a:lstStyle>
            <a:lvl1pPr marL="0" indent="0" algn="l" defTabSz="457200" rtl="0" eaLnBrk="1" latinLnBrk="0" hangingPunct="1">
              <a:spcBef>
                <a:spcPct val="20000"/>
              </a:spcBef>
              <a:buFont typeface="Arial"/>
              <a:buNone/>
              <a:defRPr sz="900" kern="1200">
                <a:solidFill>
                  <a:schemeClr val="tx1"/>
                </a:solidFill>
                <a:latin typeface="Georgia"/>
                <a:ea typeface="+mn-ea"/>
                <a:cs typeface="Georgia"/>
              </a:defRPr>
            </a:lvl1pPr>
            <a:lvl2pPr marL="457200" indent="0" algn="l" defTabSz="457200" rtl="0" eaLnBrk="1" latinLnBrk="0" hangingPunct="1">
              <a:spcBef>
                <a:spcPct val="20000"/>
              </a:spcBef>
              <a:buFont typeface="Arial"/>
              <a:buNone/>
              <a:defRPr sz="900" kern="1200">
                <a:solidFill>
                  <a:schemeClr val="tx1"/>
                </a:solidFill>
                <a:latin typeface="Georgia"/>
                <a:ea typeface="+mn-ea"/>
                <a:cs typeface="Georgia"/>
              </a:defRPr>
            </a:lvl2pPr>
            <a:lvl3pPr marL="914400" indent="0" algn="l" defTabSz="457200" rtl="0" eaLnBrk="1" latinLnBrk="0" hangingPunct="1">
              <a:spcBef>
                <a:spcPct val="20000"/>
              </a:spcBef>
              <a:buFont typeface="Arial"/>
              <a:buNone/>
              <a:defRPr sz="900" kern="1200">
                <a:solidFill>
                  <a:schemeClr val="tx1"/>
                </a:solidFill>
                <a:latin typeface="Georgia"/>
                <a:ea typeface="+mn-ea"/>
                <a:cs typeface="Georgia"/>
              </a:defRPr>
            </a:lvl3pPr>
            <a:lvl4pPr marL="1371600" indent="0" algn="l" defTabSz="457200" rtl="0" eaLnBrk="1" latinLnBrk="0" hangingPunct="1">
              <a:spcBef>
                <a:spcPct val="20000"/>
              </a:spcBef>
              <a:buFont typeface="Arial"/>
              <a:buNone/>
              <a:defRPr sz="900" kern="1200">
                <a:solidFill>
                  <a:schemeClr val="tx1"/>
                </a:solidFill>
                <a:latin typeface="Georgia"/>
                <a:ea typeface="+mn-ea"/>
                <a:cs typeface="Georgia"/>
              </a:defRPr>
            </a:lvl4pPr>
            <a:lvl5pPr marL="1828800" indent="0" algn="l" defTabSz="457200" rtl="0" eaLnBrk="1" latinLnBrk="0" hangingPunct="1">
              <a:spcBef>
                <a:spcPct val="20000"/>
              </a:spcBef>
              <a:buFont typeface="Arial"/>
              <a:buNone/>
              <a:defRPr sz="900" kern="1200">
                <a:solidFill>
                  <a:schemeClr val="tx1"/>
                </a:solidFill>
                <a:latin typeface="Georgia"/>
                <a:ea typeface="+mn-ea"/>
                <a:cs typeface="Georgia"/>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l" defTabSz="609555" rtl="0" eaLnBrk="1" fontAlgn="auto" latinLnBrk="0" hangingPunct="1">
              <a:lnSpc>
                <a:spcPct val="100000"/>
              </a:lnSpc>
              <a:spcBef>
                <a:spcPts val="0"/>
              </a:spcBef>
              <a:spcAft>
                <a:spcPts val="0"/>
              </a:spcAft>
              <a:buClrTx/>
              <a:buSzTx/>
              <a:buFont typeface="Arial"/>
              <a:buNone/>
              <a:tabLst/>
              <a:defRPr/>
            </a:pPr>
            <a:r>
              <a:rPr lang="en-US" sz="933" kern="1200">
                <a:solidFill>
                  <a:schemeClr val="bg2"/>
                </a:solidFill>
                <a:latin typeface="+mn-lt"/>
                <a:ea typeface="+mn-ea"/>
                <a:cs typeface="Calibri" panose="020F0502020204030204" pitchFamily="34" charset="0"/>
              </a:rPr>
              <a:t>The sensor housing, FreeStyle, Libre, and related brand marks are marks of Abbott.</a:t>
            </a:r>
          </a:p>
          <a:p>
            <a:pPr>
              <a:spcBef>
                <a:spcPts val="0"/>
              </a:spcBef>
            </a:pPr>
            <a:r>
              <a:rPr lang="en-US" sz="933" kern="1200">
                <a:solidFill>
                  <a:schemeClr val="bg2"/>
                </a:solidFill>
                <a:latin typeface="+mn-lt"/>
                <a:ea typeface="+mn-ea"/>
                <a:cs typeface="Calibri" panose="020F0502020204030204" pitchFamily="34" charset="0"/>
              </a:rPr>
              <a:t>Proprietary and confidential — do not distribute. ADC-XXXXX v1.0</a:t>
            </a:r>
          </a:p>
        </p:txBody>
      </p:sp>
      <p:sp>
        <p:nvSpPr>
          <p:cNvPr id="5" name="Footer Placeholder 4">
            <a:extLst>
              <a:ext uri="{FF2B5EF4-FFF2-40B4-BE49-F238E27FC236}">
                <a16:creationId xmlns:a16="http://schemas.microsoft.com/office/drawing/2014/main" id="{C27E619E-6279-5B7E-31C9-0463E84ED198}"/>
              </a:ext>
            </a:extLst>
          </p:cNvPr>
          <p:cNvSpPr>
            <a:spLocks noGrp="1"/>
          </p:cNvSpPr>
          <p:nvPr>
            <p:ph type="ftr" sz="quarter" idx="3"/>
          </p:nvPr>
        </p:nvSpPr>
        <p:spPr>
          <a:xfrm>
            <a:off x="8269434" y="6419111"/>
            <a:ext cx="2902527" cy="365125"/>
          </a:xfrm>
          <a:prstGeom prst="rect">
            <a:avLst/>
          </a:prstGeom>
        </p:spPr>
        <p:txBody>
          <a:bodyPr vert="horz" lIns="91440" tIns="45720" rIns="91440" bIns="45720" rtlCol="0" anchor="b" anchorCtr="0"/>
          <a:lstStyle>
            <a:lvl1pPr algn="ctr">
              <a:defRPr lang="en-US" sz="933" kern="1200" dirty="0" smtClean="0">
                <a:solidFill>
                  <a:schemeClr val="bg1"/>
                </a:solidFill>
                <a:latin typeface="+mn-lt"/>
                <a:ea typeface="+mn-ea"/>
                <a:cs typeface="+mn-cs"/>
              </a:defRPr>
            </a:lvl1pPr>
          </a:lstStyle>
          <a:p>
            <a:r>
              <a:rPr lang="en-US"/>
              <a:t>ADC Innovation Pipeline |  1-Aug-25</a:t>
            </a:r>
          </a:p>
        </p:txBody>
      </p:sp>
    </p:spTree>
    <p:extLst>
      <p:ext uri="{BB962C8B-B14F-4D97-AF65-F5344CB8AC3E}">
        <p14:creationId xmlns:p14="http://schemas.microsoft.com/office/powerpoint/2010/main" val="3339651069"/>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1_(L) Half-content &amp; image layout">
    <p:spTree>
      <p:nvGrpSpPr>
        <p:cNvPr id="1" name=""/>
        <p:cNvGrpSpPr/>
        <p:nvPr/>
      </p:nvGrpSpPr>
      <p:grpSpPr>
        <a:xfrm>
          <a:off x="0" y="0"/>
          <a:ext cx="0" cy="0"/>
          <a:chOff x="0" y="0"/>
          <a:chExt cx="0" cy="0"/>
        </a:xfrm>
      </p:grpSpPr>
      <p:sp>
        <p:nvSpPr>
          <p:cNvPr id="10" name="Picture Placeholder 9"/>
          <p:cNvSpPr>
            <a:spLocks noGrp="1"/>
          </p:cNvSpPr>
          <p:nvPr>
            <p:ph type="pic" sz="quarter" idx="14" hasCustomPrompt="1"/>
          </p:nvPr>
        </p:nvSpPr>
        <p:spPr>
          <a:xfrm>
            <a:off x="6425187" y="0"/>
            <a:ext cx="5766815" cy="6858000"/>
          </a:xfrm>
          <a:prstGeom prst="rect">
            <a:avLst/>
          </a:prstGeom>
          <a:solidFill>
            <a:srgbClr val="EAEAEA"/>
          </a:solidFill>
          <a:ln>
            <a:noFill/>
          </a:ln>
          <a:effectLst/>
        </p:spPr>
        <p:txBody>
          <a:bodyPr lIns="365760" rIns="365760" anchor="ctr" anchorCtr="1"/>
          <a:lstStyle>
            <a:lvl1pPr algn="ctr">
              <a:defRPr sz="2400" b="0" baseline="0">
                <a:solidFill>
                  <a:schemeClr val="tx1"/>
                </a:solidFill>
                <a:latin typeface="+mn-lt"/>
              </a:defRPr>
            </a:lvl1pPr>
          </a:lstStyle>
          <a:p>
            <a:r>
              <a:rPr lang="en-US"/>
              <a:t>Insert an image</a:t>
            </a:r>
            <a:br>
              <a:rPr lang="en-US"/>
            </a:br>
            <a:r>
              <a:rPr lang="en-US"/>
              <a:t>within this placeholder </a:t>
            </a:r>
          </a:p>
        </p:txBody>
      </p:sp>
      <p:sp>
        <p:nvSpPr>
          <p:cNvPr id="14" name="Text Placeholder 9">
            <a:extLst>
              <a:ext uri="{FF2B5EF4-FFF2-40B4-BE49-F238E27FC236}">
                <a16:creationId xmlns:a16="http://schemas.microsoft.com/office/drawing/2014/main" id="{05D9C096-3ECB-4476-AF46-67B691208D52}"/>
              </a:ext>
            </a:extLst>
          </p:cNvPr>
          <p:cNvSpPr>
            <a:spLocks noGrp="1"/>
          </p:cNvSpPr>
          <p:nvPr>
            <p:ph type="body" sz="quarter" idx="18" hasCustomPrompt="1"/>
          </p:nvPr>
        </p:nvSpPr>
        <p:spPr>
          <a:xfrm>
            <a:off x="670565" y="355600"/>
            <a:ext cx="5613697" cy="348813"/>
          </a:xfrm>
          <a:prstGeom prst="rect">
            <a:avLst/>
          </a:prstGeom>
        </p:spPr>
        <p:txBody>
          <a:bodyPr wrap="square">
            <a:noAutofit/>
          </a:bodyPr>
          <a:lstStyle>
            <a:lvl1pPr>
              <a:defRPr sz="1200" b="0" cap="all" spc="200" baseline="0">
                <a:solidFill>
                  <a:srgbClr val="222731"/>
                </a:solidFill>
                <a:latin typeface="+mn-lt"/>
              </a:defRPr>
            </a:lvl1pPr>
            <a:lvl2pPr marL="0" indent="0">
              <a:buNone/>
              <a:defRPr/>
            </a:lvl2pPr>
          </a:lstStyle>
          <a:p>
            <a:pPr lvl="0"/>
            <a:r>
              <a:rPr lang="en-US"/>
              <a:t>Eyebrow CALIBRI LIGHT 9pt</a:t>
            </a:r>
          </a:p>
        </p:txBody>
      </p:sp>
      <p:sp>
        <p:nvSpPr>
          <p:cNvPr id="18" name="Text Placeholder 4">
            <a:extLst>
              <a:ext uri="{FF2B5EF4-FFF2-40B4-BE49-F238E27FC236}">
                <a16:creationId xmlns:a16="http://schemas.microsoft.com/office/drawing/2014/main" id="{98B40350-90AF-4369-8B21-A237E4585B43}"/>
              </a:ext>
            </a:extLst>
          </p:cNvPr>
          <p:cNvSpPr>
            <a:spLocks noGrp="1"/>
          </p:cNvSpPr>
          <p:nvPr>
            <p:ph type="body" sz="quarter" idx="13" hasCustomPrompt="1"/>
          </p:nvPr>
        </p:nvSpPr>
        <p:spPr>
          <a:xfrm>
            <a:off x="670984" y="2070100"/>
            <a:ext cx="5613701" cy="426720"/>
          </a:xfrm>
          <a:prstGeom prst="rect">
            <a:avLst/>
          </a:prstGeom>
        </p:spPr>
        <p:txBody>
          <a:bodyPr>
            <a:noAutofit/>
          </a:bodyPr>
          <a:lstStyle>
            <a:lvl1pPr>
              <a:defRPr sz="1867" b="1" cap="none" baseline="0">
                <a:solidFill>
                  <a:schemeClr val="accent3"/>
                </a:solidFill>
                <a:latin typeface="+mj-lt"/>
              </a:defRPr>
            </a:lvl1pPr>
          </a:lstStyle>
          <a:p>
            <a:pPr lvl="0"/>
            <a:r>
              <a:rPr lang="en-US"/>
              <a:t>Short Title, Calibri, 14pt, Bold</a:t>
            </a:r>
          </a:p>
        </p:txBody>
      </p:sp>
      <p:sp>
        <p:nvSpPr>
          <p:cNvPr id="19" name="Content Placeholder 5">
            <a:extLst>
              <a:ext uri="{FF2B5EF4-FFF2-40B4-BE49-F238E27FC236}">
                <a16:creationId xmlns:a16="http://schemas.microsoft.com/office/drawing/2014/main" id="{74DA2C74-7837-4DF6-A9E0-010AABA411BF}"/>
              </a:ext>
            </a:extLst>
          </p:cNvPr>
          <p:cNvSpPr>
            <a:spLocks noGrp="1"/>
          </p:cNvSpPr>
          <p:nvPr>
            <p:ph sz="quarter" idx="20"/>
          </p:nvPr>
        </p:nvSpPr>
        <p:spPr>
          <a:xfrm>
            <a:off x="670559" y="2590803"/>
            <a:ext cx="5613700" cy="1442031"/>
          </a:xfrm>
        </p:spPr>
        <p:txBody>
          <a:bodyPr>
            <a:noAutofit/>
          </a:bodyPr>
          <a:lstStyle>
            <a:lvl1pPr>
              <a:defRPr sz="1867"/>
            </a:lvl1pPr>
            <a:lvl2pPr>
              <a:defRPr/>
            </a:lvl2pPr>
            <a:lvl3pPr>
              <a:defRPr/>
            </a:lvl3pPr>
            <a:lvl4pPr>
              <a:defRPr/>
            </a:lvl4pPr>
          </a:lstStyle>
          <a:p>
            <a:pPr lvl="0"/>
            <a:r>
              <a:rPr lang="en-US"/>
              <a:t>Click to edit Master text styles</a:t>
            </a:r>
          </a:p>
          <a:p>
            <a:pPr lvl="1"/>
            <a:r>
              <a:rPr lang="en-US"/>
              <a:t>Second level</a:t>
            </a:r>
          </a:p>
          <a:p>
            <a:pPr lvl="2"/>
            <a:r>
              <a:rPr lang="en-US"/>
              <a:t>Third level</a:t>
            </a:r>
          </a:p>
        </p:txBody>
      </p:sp>
      <p:sp>
        <p:nvSpPr>
          <p:cNvPr id="3" name="Title 2">
            <a:extLst>
              <a:ext uri="{FF2B5EF4-FFF2-40B4-BE49-F238E27FC236}">
                <a16:creationId xmlns:a16="http://schemas.microsoft.com/office/drawing/2014/main" id="{9A67DE3C-68DE-43DF-A233-910AFDC7FBD6}"/>
              </a:ext>
            </a:extLst>
          </p:cNvPr>
          <p:cNvSpPr>
            <a:spLocks noGrp="1"/>
          </p:cNvSpPr>
          <p:nvPr>
            <p:ph type="title"/>
          </p:nvPr>
        </p:nvSpPr>
        <p:spPr>
          <a:xfrm>
            <a:off x="670562" y="759460"/>
            <a:ext cx="5613697" cy="520701"/>
          </a:xfrm>
        </p:spPr>
        <p:txBody>
          <a:bodyPr/>
          <a:lstStyle>
            <a:lvl1pPr>
              <a:defRPr>
                <a:solidFill>
                  <a:schemeClr val="tx1"/>
                </a:solidFill>
              </a:defRPr>
            </a:lvl1pPr>
          </a:lstStyle>
          <a:p>
            <a:r>
              <a:rPr lang="en-US"/>
              <a:t>Click to edit Master title</a:t>
            </a:r>
            <a:endParaRPr lang="en-IN"/>
          </a:p>
        </p:txBody>
      </p:sp>
      <p:sp>
        <p:nvSpPr>
          <p:cNvPr id="2" name="Date Placeholder 1">
            <a:extLst>
              <a:ext uri="{FF2B5EF4-FFF2-40B4-BE49-F238E27FC236}">
                <a16:creationId xmlns:a16="http://schemas.microsoft.com/office/drawing/2014/main" id="{DA930307-8F91-D521-5A9C-E1BC2FC84074}"/>
              </a:ext>
            </a:extLst>
          </p:cNvPr>
          <p:cNvSpPr>
            <a:spLocks noGrp="1"/>
          </p:cNvSpPr>
          <p:nvPr>
            <p:ph type="dt" sz="half" idx="23"/>
          </p:nvPr>
        </p:nvSpPr>
        <p:spPr>
          <a:xfrm>
            <a:off x="10439401" y="6419111"/>
            <a:ext cx="800099" cy="366183"/>
          </a:xfrm>
          <a:prstGeom prst="rect">
            <a:avLst/>
          </a:prstGeom>
        </p:spPr>
        <p:txBody>
          <a:bodyPr/>
          <a:lstStyle/>
          <a:p>
            <a:endParaRPr lang="en-IN"/>
          </a:p>
        </p:txBody>
      </p:sp>
      <p:sp>
        <p:nvSpPr>
          <p:cNvPr id="8" name="Slide Number Placeholder 7">
            <a:extLst>
              <a:ext uri="{FF2B5EF4-FFF2-40B4-BE49-F238E27FC236}">
                <a16:creationId xmlns:a16="http://schemas.microsoft.com/office/drawing/2014/main" id="{F783B684-E401-354C-165A-24B27B65084E}"/>
              </a:ext>
            </a:extLst>
          </p:cNvPr>
          <p:cNvSpPr>
            <a:spLocks noGrp="1"/>
          </p:cNvSpPr>
          <p:nvPr>
            <p:ph type="sldNum" sz="quarter" idx="25"/>
          </p:nvPr>
        </p:nvSpPr>
        <p:spPr/>
        <p:txBody>
          <a:bodyPr/>
          <a:lstStyle/>
          <a:p>
            <a:pPr>
              <a:defRPr/>
            </a:pPr>
            <a:fld id="{7B2119CD-3B2D-4CEB-B404-D2E3F8CD6D69}" type="slidenum">
              <a:rPr lang="en-IN" smtClean="0"/>
              <a:pPr>
                <a:defRPr/>
              </a:pPr>
              <a:t>‹#›</a:t>
            </a:fld>
            <a:endParaRPr lang="en-IN"/>
          </a:p>
        </p:txBody>
      </p:sp>
      <p:sp>
        <p:nvSpPr>
          <p:cNvPr id="4" name="Footer Placeholder 4">
            <a:extLst>
              <a:ext uri="{FF2B5EF4-FFF2-40B4-BE49-F238E27FC236}">
                <a16:creationId xmlns:a16="http://schemas.microsoft.com/office/drawing/2014/main" id="{737E8ADF-DA2E-30DB-A774-FF397FEABF45}"/>
              </a:ext>
            </a:extLst>
          </p:cNvPr>
          <p:cNvSpPr>
            <a:spLocks noGrp="1"/>
          </p:cNvSpPr>
          <p:nvPr>
            <p:ph type="ftr" sz="quarter" idx="3"/>
          </p:nvPr>
        </p:nvSpPr>
        <p:spPr>
          <a:xfrm>
            <a:off x="8269434" y="6419111"/>
            <a:ext cx="2902527" cy="365125"/>
          </a:xfrm>
          <a:prstGeom prst="rect">
            <a:avLst/>
          </a:prstGeom>
        </p:spPr>
        <p:txBody>
          <a:bodyPr vert="horz" lIns="91440" tIns="45720" rIns="91440" bIns="45720" rtlCol="0" anchor="b" anchorCtr="0"/>
          <a:lstStyle>
            <a:lvl1pPr algn="ctr">
              <a:defRPr lang="en-US" sz="933" kern="1200" dirty="0" smtClean="0">
                <a:solidFill>
                  <a:schemeClr val="tx1"/>
                </a:solidFill>
                <a:latin typeface="+mn-lt"/>
                <a:ea typeface="+mn-ea"/>
                <a:cs typeface="+mn-cs"/>
              </a:defRPr>
            </a:lvl1pPr>
          </a:lstStyle>
          <a:p>
            <a:r>
              <a:rPr lang="en-US"/>
              <a:t>ADC Innovation Pipeline |  1-Aug-25</a:t>
            </a:r>
          </a:p>
        </p:txBody>
      </p:sp>
    </p:spTree>
    <p:extLst>
      <p:ext uri="{BB962C8B-B14F-4D97-AF65-F5344CB8AC3E}">
        <p14:creationId xmlns:p14="http://schemas.microsoft.com/office/powerpoint/2010/main" val="564058212"/>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1_(L) Half-content &amp; image layout YW">
    <p:bg>
      <p:bgPr>
        <a:solidFill>
          <a:schemeClr val="tx2"/>
        </a:solidFill>
        <a:effectLst/>
      </p:bgPr>
    </p:bg>
    <p:spTree>
      <p:nvGrpSpPr>
        <p:cNvPr id="1" name=""/>
        <p:cNvGrpSpPr/>
        <p:nvPr/>
      </p:nvGrpSpPr>
      <p:grpSpPr>
        <a:xfrm>
          <a:off x="0" y="0"/>
          <a:ext cx="0" cy="0"/>
          <a:chOff x="0" y="0"/>
          <a:chExt cx="0" cy="0"/>
        </a:xfrm>
      </p:grpSpPr>
      <p:sp>
        <p:nvSpPr>
          <p:cNvPr id="10" name="Picture Placeholder 9"/>
          <p:cNvSpPr>
            <a:spLocks noGrp="1"/>
          </p:cNvSpPr>
          <p:nvPr>
            <p:ph type="pic" sz="quarter" idx="14" hasCustomPrompt="1"/>
          </p:nvPr>
        </p:nvSpPr>
        <p:spPr>
          <a:xfrm>
            <a:off x="6425187" y="0"/>
            <a:ext cx="5766815" cy="6858000"/>
          </a:xfrm>
          <a:prstGeom prst="rect">
            <a:avLst/>
          </a:prstGeom>
          <a:solidFill>
            <a:srgbClr val="EAEAEA"/>
          </a:solidFill>
          <a:ln>
            <a:noFill/>
          </a:ln>
          <a:effectLst/>
        </p:spPr>
        <p:txBody>
          <a:bodyPr lIns="365760" rIns="365760" anchor="ctr" anchorCtr="1"/>
          <a:lstStyle>
            <a:lvl1pPr algn="ctr">
              <a:defRPr sz="2400" b="0" baseline="0">
                <a:solidFill>
                  <a:schemeClr val="tx1"/>
                </a:solidFill>
                <a:latin typeface="+mn-lt"/>
              </a:defRPr>
            </a:lvl1pPr>
          </a:lstStyle>
          <a:p>
            <a:r>
              <a:rPr lang="en-US"/>
              <a:t>Insert an image</a:t>
            </a:r>
            <a:br>
              <a:rPr lang="en-US"/>
            </a:br>
            <a:r>
              <a:rPr lang="en-US"/>
              <a:t>within this placeholder </a:t>
            </a:r>
          </a:p>
        </p:txBody>
      </p:sp>
      <p:sp>
        <p:nvSpPr>
          <p:cNvPr id="14" name="Text Placeholder 9">
            <a:extLst>
              <a:ext uri="{FF2B5EF4-FFF2-40B4-BE49-F238E27FC236}">
                <a16:creationId xmlns:a16="http://schemas.microsoft.com/office/drawing/2014/main" id="{05D9C096-3ECB-4476-AF46-67B691208D52}"/>
              </a:ext>
            </a:extLst>
          </p:cNvPr>
          <p:cNvSpPr>
            <a:spLocks noGrp="1"/>
          </p:cNvSpPr>
          <p:nvPr>
            <p:ph type="body" sz="quarter" idx="18" hasCustomPrompt="1"/>
          </p:nvPr>
        </p:nvSpPr>
        <p:spPr>
          <a:xfrm>
            <a:off x="670565" y="355600"/>
            <a:ext cx="5613697" cy="348813"/>
          </a:xfrm>
          <a:prstGeom prst="rect">
            <a:avLst/>
          </a:prstGeom>
        </p:spPr>
        <p:txBody>
          <a:bodyPr wrap="square">
            <a:noAutofit/>
          </a:bodyPr>
          <a:lstStyle>
            <a:lvl1pPr>
              <a:defRPr sz="1200" b="0" cap="all" spc="200" baseline="0">
                <a:solidFill>
                  <a:srgbClr val="222731"/>
                </a:solidFill>
                <a:latin typeface="+mn-lt"/>
              </a:defRPr>
            </a:lvl1pPr>
            <a:lvl2pPr marL="0" indent="0">
              <a:buNone/>
              <a:defRPr/>
            </a:lvl2pPr>
          </a:lstStyle>
          <a:p>
            <a:pPr lvl="0"/>
            <a:r>
              <a:rPr lang="en-US"/>
              <a:t>Eyebrow CALIBRI LIGHT 9pt</a:t>
            </a:r>
          </a:p>
        </p:txBody>
      </p:sp>
      <p:sp>
        <p:nvSpPr>
          <p:cNvPr id="18" name="Text Placeholder 4">
            <a:extLst>
              <a:ext uri="{FF2B5EF4-FFF2-40B4-BE49-F238E27FC236}">
                <a16:creationId xmlns:a16="http://schemas.microsoft.com/office/drawing/2014/main" id="{98B40350-90AF-4369-8B21-A237E4585B43}"/>
              </a:ext>
            </a:extLst>
          </p:cNvPr>
          <p:cNvSpPr>
            <a:spLocks noGrp="1"/>
          </p:cNvSpPr>
          <p:nvPr>
            <p:ph type="body" sz="quarter" idx="13" hasCustomPrompt="1"/>
          </p:nvPr>
        </p:nvSpPr>
        <p:spPr>
          <a:xfrm>
            <a:off x="670984" y="2070100"/>
            <a:ext cx="5613701" cy="426720"/>
          </a:xfrm>
          <a:prstGeom prst="rect">
            <a:avLst/>
          </a:prstGeom>
        </p:spPr>
        <p:txBody>
          <a:bodyPr>
            <a:noAutofit/>
          </a:bodyPr>
          <a:lstStyle>
            <a:lvl1pPr>
              <a:defRPr sz="1867" b="1" cap="none" baseline="0">
                <a:solidFill>
                  <a:schemeClr val="accent3"/>
                </a:solidFill>
                <a:latin typeface="+mj-lt"/>
              </a:defRPr>
            </a:lvl1pPr>
          </a:lstStyle>
          <a:p>
            <a:pPr lvl="0"/>
            <a:r>
              <a:rPr lang="en-US"/>
              <a:t>Short Title, Calibri, 14pt, Bold</a:t>
            </a:r>
          </a:p>
        </p:txBody>
      </p:sp>
      <p:sp>
        <p:nvSpPr>
          <p:cNvPr id="19" name="Content Placeholder 5">
            <a:extLst>
              <a:ext uri="{FF2B5EF4-FFF2-40B4-BE49-F238E27FC236}">
                <a16:creationId xmlns:a16="http://schemas.microsoft.com/office/drawing/2014/main" id="{74DA2C74-7837-4DF6-A9E0-010AABA411BF}"/>
              </a:ext>
            </a:extLst>
          </p:cNvPr>
          <p:cNvSpPr>
            <a:spLocks noGrp="1"/>
          </p:cNvSpPr>
          <p:nvPr>
            <p:ph sz="quarter" idx="20"/>
          </p:nvPr>
        </p:nvSpPr>
        <p:spPr>
          <a:xfrm>
            <a:off x="670559" y="2590803"/>
            <a:ext cx="5613700" cy="1442031"/>
          </a:xfrm>
        </p:spPr>
        <p:txBody>
          <a:bodyPr>
            <a:noAutofit/>
          </a:bodyPr>
          <a:lstStyle>
            <a:lvl1pPr>
              <a:defRPr sz="1867"/>
            </a:lvl1pPr>
            <a:lvl2pPr>
              <a:defRPr/>
            </a:lvl2pPr>
            <a:lvl3pPr>
              <a:defRPr/>
            </a:lvl3pPr>
            <a:lvl4pPr>
              <a:defRPr/>
            </a:lvl4pPr>
          </a:lstStyle>
          <a:p>
            <a:pPr lvl="0"/>
            <a:r>
              <a:rPr lang="en-US"/>
              <a:t>Click to edit Master text styles</a:t>
            </a:r>
          </a:p>
          <a:p>
            <a:pPr lvl="1"/>
            <a:r>
              <a:rPr lang="en-US"/>
              <a:t>Second level</a:t>
            </a:r>
          </a:p>
          <a:p>
            <a:pPr lvl="2"/>
            <a:r>
              <a:rPr lang="en-US"/>
              <a:t>Third level</a:t>
            </a:r>
          </a:p>
        </p:txBody>
      </p:sp>
      <p:sp>
        <p:nvSpPr>
          <p:cNvPr id="3" name="Title 2">
            <a:extLst>
              <a:ext uri="{FF2B5EF4-FFF2-40B4-BE49-F238E27FC236}">
                <a16:creationId xmlns:a16="http://schemas.microsoft.com/office/drawing/2014/main" id="{9A67DE3C-68DE-43DF-A233-910AFDC7FBD6}"/>
              </a:ext>
            </a:extLst>
          </p:cNvPr>
          <p:cNvSpPr>
            <a:spLocks noGrp="1"/>
          </p:cNvSpPr>
          <p:nvPr>
            <p:ph type="title"/>
          </p:nvPr>
        </p:nvSpPr>
        <p:spPr>
          <a:xfrm>
            <a:off x="670562" y="759460"/>
            <a:ext cx="5613697" cy="520701"/>
          </a:xfrm>
        </p:spPr>
        <p:txBody>
          <a:bodyPr/>
          <a:lstStyle>
            <a:lvl1pPr>
              <a:defRPr>
                <a:solidFill>
                  <a:schemeClr val="tx1"/>
                </a:solidFill>
              </a:defRPr>
            </a:lvl1pPr>
          </a:lstStyle>
          <a:p>
            <a:r>
              <a:rPr lang="en-US"/>
              <a:t>Click to edit Master title</a:t>
            </a:r>
            <a:endParaRPr lang="en-IN"/>
          </a:p>
        </p:txBody>
      </p:sp>
      <p:sp>
        <p:nvSpPr>
          <p:cNvPr id="2" name="Date Placeholder 1">
            <a:extLst>
              <a:ext uri="{FF2B5EF4-FFF2-40B4-BE49-F238E27FC236}">
                <a16:creationId xmlns:a16="http://schemas.microsoft.com/office/drawing/2014/main" id="{DA930307-8F91-D521-5A9C-E1BC2FC84074}"/>
              </a:ext>
            </a:extLst>
          </p:cNvPr>
          <p:cNvSpPr>
            <a:spLocks noGrp="1"/>
          </p:cNvSpPr>
          <p:nvPr>
            <p:ph type="dt" sz="half" idx="23"/>
          </p:nvPr>
        </p:nvSpPr>
        <p:spPr>
          <a:xfrm>
            <a:off x="10439401" y="6419111"/>
            <a:ext cx="800099" cy="366183"/>
          </a:xfrm>
          <a:prstGeom prst="rect">
            <a:avLst/>
          </a:prstGeom>
        </p:spPr>
        <p:txBody>
          <a:bodyPr/>
          <a:lstStyle/>
          <a:p>
            <a:endParaRPr lang="en-IN"/>
          </a:p>
        </p:txBody>
      </p:sp>
      <p:sp>
        <p:nvSpPr>
          <p:cNvPr id="8" name="Slide Number Placeholder 7">
            <a:extLst>
              <a:ext uri="{FF2B5EF4-FFF2-40B4-BE49-F238E27FC236}">
                <a16:creationId xmlns:a16="http://schemas.microsoft.com/office/drawing/2014/main" id="{F783B684-E401-354C-165A-24B27B65084E}"/>
              </a:ext>
            </a:extLst>
          </p:cNvPr>
          <p:cNvSpPr>
            <a:spLocks noGrp="1"/>
          </p:cNvSpPr>
          <p:nvPr>
            <p:ph type="sldNum" sz="quarter" idx="25"/>
          </p:nvPr>
        </p:nvSpPr>
        <p:spPr/>
        <p:txBody>
          <a:bodyPr/>
          <a:lstStyle/>
          <a:p>
            <a:pPr>
              <a:defRPr/>
            </a:pPr>
            <a:fld id="{7B2119CD-3B2D-4CEB-B404-D2E3F8CD6D69}" type="slidenum">
              <a:rPr lang="en-IN" smtClean="0"/>
              <a:pPr>
                <a:defRPr/>
              </a:pPr>
              <a:t>‹#›</a:t>
            </a:fld>
            <a:endParaRPr lang="en-IN"/>
          </a:p>
        </p:txBody>
      </p:sp>
      <p:sp>
        <p:nvSpPr>
          <p:cNvPr id="4" name="Footer Placeholder 4">
            <a:extLst>
              <a:ext uri="{FF2B5EF4-FFF2-40B4-BE49-F238E27FC236}">
                <a16:creationId xmlns:a16="http://schemas.microsoft.com/office/drawing/2014/main" id="{540AA6A8-CB44-F89A-161C-82EE4419786A}"/>
              </a:ext>
            </a:extLst>
          </p:cNvPr>
          <p:cNvSpPr>
            <a:spLocks noGrp="1"/>
          </p:cNvSpPr>
          <p:nvPr>
            <p:ph type="ftr" sz="quarter" idx="3"/>
          </p:nvPr>
        </p:nvSpPr>
        <p:spPr>
          <a:xfrm>
            <a:off x="8269434" y="6419111"/>
            <a:ext cx="2902527" cy="365125"/>
          </a:xfrm>
          <a:prstGeom prst="rect">
            <a:avLst/>
          </a:prstGeom>
        </p:spPr>
        <p:txBody>
          <a:bodyPr vert="horz" lIns="91440" tIns="45720" rIns="91440" bIns="45720" rtlCol="0" anchor="b" anchorCtr="0"/>
          <a:lstStyle>
            <a:lvl1pPr algn="ctr">
              <a:defRPr lang="en-US" sz="933" kern="1200" dirty="0" smtClean="0">
                <a:solidFill>
                  <a:schemeClr val="tx1"/>
                </a:solidFill>
                <a:latin typeface="+mn-lt"/>
                <a:ea typeface="+mn-ea"/>
                <a:cs typeface="+mn-cs"/>
              </a:defRPr>
            </a:lvl1pPr>
          </a:lstStyle>
          <a:p>
            <a:r>
              <a:rPr lang="en-US"/>
              <a:t>ADC Innovation Pipeline |  1-Aug-25</a:t>
            </a:r>
          </a:p>
        </p:txBody>
      </p:sp>
    </p:spTree>
    <p:extLst>
      <p:ext uri="{BB962C8B-B14F-4D97-AF65-F5344CB8AC3E}">
        <p14:creationId xmlns:p14="http://schemas.microsoft.com/office/powerpoint/2010/main" val="3954750136"/>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2_(R) Half-content &amp; image layout">
    <p:spTree>
      <p:nvGrpSpPr>
        <p:cNvPr id="1" name=""/>
        <p:cNvGrpSpPr/>
        <p:nvPr/>
      </p:nvGrpSpPr>
      <p:grpSpPr>
        <a:xfrm>
          <a:off x="0" y="0"/>
          <a:ext cx="0" cy="0"/>
          <a:chOff x="0" y="0"/>
          <a:chExt cx="0" cy="0"/>
        </a:xfrm>
      </p:grpSpPr>
      <p:sp>
        <p:nvSpPr>
          <p:cNvPr id="10" name="Picture Placeholder 9"/>
          <p:cNvSpPr>
            <a:spLocks noGrp="1"/>
          </p:cNvSpPr>
          <p:nvPr>
            <p:ph type="pic" sz="quarter" idx="14" hasCustomPrompt="1"/>
          </p:nvPr>
        </p:nvSpPr>
        <p:spPr>
          <a:xfrm>
            <a:off x="3" y="0"/>
            <a:ext cx="5753292" cy="6858000"/>
          </a:xfrm>
          <a:prstGeom prst="rect">
            <a:avLst/>
          </a:prstGeom>
          <a:solidFill>
            <a:srgbClr val="EAEAEA"/>
          </a:solidFill>
          <a:ln>
            <a:noFill/>
          </a:ln>
          <a:effectLst/>
        </p:spPr>
        <p:txBody>
          <a:bodyPr lIns="365760" rIns="365760" anchor="ctr" anchorCtr="1"/>
          <a:lstStyle>
            <a:lvl1pPr algn="ctr">
              <a:defRPr sz="2400" b="0" baseline="0">
                <a:solidFill>
                  <a:schemeClr val="tx1"/>
                </a:solidFill>
                <a:latin typeface="+mn-lt"/>
              </a:defRPr>
            </a:lvl1pPr>
          </a:lstStyle>
          <a:p>
            <a:r>
              <a:rPr lang="en-US"/>
              <a:t>Insert an image</a:t>
            </a:r>
            <a:br>
              <a:rPr lang="en-US"/>
            </a:br>
            <a:r>
              <a:rPr lang="en-US"/>
              <a:t>within this placeholder </a:t>
            </a:r>
          </a:p>
        </p:txBody>
      </p:sp>
      <p:sp>
        <p:nvSpPr>
          <p:cNvPr id="15" name="Text Placeholder 9">
            <a:extLst>
              <a:ext uri="{FF2B5EF4-FFF2-40B4-BE49-F238E27FC236}">
                <a16:creationId xmlns:a16="http://schemas.microsoft.com/office/drawing/2014/main" id="{82FAC416-5A96-491E-91F4-37DD3C42AC2D}"/>
              </a:ext>
            </a:extLst>
          </p:cNvPr>
          <p:cNvSpPr>
            <a:spLocks noGrp="1"/>
          </p:cNvSpPr>
          <p:nvPr>
            <p:ph type="body" sz="quarter" idx="18" hasCustomPrompt="1"/>
          </p:nvPr>
        </p:nvSpPr>
        <p:spPr>
          <a:xfrm>
            <a:off x="6105891" y="355600"/>
            <a:ext cx="5463812" cy="348813"/>
          </a:xfrm>
          <a:prstGeom prst="rect">
            <a:avLst/>
          </a:prstGeom>
        </p:spPr>
        <p:txBody>
          <a:bodyPr wrap="square">
            <a:noAutofit/>
          </a:bodyPr>
          <a:lstStyle>
            <a:lvl1pPr>
              <a:defRPr sz="1200" b="0" cap="all" spc="200" baseline="0">
                <a:solidFill>
                  <a:srgbClr val="222731"/>
                </a:solidFill>
                <a:latin typeface="+mn-lt"/>
              </a:defRPr>
            </a:lvl1pPr>
            <a:lvl2pPr marL="0" indent="0">
              <a:buNone/>
              <a:defRPr/>
            </a:lvl2pPr>
          </a:lstStyle>
          <a:p>
            <a:pPr lvl="0"/>
            <a:r>
              <a:rPr lang="en-US"/>
              <a:t>Eyebrow CALIBRI LIGHT 9pt</a:t>
            </a:r>
          </a:p>
        </p:txBody>
      </p:sp>
      <p:sp>
        <p:nvSpPr>
          <p:cNvPr id="18" name="Text Placeholder 4">
            <a:extLst>
              <a:ext uri="{FF2B5EF4-FFF2-40B4-BE49-F238E27FC236}">
                <a16:creationId xmlns:a16="http://schemas.microsoft.com/office/drawing/2014/main" id="{EC4C2575-A445-43B7-875C-641A76884F26}"/>
              </a:ext>
            </a:extLst>
          </p:cNvPr>
          <p:cNvSpPr>
            <a:spLocks noGrp="1"/>
          </p:cNvSpPr>
          <p:nvPr>
            <p:ph type="body" sz="quarter" idx="13" hasCustomPrompt="1"/>
          </p:nvPr>
        </p:nvSpPr>
        <p:spPr>
          <a:xfrm>
            <a:off x="6106311" y="2082800"/>
            <a:ext cx="5463816" cy="426720"/>
          </a:xfrm>
          <a:prstGeom prst="rect">
            <a:avLst/>
          </a:prstGeom>
        </p:spPr>
        <p:txBody>
          <a:bodyPr>
            <a:noAutofit/>
          </a:bodyPr>
          <a:lstStyle>
            <a:lvl1pPr>
              <a:defRPr sz="1867" b="1" cap="none" baseline="0">
                <a:solidFill>
                  <a:schemeClr val="accent3"/>
                </a:solidFill>
                <a:latin typeface="+mj-lt"/>
              </a:defRPr>
            </a:lvl1pPr>
          </a:lstStyle>
          <a:p>
            <a:pPr lvl="0"/>
            <a:r>
              <a:rPr lang="en-US"/>
              <a:t>Short Title, Calibri, 14pt, Bold</a:t>
            </a:r>
          </a:p>
        </p:txBody>
      </p:sp>
      <p:sp>
        <p:nvSpPr>
          <p:cNvPr id="19" name="Content Placeholder 5">
            <a:extLst>
              <a:ext uri="{FF2B5EF4-FFF2-40B4-BE49-F238E27FC236}">
                <a16:creationId xmlns:a16="http://schemas.microsoft.com/office/drawing/2014/main" id="{E778DA63-FCCC-4EE0-AA5F-890A1063CF18}"/>
              </a:ext>
            </a:extLst>
          </p:cNvPr>
          <p:cNvSpPr>
            <a:spLocks noGrp="1"/>
          </p:cNvSpPr>
          <p:nvPr>
            <p:ph sz="quarter" idx="20"/>
          </p:nvPr>
        </p:nvSpPr>
        <p:spPr>
          <a:xfrm>
            <a:off x="6105888" y="2590801"/>
            <a:ext cx="5463815" cy="1766352"/>
          </a:xfrm>
        </p:spPr>
        <p:txBody>
          <a:bodyPr>
            <a:noAutofit/>
          </a:bodyPr>
          <a:lstStyle>
            <a:lvl1pPr>
              <a:defRPr sz="1867">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stStyle>
          <a:p>
            <a:pPr lvl="0"/>
            <a:r>
              <a:rPr lang="en-US"/>
              <a:t>Click to edit Master text styles</a:t>
            </a:r>
          </a:p>
          <a:p>
            <a:pPr lvl="1"/>
            <a:r>
              <a:rPr lang="en-US"/>
              <a:t>Second level</a:t>
            </a:r>
          </a:p>
          <a:p>
            <a:pPr lvl="2"/>
            <a:r>
              <a:rPr lang="en-US"/>
              <a:t>Third level</a:t>
            </a:r>
          </a:p>
        </p:txBody>
      </p:sp>
      <p:sp>
        <p:nvSpPr>
          <p:cNvPr id="3" name="Title 2">
            <a:extLst>
              <a:ext uri="{FF2B5EF4-FFF2-40B4-BE49-F238E27FC236}">
                <a16:creationId xmlns:a16="http://schemas.microsoft.com/office/drawing/2014/main" id="{40AE3F9D-0018-4E23-82DB-DD559B56D0D9}"/>
              </a:ext>
            </a:extLst>
          </p:cNvPr>
          <p:cNvSpPr>
            <a:spLocks noGrp="1"/>
          </p:cNvSpPr>
          <p:nvPr>
            <p:ph type="title"/>
          </p:nvPr>
        </p:nvSpPr>
        <p:spPr>
          <a:xfrm>
            <a:off x="6095729" y="759460"/>
            <a:ext cx="5892155" cy="520701"/>
          </a:xfrm>
        </p:spPr>
        <p:txBody>
          <a:bodyPr/>
          <a:lstStyle>
            <a:lvl1pPr>
              <a:defRPr>
                <a:solidFill>
                  <a:schemeClr val="tx1"/>
                </a:solidFill>
              </a:defRPr>
            </a:lvl1pPr>
          </a:lstStyle>
          <a:p>
            <a:r>
              <a:rPr lang="en-US"/>
              <a:t>Click to edit Master title</a:t>
            </a:r>
            <a:endParaRPr lang="en-IN"/>
          </a:p>
        </p:txBody>
      </p:sp>
      <p:sp>
        <p:nvSpPr>
          <p:cNvPr id="4" name="Content Placeholder 2">
            <a:extLst>
              <a:ext uri="{FF2B5EF4-FFF2-40B4-BE49-F238E27FC236}">
                <a16:creationId xmlns:a16="http://schemas.microsoft.com/office/drawing/2014/main" id="{5C9F7E1F-0ACF-5236-690F-5AE374F107C5}"/>
              </a:ext>
            </a:extLst>
          </p:cNvPr>
          <p:cNvSpPr txBox="1">
            <a:spLocks/>
          </p:cNvSpPr>
          <p:nvPr userDrawn="1"/>
        </p:nvSpPr>
        <p:spPr bwMode="gray">
          <a:xfrm>
            <a:off x="670563" y="6343415"/>
            <a:ext cx="5082732" cy="374895"/>
          </a:xfrm>
          <a:prstGeom prst="rect">
            <a:avLst/>
          </a:prstGeom>
        </p:spPr>
        <p:txBody>
          <a:bodyPr vert="horz" lIns="0" tIns="0" rIns="0" bIns="0" anchor="b" anchorCtr="0"/>
          <a:lstStyle>
            <a:lvl1pPr marL="0" indent="0" algn="l" defTabSz="457200" rtl="0" eaLnBrk="1" latinLnBrk="0" hangingPunct="1">
              <a:spcBef>
                <a:spcPct val="20000"/>
              </a:spcBef>
              <a:buFont typeface="Arial"/>
              <a:buNone/>
              <a:defRPr sz="900" kern="1200">
                <a:solidFill>
                  <a:schemeClr val="tx1"/>
                </a:solidFill>
                <a:latin typeface="Georgia"/>
                <a:ea typeface="+mn-ea"/>
                <a:cs typeface="Georgia"/>
              </a:defRPr>
            </a:lvl1pPr>
            <a:lvl2pPr marL="457200" indent="0" algn="l" defTabSz="457200" rtl="0" eaLnBrk="1" latinLnBrk="0" hangingPunct="1">
              <a:spcBef>
                <a:spcPct val="20000"/>
              </a:spcBef>
              <a:buFont typeface="Arial"/>
              <a:buNone/>
              <a:defRPr sz="900" kern="1200">
                <a:solidFill>
                  <a:schemeClr val="tx1"/>
                </a:solidFill>
                <a:latin typeface="Georgia"/>
                <a:ea typeface="+mn-ea"/>
                <a:cs typeface="Georgia"/>
              </a:defRPr>
            </a:lvl2pPr>
            <a:lvl3pPr marL="914400" indent="0" algn="l" defTabSz="457200" rtl="0" eaLnBrk="1" latinLnBrk="0" hangingPunct="1">
              <a:spcBef>
                <a:spcPct val="20000"/>
              </a:spcBef>
              <a:buFont typeface="Arial"/>
              <a:buNone/>
              <a:defRPr sz="900" kern="1200">
                <a:solidFill>
                  <a:schemeClr val="tx1"/>
                </a:solidFill>
                <a:latin typeface="Georgia"/>
                <a:ea typeface="+mn-ea"/>
                <a:cs typeface="Georgia"/>
              </a:defRPr>
            </a:lvl3pPr>
            <a:lvl4pPr marL="1371600" indent="0" algn="l" defTabSz="457200" rtl="0" eaLnBrk="1" latinLnBrk="0" hangingPunct="1">
              <a:spcBef>
                <a:spcPct val="20000"/>
              </a:spcBef>
              <a:buFont typeface="Arial"/>
              <a:buNone/>
              <a:defRPr sz="900" kern="1200">
                <a:solidFill>
                  <a:schemeClr val="tx1"/>
                </a:solidFill>
                <a:latin typeface="Georgia"/>
                <a:ea typeface="+mn-ea"/>
                <a:cs typeface="Georgia"/>
              </a:defRPr>
            </a:lvl4pPr>
            <a:lvl5pPr marL="1828800" indent="0" algn="l" defTabSz="457200" rtl="0" eaLnBrk="1" latinLnBrk="0" hangingPunct="1">
              <a:spcBef>
                <a:spcPct val="20000"/>
              </a:spcBef>
              <a:buFont typeface="Arial"/>
              <a:buNone/>
              <a:defRPr sz="900" kern="1200">
                <a:solidFill>
                  <a:schemeClr val="tx1"/>
                </a:solidFill>
                <a:latin typeface="Georgia"/>
                <a:ea typeface="+mn-ea"/>
                <a:cs typeface="Georgia"/>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l" defTabSz="609555" rtl="0" eaLnBrk="1" fontAlgn="auto" latinLnBrk="0" hangingPunct="1">
              <a:lnSpc>
                <a:spcPct val="100000"/>
              </a:lnSpc>
              <a:spcBef>
                <a:spcPts val="0"/>
              </a:spcBef>
              <a:spcAft>
                <a:spcPts val="0"/>
              </a:spcAft>
              <a:buClrTx/>
              <a:buSzTx/>
              <a:buFont typeface="Arial"/>
              <a:buNone/>
              <a:tabLst/>
              <a:defRPr/>
            </a:pPr>
            <a:r>
              <a:rPr lang="en-US" sz="933" kern="1200">
                <a:solidFill>
                  <a:schemeClr val="tx1"/>
                </a:solidFill>
                <a:latin typeface="+mn-lt"/>
                <a:ea typeface="+mn-ea"/>
                <a:cs typeface="Calibri" panose="020F0502020204030204" pitchFamily="34" charset="0"/>
              </a:rPr>
              <a:t>The sensor housing, FreeStyle, Libre, and related brand marks are marks of Abbott.</a:t>
            </a:r>
          </a:p>
          <a:p>
            <a:pPr>
              <a:spcBef>
                <a:spcPts val="0"/>
              </a:spcBef>
            </a:pPr>
            <a:r>
              <a:rPr lang="en-US" sz="933" kern="1200">
                <a:solidFill>
                  <a:schemeClr val="tx1"/>
                </a:solidFill>
                <a:latin typeface="+mn-lt"/>
                <a:ea typeface="+mn-ea"/>
                <a:cs typeface="Calibri" panose="020F0502020204030204" pitchFamily="34" charset="0"/>
              </a:rPr>
              <a:t>Proprietary and confidential — do not distribute. ADC-XXXXX v1.0</a:t>
            </a:r>
          </a:p>
        </p:txBody>
      </p:sp>
      <p:sp>
        <p:nvSpPr>
          <p:cNvPr id="11" name="Date Placeholder 10">
            <a:extLst>
              <a:ext uri="{FF2B5EF4-FFF2-40B4-BE49-F238E27FC236}">
                <a16:creationId xmlns:a16="http://schemas.microsoft.com/office/drawing/2014/main" id="{CCEDE5DA-36BB-9998-A2C5-7A87490DDC32}"/>
              </a:ext>
            </a:extLst>
          </p:cNvPr>
          <p:cNvSpPr>
            <a:spLocks noGrp="1"/>
          </p:cNvSpPr>
          <p:nvPr>
            <p:ph type="dt" sz="half" idx="23"/>
          </p:nvPr>
        </p:nvSpPr>
        <p:spPr>
          <a:xfrm>
            <a:off x="10439401" y="6419111"/>
            <a:ext cx="800099" cy="366183"/>
          </a:xfrm>
          <a:prstGeom prst="rect">
            <a:avLst/>
          </a:prstGeom>
        </p:spPr>
        <p:txBody>
          <a:bodyPr/>
          <a:lstStyle/>
          <a:p>
            <a:endParaRPr lang="en-IN"/>
          </a:p>
        </p:txBody>
      </p:sp>
      <p:sp>
        <p:nvSpPr>
          <p:cNvPr id="13" name="Slide Number Placeholder 12">
            <a:extLst>
              <a:ext uri="{FF2B5EF4-FFF2-40B4-BE49-F238E27FC236}">
                <a16:creationId xmlns:a16="http://schemas.microsoft.com/office/drawing/2014/main" id="{63B9C534-73A7-00C0-5DDE-48ADCBFE3D83}"/>
              </a:ext>
            </a:extLst>
          </p:cNvPr>
          <p:cNvSpPr>
            <a:spLocks noGrp="1"/>
          </p:cNvSpPr>
          <p:nvPr>
            <p:ph type="sldNum" sz="quarter" idx="25"/>
          </p:nvPr>
        </p:nvSpPr>
        <p:spPr/>
        <p:txBody>
          <a:bodyPr/>
          <a:lstStyle/>
          <a:p>
            <a:pPr>
              <a:defRPr/>
            </a:pPr>
            <a:fld id="{7B2119CD-3B2D-4CEB-B404-D2E3F8CD6D69}" type="slidenum">
              <a:rPr lang="en-IN" smtClean="0"/>
              <a:pPr>
                <a:defRPr/>
              </a:pPr>
              <a:t>‹#›</a:t>
            </a:fld>
            <a:endParaRPr lang="en-IN"/>
          </a:p>
        </p:txBody>
      </p:sp>
      <p:sp>
        <p:nvSpPr>
          <p:cNvPr id="2" name="Footer Placeholder 4">
            <a:extLst>
              <a:ext uri="{FF2B5EF4-FFF2-40B4-BE49-F238E27FC236}">
                <a16:creationId xmlns:a16="http://schemas.microsoft.com/office/drawing/2014/main" id="{E45F56F1-7C46-75C2-DFCF-F0740443D586}"/>
              </a:ext>
            </a:extLst>
          </p:cNvPr>
          <p:cNvSpPr>
            <a:spLocks noGrp="1"/>
          </p:cNvSpPr>
          <p:nvPr>
            <p:ph type="ftr" sz="quarter" idx="3"/>
          </p:nvPr>
        </p:nvSpPr>
        <p:spPr>
          <a:xfrm>
            <a:off x="8269434" y="6419111"/>
            <a:ext cx="2902527" cy="365125"/>
          </a:xfrm>
          <a:prstGeom prst="rect">
            <a:avLst/>
          </a:prstGeom>
        </p:spPr>
        <p:txBody>
          <a:bodyPr vert="horz" lIns="91440" tIns="45720" rIns="91440" bIns="45720" rtlCol="0" anchor="b" anchorCtr="0"/>
          <a:lstStyle>
            <a:lvl1pPr algn="ctr">
              <a:defRPr lang="en-US" sz="933" kern="1200" dirty="0" smtClean="0">
                <a:solidFill>
                  <a:schemeClr val="tx1"/>
                </a:solidFill>
                <a:latin typeface="+mn-lt"/>
                <a:ea typeface="+mn-ea"/>
                <a:cs typeface="+mn-cs"/>
              </a:defRPr>
            </a:lvl1pPr>
          </a:lstStyle>
          <a:p>
            <a:r>
              <a:rPr lang="en-US"/>
              <a:t>ADC Innovation Pipeline |  1-Aug-25</a:t>
            </a:r>
          </a:p>
        </p:txBody>
      </p:sp>
    </p:spTree>
    <p:extLst>
      <p:ext uri="{BB962C8B-B14F-4D97-AF65-F5344CB8AC3E}">
        <p14:creationId xmlns:p14="http://schemas.microsoft.com/office/powerpoint/2010/main" val="1292717567"/>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2_(R) Half-content &amp; image layout YW">
    <p:bg>
      <p:bgPr>
        <a:solidFill>
          <a:schemeClr val="tx2"/>
        </a:solidFill>
        <a:effectLst/>
      </p:bgPr>
    </p:bg>
    <p:spTree>
      <p:nvGrpSpPr>
        <p:cNvPr id="1" name=""/>
        <p:cNvGrpSpPr/>
        <p:nvPr/>
      </p:nvGrpSpPr>
      <p:grpSpPr>
        <a:xfrm>
          <a:off x="0" y="0"/>
          <a:ext cx="0" cy="0"/>
          <a:chOff x="0" y="0"/>
          <a:chExt cx="0" cy="0"/>
        </a:xfrm>
      </p:grpSpPr>
      <p:sp>
        <p:nvSpPr>
          <p:cNvPr id="10" name="Picture Placeholder 9"/>
          <p:cNvSpPr>
            <a:spLocks noGrp="1"/>
          </p:cNvSpPr>
          <p:nvPr>
            <p:ph type="pic" sz="quarter" idx="14" hasCustomPrompt="1"/>
          </p:nvPr>
        </p:nvSpPr>
        <p:spPr>
          <a:xfrm>
            <a:off x="3" y="0"/>
            <a:ext cx="5753292" cy="6858000"/>
          </a:xfrm>
          <a:prstGeom prst="rect">
            <a:avLst/>
          </a:prstGeom>
          <a:solidFill>
            <a:srgbClr val="EAEAEA"/>
          </a:solidFill>
          <a:ln>
            <a:noFill/>
          </a:ln>
          <a:effectLst/>
        </p:spPr>
        <p:txBody>
          <a:bodyPr lIns="365760" rIns="365760" anchor="ctr" anchorCtr="1"/>
          <a:lstStyle>
            <a:lvl1pPr algn="ctr">
              <a:defRPr sz="2400" b="0" baseline="0">
                <a:solidFill>
                  <a:schemeClr val="tx1"/>
                </a:solidFill>
                <a:latin typeface="+mn-lt"/>
              </a:defRPr>
            </a:lvl1pPr>
          </a:lstStyle>
          <a:p>
            <a:r>
              <a:rPr lang="en-US"/>
              <a:t>Insert an image</a:t>
            </a:r>
            <a:br>
              <a:rPr lang="en-US"/>
            </a:br>
            <a:r>
              <a:rPr lang="en-US"/>
              <a:t>within this placeholder </a:t>
            </a:r>
          </a:p>
        </p:txBody>
      </p:sp>
      <p:sp>
        <p:nvSpPr>
          <p:cNvPr id="15" name="Text Placeholder 9">
            <a:extLst>
              <a:ext uri="{FF2B5EF4-FFF2-40B4-BE49-F238E27FC236}">
                <a16:creationId xmlns:a16="http://schemas.microsoft.com/office/drawing/2014/main" id="{82FAC416-5A96-491E-91F4-37DD3C42AC2D}"/>
              </a:ext>
            </a:extLst>
          </p:cNvPr>
          <p:cNvSpPr>
            <a:spLocks noGrp="1"/>
          </p:cNvSpPr>
          <p:nvPr>
            <p:ph type="body" sz="quarter" idx="18" hasCustomPrompt="1"/>
          </p:nvPr>
        </p:nvSpPr>
        <p:spPr>
          <a:xfrm>
            <a:off x="6105891" y="355600"/>
            <a:ext cx="5463812" cy="348813"/>
          </a:xfrm>
          <a:prstGeom prst="rect">
            <a:avLst/>
          </a:prstGeom>
        </p:spPr>
        <p:txBody>
          <a:bodyPr wrap="square">
            <a:noAutofit/>
          </a:bodyPr>
          <a:lstStyle>
            <a:lvl1pPr>
              <a:defRPr sz="1200" b="0" cap="all" spc="200" baseline="0">
                <a:solidFill>
                  <a:srgbClr val="222731"/>
                </a:solidFill>
                <a:latin typeface="+mn-lt"/>
              </a:defRPr>
            </a:lvl1pPr>
            <a:lvl2pPr marL="0" indent="0">
              <a:buNone/>
              <a:defRPr/>
            </a:lvl2pPr>
          </a:lstStyle>
          <a:p>
            <a:pPr lvl="0"/>
            <a:r>
              <a:rPr lang="en-US"/>
              <a:t>Eyebrow CALIBRI LIGHT 9pt</a:t>
            </a:r>
          </a:p>
        </p:txBody>
      </p:sp>
      <p:sp>
        <p:nvSpPr>
          <p:cNvPr id="18" name="Text Placeholder 4">
            <a:extLst>
              <a:ext uri="{FF2B5EF4-FFF2-40B4-BE49-F238E27FC236}">
                <a16:creationId xmlns:a16="http://schemas.microsoft.com/office/drawing/2014/main" id="{EC4C2575-A445-43B7-875C-641A76884F26}"/>
              </a:ext>
            </a:extLst>
          </p:cNvPr>
          <p:cNvSpPr>
            <a:spLocks noGrp="1"/>
          </p:cNvSpPr>
          <p:nvPr>
            <p:ph type="body" sz="quarter" idx="13" hasCustomPrompt="1"/>
          </p:nvPr>
        </p:nvSpPr>
        <p:spPr>
          <a:xfrm>
            <a:off x="6106311" y="2070100"/>
            <a:ext cx="5463816" cy="426720"/>
          </a:xfrm>
          <a:prstGeom prst="rect">
            <a:avLst/>
          </a:prstGeom>
        </p:spPr>
        <p:txBody>
          <a:bodyPr>
            <a:noAutofit/>
          </a:bodyPr>
          <a:lstStyle>
            <a:lvl1pPr>
              <a:defRPr sz="1867" b="1" cap="none" baseline="0">
                <a:solidFill>
                  <a:schemeClr val="accent3"/>
                </a:solidFill>
                <a:latin typeface="+mj-lt"/>
              </a:defRPr>
            </a:lvl1pPr>
          </a:lstStyle>
          <a:p>
            <a:pPr lvl="0"/>
            <a:r>
              <a:rPr lang="en-US"/>
              <a:t>Short Title, Calibri, 14pt, Bold</a:t>
            </a:r>
          </a:p>
        </p:txBody>
      </p:sp>
      <p:sp>
        <p:nvSpPr>
          <p:cNvPr id="19" name="Content Placeholder 5">
            <a:extLst>
              <a:ext uri="{FF2B5EF4-FFF2-40B4-BE49-F238E27FC236}">
                <a16:creationId xmlns:a16="http://schemas.microsoft.com/office/drawing/2014/main" id="{E778DA63-FCCC-4EE0-AA5F-890A1063CF18}"/>
              </a:ext>
            </a:extLst>
          </p:cNvPr>
          <p:cNvSpPr>
            <a:spLocks noGrp="1"/>
          </p:cNvSpPr>
          <p:nvPr>
            <p:ph sz="quarter" idx="20"/>
          </p:nvPr>
        </p:nvSpPr>
        <p:spPr>
          <a:xfrm>
            <a:off x="6105888" y="2590800"/>
            <a:ext cx="5463815" cy="1766352"/>
          </a:xfrm>
        </p:spPr>
        <p:txBody>
          <a:bodyPr>
            <a:noAutofit/>
          </a:bodyPr>
          <a:lstStyle>
            <a:lvl1pPr>
              <a:defRPr sz="1867">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stStyle>
          <a:p>
            <a:pPr lvl="0"/>
            <a:r>
              <a:rPr lang="en-US"/>
              <a:t>Click to edit Master text styles</a:t>
            </a:r>
          </a:p>
          <a:p>
            <a:pPr lvl="1"/>
            <a:r>
              <a:rPr lang="en-US"/>
              <a:t>Second level</a:t>
            </a:r>
          </a:p>
          <a:p>
            <a:pPr lvl="2"/>
            <a:r>
              <a:rPr lang="en-US"/>
              <a:t>Third level</a:t>
            </a:r>
          </a:p>
        </p:txBody>
      </p:sp>
      <p:sp>
        <p:nvSpPr>
          <p:cNvPr id="3" name="Title 2">
            <a:extLst>
              <a:ext uri="{FF2B5EF4-FFF2-40B4-BE49-F238E27FC236}">
                <a16:creationId xmlns:a16="http://schemas.microsoft.com/office/drawing/2014/main" id="{40AE3F9D-0018-4E23-82DB-DD559B56D0D9}"/>
              </a:ext>
            </a:extLst>
          </p:cNvPr>
          <p:cNvSpPr>
            <a:spLocks noGrp="1"/>
          </p:cNvSpPr>
          <p:nvPr>
            <p:ph type="title"/>
          </p:nvPr>
        </p:nvSpPr>
        <p:spPr>
          <a:xfrm>
            <a:off x="6095729" y="759460"/>
            <a:ext cx="5892155" cy="520701"/>
          </a:xfrm>
        </p:spPr>
        <p:txBody>
          <a:bodyPr/>
          <a:lstStyle>
            <a:lvl1pPr>
              <a:defRPr>
                <a:solidFill>
                  <a:schemeClr val="tx1"/>
                </a:solidFill>
              </a:defRPr>
            </a:lvl1pPr>
          </a:lstStyle>
          <a:p>
            <a:r>
              <a:rPr lang="en-US"/>
              <a:t>Click to edit Master title</a:t>
            </a:r>
            <a:endParaRPr lang="en-IN"/>
          </a:p>
        </p:txBody>
      </p:sp>
      <p:sp>
        <p:nvSpPr>
          <p:cNvPr id="4" name="Content Placeholder 2">
            <a:extLst>
              <a:ext uri="{FF2B5EF4-FFF2-40B4-BE49-F238E27FC236}">
                <a16:creationId xmlns:a16="http://schemas.microsoft.com/office/drawing/2014/main" id="{5C9F7E1F-0ACF-5236-690F-5AE374F107C5}"/>
              </a:ext>
            </a:extLst>
          </p:cNvPr>
          <p:cNvSpPr txBox="1">
            <a:spLocks/>
          </p:cNvSpPr>
          <p:nvPr userDrawn="1"/>
        </p:nvSpPr>
        <p:spPr bwMode="gray">
          <a:xfrm>
            <a:off x="670563" y="6343415"/>
            <a:ext cx="5082732" cy="374895"/>
          </a:xfrm>
          <a:prstGeom prst="rect">
            <a:avLst/>
          </a:prstGeom>
        </p:spPr>
        <p:txBody>
          <a:bodyPr vert="horz" lIns="0" tIns="0" rIns="0" bIns="0" anchor="b" anchorCtr="0"/>
          <a:lstStyle>
            <a:lvl1pPr marL="0" indent="0" algn="l" defTabSz="457200" rtl="0" eaLnBrk="1" latinLnBrk="0" hangingPunct="1">
              <a:spcBef>
                <a:spcPct val="20000"/>
              </a:spcBef>
              <a:buFont typeface="Arial"/>
              <a:buNone/>
              <a:defRPr sz="900" kern="1200">
                <a:solidFill>
                  <a:schemeClr val="tx1"/>
                </a:solidFill>
                <a:latin typeface="Georgia"/>
                <a:ea typeface="+mn-ea"/>
                <a:cs typeface="Georgia"/>
              </a:defRPr>
            </a:lvl1pPr>
            <a:lvl2pPr marL="457200" indent="0" algn="l" defTabSz="457200" rtl="0" eaLnBrk="1" latinLnBrk="0" hangingPunct="1">
              <a:spcBef>
                <a:spcPct val="20000"/>
              </a:spcBef>
              <a:buFont typeface="Arial"/>
              <a:buNone/>
              <a:defRPr sz="900" kern="1200">
                <a:solidFill>
                  <a:schemeClr val="tx1"/>
                </a:solidFill>
                <a:latin typeface="Georgia"/>
                <a:ea typeface="+mn-ea"/>
                <a:cs typeface="Georgia"/>
              </a:defRPr>
            </a:lvl2pPr>
            <a:lvl3pPr marL="914400" indent="0" algn="l" defTabSz="457200" rtl="0" eaLnBrk="1" latinLnBrk="0" hangingPunct="1">
              <a:spcBef>
                <a:spcPct val="20000"/>
              </a:spcBef>
              <a:buFont typeface="Arial"/>
              <a:buNone/>
              <a:defRPr sz="900" kern="1200">
                <a:solidFill>
                  <a:schemeClr val="tx1"/>
                </a:solidFill>
                <a:latin typeface="Georgia"/>
                <a:ea typeface="+mn-ea"/>
                <a:cs typeface="Georgia"/>
              </a:defRPr>
            </a:lvl3pPr>
            <a:lvl4pPr marL="1371600" indent="0" algn="l" defTabSz="457200" rtl="0" eaLnBrk="1" latinLnBrk="0" hangingPunct="1">
              <a:spcBef>
                <a:spcPct val="20000"/>
              </a:spcBef>
              <a:buFont typeface="Arial"/>
              <a:buNone/>
              <a:defRPr sz="900" kern="1200">
                <a:solidFill>
                  <a:schemeClr val="tx1"/>
                </a:solidFill>
                <a:latin typeface="Georgia"/>
                <a:ea typeface="+mn-ea"/>
                <a:cs typeface="Georgia"/>
              </a:defRPr>
            </a:lvl4pPr>
            <a:lvl5pPr marL="1828800" indent="0" algn="l" defTabSz="457200" rtl="0" eaLnBrk="1" latinLnBrk="0" hangingPunct="1">
              <a:spcBef>
                <a:spcPct val="20000"/>
              </a:spcBef>
              <a:buFont typeface="Arial"/>
              <a:buNone/>
              <a:defRPr sz="900" kern="1200">
                <a:solidFill>
                  <a:schemeClr val="tx1"/>
                </a:solidFill>
                <a:latin typeface="Georgia"/>
                <a:ea typeface="+mn-ea"/>
                <a:cs typeface="Georgia"/>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l" defTabSz="609555" rtl="0" eaLnBrk="1" fontAlgn="auto" latinLnBrk="0" hangingPunct="1">
              <a:lnSpc>
                <a:spcPct val="100000"/>
              </a:lnSpc>
              <a:spcBef>
                <a:spcPts val="0"/>
              </a:spcBef>
              <a:spcAft>
                <a:spcPts val="0"/>
              </a:spcAft>
              <a:buClrTx/>
              <a:buSzTx/>
              <a:buFont typeface="Arial"/>
              <a:buNone/>
              <a:tabLst/>
              <a:defRPr/>
            </a:pPr>
            <a:r>
              <a:rPr lang="en-US" sz="933" kern="1200">
                <a:solidFill>
                  <a:schemeClr val="tx1"/>
                </a:solidFill>
                <a:latin typeface="+mn-lt"/>
                <a:ea typeface="+mn-ea"/>
                <a:cs typeface="Calibri" panose="020F0502020204030204" pitchFamily="34" charset="0"/>
              </a:rPr>
              <a:t>The sensor housing, FreeStyle, Libre, and related brand marks are marks of Abbott.</a:t>
            </a:r>
          </a:p>
          <a:p>
            <a:pPr>
              <a:spcBef>
                <a:spcPts val="0"/>
              </a:spcBef>
            </a:pPr>
            <a:r>
              <a:rPr lang="en-US" sz="933" kern="1200">
                <a:solidFill>
                  <a:schemeClr val="tx1"/>
                </a:solidFill>
                <a:latin typeface="+mn-lt"/>
                <a:ea typeface="+mn-ea"/>
                <a:cs typeface="Calibri" panose="020F0502020204030204" pitchFamily="34" charset="0"/>
              </a:rPr>
              <a:t>Proprietary and confidential — do not distribute. ADC-XXXXX v1.0</a:t>
            </a:r>
          </a:p>
        </p:txBody>
      </p:sp>
      <p:sp>
        <p:nvSpPr>
          <p:cNvPr id="11" name="Date Placeholder 10">
            <a:extLst>
              <a:ext uri="{FF2B5EF4-FFF2-40B4-BE49-F238E27FC236}">
                <a16:creationId xmlns:a16="http://schemas.microsoft.com/office/drawing/2014/main" id="{CCEDE5DA-36BB-9998-A2C5-7A87490DDC32}"/>
              </a:ext>
            </a:extLst>
          </p:cNvPr>
          <p:cNvSpPr>
            <a:spLocks noGrp="1"/>
          </p:cNvSpPr>
          <p:nvPr>
            <p:ph type="dt" sz="half" idx="23"/>
          </p:nvPr>
        </p:nvSpPr>
        <p:spPr>
          <a:xfrm>
            <a:off x="10439401" y="6419111"/>
            <a:ext cx="800099" cy="366183"/>
          </a:xfrm>
          <a:prstGeom prst="rect">
            <a:avLst/>
          </a:prstGeom>
        </p:spPr>
        <p:txBody>
          <a:bodyPr/>
          <a:lstStyle/>
          <a:p>
            <a:endParaRPr lang="en-IN"/>
          </a:p>
        </p:txBody>
      </p:sp>
      <p:sp>
        <p:nvSpPr>
          <p:cNvPr id="13" name="Slide Number Placeholder 12">
            <a:extLst>
              <a:ext uri="{FF2B5EF4-FFF2-40B4-BE49-F238E27FC236}">
                <a16:creationId xmlns:a16="http://schemas.microsoft.com/office/drawing/2014/main" id="{63B9C534-73A7-00C0-5DDE-48ADCBFE3D83}"/>
              </a:ext>
            </a:extLst>
          </p:cNvPr>
          <p:cNvSpPr>
            <a:spLocks noGrp="1"/>
          </p:cNvSpPr>
          <p:nvPr>
            <p:ph type="sldNum" sz="quarter" idx="25"/>
          </p:nvPr>
        </p:nvSpPr>
        <p:spPr/>
        <p:txBody>
          <a:bodyPr/>
          <a:lstStyle/>
          <a:p>
            <a:pPr>
              <a:defRPr/>
            </a:pPr>
            <a:fld id="{7B2119CD-3B2D-4CEB-B404-D2E3F8CD6D69}" type="slidenum">
              <a:rPr lang="en-IN" smtClean="0"/>
              <a:pPr>
                <a:defRPr/>
              </a:pPr>
              <a:t>‹#›</a:t>
            </a:fld>
            <a:endParaRPr lang="en-IN"/>
          </a:p>
        </p:txBody>
      </p:sp>
      <p:sp>
        <p:nvSpPr>
          <p:cNvPr id="2" name="Footer Placeholder 4">
            <a:extLst>
              <a:ext uri="{FF2B5EF4-FFF2-40B4-BE49-F238E27FC236}">
                <a16:creationId xmlns:a16="http://schemas.microsoft.com/office/drawing/2014/main" id="{10F777A3-BE9C-9326-3464-AF9FB9391C28}"/>
              </a:ext>
            </a:extLst>
          </p:cNvPr>
          <p:cNvSpPr>
            <a:spLocks noGrp="1"/>
          </p:cNvSpPr>
          <p:nvPr>
            <p:ph type="ftr" sz="quarter" idx="3"/>
          </p:nvPr>
        </p:nvSpPr>
        <p:spPr>
          <a:xfrm>
            <a:off x="8269434" y="6419111"/>
            <a:ext cx="2902527" cy="365125"/>
          </a:xfrm>
          <a:prstGeom prst="rect">
            <a:avLst/>
          </a:prstGeom>
        </p:spPr>
        <p:txBody>
          <a:bodyPr vert="horz" lIns="91440" tIns="45720" rIns="91440" bIns="45720" rtlCol="0" anchor="b" anchorCtr="0"/>
          <a:lstStyle>
            <a:lvl1pPr algn="ctr">
              <a:defRPr lang="en-US" sz="933" kern="1200" dirty="0" smtClean="0">
                <a:solidFill>
                  <a:schemeClr val="tx1"/>
                </a:solidFill>
                <a:latin typeface="+mn-lt"/>
                <a:ea typeface="+mn-ea"/>
                <a:cs typeface="+mn-cs"/>
              </a:defRPr>
            </a:lvl1pPr>
          </a:lstStyle>
          <a:p>
            <a:r>
              <a:rPr lang="en-US"/>
              <a:t>ADC Innovation Pipeline |  1-Aug-25</a:t>
            </a:r>
          </a:p>
        </p:txBody>
      </p:sp>
    </p:spTree>
    <p:extLst>
      <p:ext uri="{BB962C8B-B14F-4D97-AF65-F5344CB8AC3E}">
        <p14:creationId xmlns:p14="http://schemas.microsoft.com/office/powerpoint/2010/main" val="3457603694"/>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1_Divider Yellow Square Image">
    <p:bg>
      <p:bgPr>
        <a:solidFill>
          <a:schemeClr val="tx2"/>
        </a:solidFill>
        <a:effectLst/>
      </p:bgPr>
    </p:bg>
    <p:spTree>
      <p:nvGrpSpPr>
        <p:cNvPr id="1" name=""/>
        <p:cNvGrpSpPr/>
        <p:nvPr/>
      </p:nvGrpSpPr>
      <p:grpSpPr>
        <a:xfrm>
          <a:off x="0" y="0"/>
          <a:ext cx="0" cy="0"/>
          <a:chOff x="0" y="0"/>
          <a:chExt cx="0" cy="0"/>
        </a:xfrm>
      </p:grpSpPr>
      <p:sp>
        <p:nvSpPr>
          <p:cNvPr id="4" name="Picture Placeholder 9">
            <a:extLst>
              <a:ext uri="{FF2B5EF4-FFF2-40B4-BE49-F238E27FC236}">
                <a16:creationId xmlns:a16="http://schemas.microsoft.com/office/drawing/2014/main" id="{B3F1A411-FC55-C062-0733-075AD0F006B8}"/>
              </a:ext>
            </a:extLst>
          </p:cNvPr>
          <p:cNvSpPr>
            <a:spLocks noGrp="1"/>
          </p:cNvSpPr>
          <p:nvPr>
            <p:ph type="pic" sz="quarter" idx="14" hasCustomPrompt="1"/>
          </p:nvPr>
        </p:nvSpPr>
        <p:spPr>
          <a:xfrm>
            <a:off x="6111979" y="0"/>
            <a:ext cx="6080020" cy="6858000"/>
          </a:xfrm>
          <a:prstGeom prst="rect">
            <a:avLst/>
          </a:prstGeom>
          <a:solidFill>
            <a:srgbClr val="EAEAEA"/>
          </a:solidFill>
          <a:ln>
            <a:noFill/>
          </a:ln>
          <a:effectLst/>
        </p:spPr>
        <p:txBody>
          <a:bodyPr lIns="365760" rIns="365760" anchor="ctr" anchorCtr="1"/>
          <a:lstStyle>
            <a:lvl1pPr algn="ctr">
              <a:defRPr sz="2400" b="0" baseline="0">
                <a:solidFill>
                  <a:schemeClr val="tx1"/>
                </a:solidFill>
                <a:latin typeface="+mn-lt"/>
              </a:defRPr>
            </a:lvl1pPr>
          </a:lstStyle>
          <a:p>
            <a:r>
              <a:rPr lang="en-US"/>
              <a:t>Insert an image</a:t>
            </a:r>
            <a:br>
              <a:rPr lang="en-US"/>
            </a:br>
            <a:r>
              <a:rPr lang="en-US"/>
              <a:t>within this placeholder </a:t>
            </a:r>
          </a:p>
        </p:txBody>
      </p:sp>
      <p:sp>
        <p:nvSpPr>
          <p:cNvPr id="14" name="Text Placeholder 9">
            <a:extLst>
              <a:ext uri="{FF2B5EF4-FFF2-40B4-BE49-F238E27FC236}">
                <a16:creationId xmlns:a16="http://schemas.microsoft.com/office/drawing/2014/main" id="{05D9C096-3ECB-4476-AF46-67B691208D52}"/>
              </a:ext>
            </a:extLst>
          </p:cNvPr>
          <p:cNvSpPr>
            <a:spLocks noGrp="1"/>
          </p:cNvSpPr>
          <p:nvPr>
            <p:ph type="body" sz="quarter" idx="18" hasCustomPrompt="1"/>
          </p:nvPr>
        </p:nvSpPr>
        <p:spPr>
          <a:xfrm>
            <a:off x="670562" y="355600"/>
            <a:ext cx="5285739" cy="348813"/>
          </a:xfrm>
          <a:prstGeom prst="rect">
            <a:avLst/>
          </a:prstGeom>
        </p:spPr>
        <p:txBody>
          <a:bodyPr wrap="square">
            <a:noAutofit/>
          </a:bodyPr>
          <a:lstStyle>
            <a:lvl1pPr>
              <a:defRPr sz="1200" b="0" cap="all" spc="200" baseline="0">
                <a:solidFill>
                  <a:srgbClr val="222731"/>
                </a:solidFill>
                <a:latin typeface="+mn-lt"/>
              </a:defRPr>
            </a:lvl1pPr>
            <a:lvl2pPr marL="0" indent="0">
              <a:buNone/>
              <a:defRPr/>
            </a:lvl2pPr>
          </a:lstStyle>
          <a:p>
            <a:pPr lvl="0"/>
            <a:r>
              <a:rPr lang="en-US"/>
              <a:t>Eyebrow CALIBRI LIGHT 9PT</a:t>
            </a:r>
          </a:p>
        </p:txBody>
      </p:sp>
      <p:sp>
        <p:nvSpPr>
          <p:cNvPr id="3" name="Title 2">
            <a:extLst>
              <a:ext uri="{FF2B5EF4-FFF2-40B4-BE49-F238E27FC236}">
                <a16:creationId xmlns:a16="http://schemas.microsoft.com/office/drawing/2014/main" id="{9A67DE3C-68DE-43DF-A233-910AFDC7FBD6}"/>
              </a:ext>
            </a:extLst>
          </p:cNvPr>
          <p:cNvSpPr>
            <a:spLocks noGrp="1"/>
          </p:cNvSpPr>
          <p:nvPr>
            <p:ph type="title"/>
          </p:nvPr>
        </p:nvSpPr>
        <p:spPr>
          <a:xfrm>
            <a:off x="670562" y="2870200"/>
            <a:ext cx="5044441" cy="1117600"/>
          </a:xfrm>
        </p:spPr>
        <p:txBody>
          <a:bodyPr anchor="ctr"/>
          <a:lstStyle>
            <a:lvl1pPr>
              <a:defRPr sz="4800">
                <a:solidFill>
                  <a:schemeClr val="tx1"/>
                </a:solidFill>
              </a:defRPr>
            </a:lvl1pPr>
          </a:lstStyle>
          <a:p>
            <a:r>
              <a:rPr lang="en-US"/>
              <a:t>Click to edit Master title style</a:t>
            </a:r>
            <a:endParaRPr lang="en-IN"/>
          </a:p>
        </p:txBody>
      </p:sp>
      <p:sp>
        <p:nvSpPr>
          <p:cNvPr id="2" name="Date Placeholder 1">
            <a:extLst>
              <a:ext uri="{FF2B5EF4-FFF2-40B4-BE49-F238E27FC236}">
                <a16:creationId xmlns:a16="http://schemas.microsoft.com/office/drawing/2014/main" id="{86DD1931-D213-3A4A-039E-9754B6FC5D80}"/>
              </a:ext>
            </a:extLst>
          </p:cNvPr>
          <p:cNvSpPr>
            <a:spLocks noGrp="1"/>
          </p:cNvSpPr>
          <p:nvPr>
            <p:ph type="dt" sz="half" idx="27"/>
          </p:nvPr>
        </p:nvSpPr>
        <p:spPr>
          <a:xfrm>
            <a:off x="10439401" y="6419111"/>
            <a:ext cx="800099" cy="366183"/>
          </a:xfrm>
          <a:prstGeom prst="rect">
            <a:avLst/>
          </a:prstGeom>
        </p:spPr>
        <p:txBody>
          <a:bodyPr/>
          <a:lstStyle/>
          <a:p>
            <a:endParaRPr lang="en-IN"/>
          </a:p>
        </p:txBody>
      </p:sp>
      <p:sp>
        <p:nvSpPr>
          <p:cNvPr id="8" name="Slide Number Placeholder 7">
            <a:extLst>
              <a:ext uri="{FF2B5EF4-FFF2-40B4-BE49-F238E27FC236}">
                <a16:creationId xmlns:a16="http://schemas.microsoft.com/office/drawing/2014/main" id="{AD8F7A3C-9103-DB22-927B-66B30E49938D}"/>
              </a:ext>
            </a:extLst>
          </p:cNvPr>
          <p:cNvSpPr>
            <a:spLocks noGrp="1"/>
          </p:cNvSpPr>
          <p:nvPr>
            <p:ph type="sldNum" sz="quarter" idx="29"/>
          </p:nvPr>
        </p:nvSpPr>
        <p:spPr/>
        <p:txBody>
          <a:bodyPr/>
          <a:lstStyle/>
          <a:p>
            <a:pPr>
              <a:defRPr/>
            </a:pPr>
            <a:fld id="{7B2119CD-3B2D-4CEB-B404-D2E3F8CD6D69}" type="slidenum">
              <a:rPr lang="en-IN" smtClean="0"/>
              <a:pPr>
                <a:defRPr/>
              </a:pPr>
              <a:t>‹#›</a:t>
            </a:fld>
            <a:endParaRPr lang="en-IN"/>
          </a:p>
        </p:txBody>
      </p:sp>
      <p:sp>
        <p:nvSpPr>
          <p:cNvPr id="5" name="Footer Placeholder 4">
            <a:extLst>
              <a:ext uri="{FF2B5EF4-FFF2-40B4-BE49-F238E27FC236}">
                <a16:creationId xmlns:a16="http://schemas.microsoft.com/office/drawing/2014/main" id="{BE0A74BA-78A3-7E4A-F076-0778D970614B}"/>
              </a:ext>
            </a:extLst>
          </p:cNvPr>
          <p:cNvSpPr>
            <a:spLocks noGrp="1"/>
          </p:cNvSpPr>
          <p:nvPr>
            <p:ph type="ftr" sz="quarter" idx="3"/>
          </p:nvPr>
        </p:nvSpPr>
        <p:spPr>
          <a:xfrm>
            <a:off x="8269434" y="6419111"/>
            <a:ext cx="2902527" cy="365125"/>
          </a:xfrm>
          <a:prstGeom prst="rect">
            <a:avLst/>
          </a:prstGeom>
        </p:spPr>
        <p:txBody>
          <a:bodyPr vert="horz" lIns="91440" tIns="45720" rIns="91440" bIns="45720" rtlCol="0" anchor="b" anchorCtr="0"/>
          <a:lstStyle>
            <a:lvl1pPr algn="ctr">
              <a:defRPr lang="en-US" sz="933" kern="1200" dirty="0" smtClean="0">
                <a:solidFill>
                  <a:schemeClr val="tx1"/>
                </a:solidFill>
                <a:latin typeface="+mn-lt"/>
                <a:ea typeface="+mn-ea"/>
                <a:cs typeface="+mn-cs"/>
              </a:defRPr>
            </a:lvl1pPr>
          </a:lstStyle>
          <a:p>
            <a:r>
              <a:rPr lang="en-US"/>
              <a:t>ADC Innovation Pipeline |  1-Aug-25</a:t>
            </a:r>
          </a:p>
        </p:txBody>
      </p:sp>
    </p:spTree>
    <p:extLst>
      <p:ext uri="{BB962C8B-B14F-4D97-AF65-F5344CB8AC3E}">
        <p14:creationId xmlns:p14="http://schemas.microsoft.com/office/powerpoint/2010/main" val="1858906049"/>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1_Title and Content YW">
    <p:bg>
      <p:bgPr>
        <a:solidFill>
          <a:schemeClr val="tx2"/>
        </a:solidFill>
        <a:effectLst/>
      </p:bgPr>
    </p:bg>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E16D6E74-3911-4251-9210-E9AF0CB4653E}"/>
              </a:ext>
            </a:extLst>
          </p:cNvPr>
          <p:cNvSpPr>
            <a:spLocks noGrp="1"/>
          </p:cNvSpPr>
          <p:nvPr>
            <p:ph type="body" sz="quarter" idx="10" hasCustomPrompt="1"/>
          </p:nvPr>
        </p:nvSpPr>
        <p:spPr>
          <a:xfrm>
            <a:off x="670565" y="355600"/>
            <a:ext cx="6989233" cy="348813"/>
          </a:xfrm>
          <a:prstGeom prst="rect">
            <a:avLst/>
          </a:prstGeom>
        </p:spPr>
        <p:txBody>
          <a:bodyPr>
            <a:noAutofit/>
          </a:bodyPr>
          <a:lstStyle>
            <a:lvl1pPr>
              <a:defRPr sz="1200" b="0" cap="all" spc="200" baseline="0">
                <a:solidFill>
                  <a:srgbClr val="222731"/>
                </a:solidFill>
                <a:latin typeface="+mn-lt"/>
              </a:defRPr>
            </a:lvl1pPr>
            <a:lvl2pPr marL="0" indent="0">
              <a:buNone/>
              <a:defRPr/>
            </a:lvl2pPr>
          </a:lstStyle>
          <a:p>
            <a:pPr lvl="0"/>
            <a:r>
              <a:rPr lang="en-US"/>
              <a:t>Eyebrow CALIBRI LIGHT 9Pt</a:t>
            </a:r>
          </a:p>
        </p:txBody>
      </p:sp>
      <p:sp>
        <p:nvSpPr>
          <p:cNvPr id="15" name="Content Placeholder 9">
            <a:extLst>
              <a:ext uri="{FF2B5EF4-FFF2-40B4-BE49-F238E27FC236}">
                <a16:creationId xmlns:a16="http://schemas.microsoft.com/office/drawing/2014/main" id="{DCEC16E3-E9C3-470B-B2C9-CBD23EA9860F}"/>
              </a:ext>
            </a:extLst>
          </p:cNvPr>
          <p:cNvSpPr>
            <a:spLocks noGrp="1"/>
          </p:cNvSpPr>
          <p:nvPr>
            <p:ph sz="quarter" idx="14"/>
          </p:nvPr>
        </p:nvSpPr>
        <p:spPr>
          <a:xfrm>
            <a:off x="670560" y="2289453"/>
            <a:ext cx="10861040" cy="3927515"/>
          </a:xfrm>
        </p:spPr>
        <p:txBody>
          <a:bodyPr/>
          <a:lstStyle>
            <a:lvl2pPr>
              <a:defRPr sz="2133"/>
            </a:lvl2pPr>
            <a:lvl3pPr>
              <a:defRPr sz="1867"/>
            </a:lvl3pPr>
            <a:lvl4pPr>
              <a:defRPr sz="1600"/>
            </a:lvl4pPr>
            <a:lvl5pPr>
              <a:defRPr sz="1600"/>
            </a:lvl5pPr>
          </a:lstStyle>
          <a:p>
            <a:pPr lvl="0"/>
            <a:r>
              <a:rPr lang="en-US"/>
              <a:t>Click to edit Master text styles</a:t>
            </a:r>
          </a:p>
          <a:p>
            <a:pPr lvl="1"/>
            <a:r>
              <a:rPr lang="en-US"/>
              <a:t>Second level</a:t>
            </a:r>
          </a:p>
          <a:p>
            <a:pPr lvl="2"/>
            <a:r>
              <a:rPr lang="en-US"/>
              <a:t>Third level</a:t>
            </a:r>
          </a:p>
        </p:txBody>
      </p:sp>
      <p:sp>
        <p:nvSpPr>
          <p:cNvPr id="16" name="Text Placeholder 4">
            <a:extLst>
              <a:ext uri="{FF2B5EF4-FFF2-40B4-BE49-F238E27FC236}">
                <a16:creationId xmlns:a16="http://schemas.microsoft.com/office/drawing/2014/main" id="{5D5EEAD8-45FF-4137-A993-0E3B0A63B7A6}"/>
              </a:ext>
            </a:extLst>
          </p:cNvPr>
          <p:cNvSpPr>
            <a:spLocks noGrp="1"/>
          </p:cNvSpPr>
          <p:nvPr>
            <p:ph type="body" sz="quarter" idx="15" hasCustomPrompt="1"/>
          </p:nvPr>
        </p:nvSpPr>
        <p:spPr>
          <a:xfrm>
            <a:off x="670984" y="1778002"/>
            <a:ext cx="10860616" cy="520700"/>
          </a:xfrm>
          <a:prstGeom prst="rect">
            <a:avLst/>
          </a:prstGeom>
        </p:spPr>
        <p:txBody>
          <a:bodyPr>
            <a:noAutofit/>
          </a:bodyPr>
          <a:lstStyle>
            <a:lvl1pPr>
              <a:defRPr sz="2133" b="1" cap="none" baseline="0">
                <a:solidFill>
                  <a:schemeClr val="accent3"/>
                </a:solidFill>
                <a:latin typeface="+mj-lt"/>
              </a:defRPr>
            </a:lvl1pPr>
          </a:lstStyle>
          <a:p>
            <a:pPr lvl="0"/>
            <a:r>
              <a:rPr lang="en-US"/>
              <a:t>Subtitle Calibri 16pt Bold, Blue</a:t>
            </a:r>
          </a:p>
        </p:txBody>
      </p:sp>
      <p:sp>
        <p:nvSpPr>
          <p:cNvPr id="7" name="Title 6">
            <a:extLst>
              <a:ext uri="{FF2B5EF4-FFF2-40B4-BE49-F238E27FC236}">
                <a16:creationId xmlns:a16="http://schemas.microsoft.com/office/drawing/2014/main" id="{1B071053-E294-48B6-82D4-81528F06E152}"/>
              </a:ext>
            </a:extLst>
          </p:cNvPr>
          <p:cNvSpPr>
            <a:spLocks noGrp="1"/>
          </p:cNvSpPr>
          <p:nvPr>
            <p:ph type="title"/>
          </p:nvPr>
        </p:nvSpPr>
        <p:spPr/>
        <p:txBody>
          <a:bodyPr/>
          <a:lstStyle>
            <a:lvl1pPr>
              <a:defRPr>
                <a:solidFill>
                  <a:schemeClr val="tx1"/>
                </a:solidFill>
              </a:defRPr>
            </a:lvl1pPr>
          </a:lstStyle>
          <a:p>
            <a:r>
              <a:rPr lang="en-US"/>
              <a:t>Click to edit Master title style</a:t>
            </a:r>
            <a:endParaRPr lang="en-IN"/>
          </a:p>
        </p:txBody>
      </p:sp>
      <p:sp>
        <p:nvSpPr>
          <p:cNvPr id="2" name="Date Placeholder 1">
            <a:extLst>
              <a:ext uri="{FF2B5EF4-FFF2-40B4-BE49-F238E27FC236}">
                <a16:creationId xmlns:a16="http://schemas.microsoft.com/office/drawing/2014/main" id="{DFC00226-31E1-3AB5-4194-94C2D4E2FD7B}"/>
              </a:ext>
            </a:extLst>
          </p:cNvPr>
          <p:cNvSpPr>
            <a:spLocks noGrp="1"/>
          </p:cNvSpPr>
          <p:nvPr>
            <p:ph type="dt" sz="half" idx="16"/>
          </p:nvPr>
        </p:nvSpPr>
        <p:spPr>
          <a:xfrm>
            <a:off x="10439401" y="6419111"/>
            <a:ext cx="800099" cy="366183"/>
          </a:xfrm>
          <a:prstGeom prst="rect">
            <a:avLst/>
          </a:prstGeom>
        </p:spPr>
        <p:txBody>
          <a:bodyPr/>
          <a:lstStyle/>
          <a:p>
            <a:endParaRPr lang="en-IN"/>
          </a:p>
        </p:txBody>
      </p:sp>
      <p:sp>
        <p:nvSpPr>
          <p:cNvPr id="5" name="Slide Number Placeholder 4">
            <a:extLst>
              <a:ext uri="{FF2B5EF4-FFF2-40B4-BE49-F238E27FC236}">
                <a16:creationId xmlns:a16="http://schemas.microsoft.com/office/drawing/2014/main" id="{FE19A2EC-AC9D-E1AE-A7D9-2E9D5B9D1094}"/>
              </a:ext>
            </a:extLst>
          </p:cNvPr>
          <p:cNvSpPr>
            <a:spLocks noGrp="1"/>
          </p:cNvSpPr>
          <p:nvPr>
            <p:ph type="sldNum" sz="quarter" idx="18"/>
          </p:nvPr>
        </p:nvSpPr>
        <p:spPr/>
        <p:txBody>
          <a:bodyPr/>
          <a:lstStyle/>
          <a:p>
            <a:pPr>
              <a:defRPr/>
            </a:pPr>
            <a:fld id="{7B2119CD-3B2D-4CEB-B404-D2E3F8CD6D69}" type="slidenum">
              <a:rPr lang="en-IN" smtClean="0"/>
              <a:pPr>
                <a:defRPr/>
              </a:pPr>
              <a:t>‹#›</a:t>
            </a:fld>
            <a:endParaRPr lang="en-IN"/>
          </a:p>
        </p:txBody>
      </p:sp>
      <p:sp>
        <p:nvSpPr>
          <p:cNvPr id="3" name="Footer Placeholder 4">
            <a:extLst>
              <a:ext uri="{FF2B5EF4-FFF2-40B4-BE49-F238E27FC236}">
                <a16:creationId xmlns:a16="http://schemas.microsoft.com/office/drawing/2014/main" id="{03675072-39DF-27D9-5203-9F45F63E2843}"/>
              </a:ext>
            </a:extLst>
          </p:cNvPr>
          <p:cNvSpPr>
            <a:spLocks noGrp="1"/>
          </p:cNvSpPr>
          <p:nvPr>
            <p:ph type="ftr" sz="quarter" idx="3"/>
          </p:nvPr>
        </p:nvSpPr>
        <p:spPr>
          <a:xfrm>
            <a:off x="8269434" y="6419111"/>
            <a:ext cx="2902527" cy="365125"/>
          </a:xfrm>
          <a:prstGeom prst="rect">
            <a:avLst/>
          </a:prstGeom>
        </p:spPr>
        <p:txBody>
          <a:bodyPr vert="horz" lIns="91440" tIns="45720" rIns="91440" bIns="45720" rtlCol="0" anchor="b" anchorCtr="0"/>
          <a:lstStyle>
            <a:lvl1pPr algn="ctr">
              <a:defRPr lang="en-US" sz="933" kern="1200" dirty="0" smtClean="0">
                <a:solidFill>
                  <a:schemeClr val="tx1"/>
                </a:solidFill>
                <a:latin typeface="+mn-lt"/>
                <a:ea typeface="+mn-ea"/>
                <a:cs typeface="+mn-cs"/>
              </a:defRPr>
            </a:lvl1pPr>
          </a:lstStyle>
          <a:p>
            <a:r>
              <a:rPr lang="en-US"/>
              <a:t>ADC Innovation Pipeline |  1-Aug-25</a:t>
            </a:r>
          </a:p>
        </p:txBody>
      </p:sp>
    </p:spTree>
    <p:extLst>
      <p:ext uri="{BB962C8B-B14F-4D97-AF65-F5344CB8AC3E}">
        <p14:creationId xmlns:p14="http://schemas.microsoft.com/office/powerpoint/2010/main" val="2089726321"/>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83.xml><?xml version="1.0" encoding="utf-8"?>
<p:sldLayout xmlns:a="http://schemas.openxmlformats.org/drawingml/2006/main" xmlns:r="http://schemas.openxmlformats.org/officeDocument/2006/relationships" xmlns:p="http://schemas.openxmlformats.org/presentationml/2006/main" showMasterSp="0" preserve="1" userDrawn="1">
  <p:cSld name="2_Title and Content Charcoal">
    <p:bg>
      <p:bgPr>
        <a:solidFill>
          <a:schemeClr val="tx1"/>
        </a:solidFill>
        <a:effectLst/>
      </p:bgPr>
    </p:bg>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E16D6E74-3911-4251-9210-E9AF0CB4653E}"/>
              </a:ext>
            </a:extLst>
          </p:cNvPr>
          <p:cNvSpPr>
            <a:spLocks noGrp="1"/>
          </p:cNvSpPr>
          <p:nvPr>
            <p:ph type="body" sz="quarter" idx="10" hasCustomPrompt="1"/>
          </p:nvPr>
        </p:nvSpPr>
        <p:spPr>
          <a:xfrm>
            <a:off x="670565" y="355600"/>
            <a:ext cx="6989233" cy="348813"/>
          </a:xfrm>
          <a:prstGeom prst="rect">
            <a:avLst/>
          </a:prstGeom>
        </p:spPr>
        <p:txBody>
          <a:bodyPr>
            <a:noAutofit/>
          </a:bodyPr>
          <a:lstStyle>
            <a:lvl1pPr>
              <a:defRPr sz="1200" b="0" cap="all" spc="200" baseline="0">
                <a:solidFill>
                  <a:schemeClr val="bg1"/>
                </a:solidFill>
                <a:latin typeface="+mn-lt"/>
              </a:defRPr>
            </a:lvl1pPr>
            <a:lvl2pPr marL="0" indent="0">
              <a:buNone/>
              <a:defRPr/>
            </a:lvl2pPr>
          </a:lstStyle>
          <a:p>
            <a:pPr lvl="0"/>
            <a:r>
              <a:rPr lang="en-US"/>
              <a:t>Eyebrow CALIBRI LIGHT 9Pt</a:t>
            </a:r>
          </a:p>
        </p:txBody>
      </p:sp>
      <p:sp>
        <p:nvSpPr>
          <p:cNvPr id="15" name="Content Placeholder 9">
            <a:extLst>
              <a:ext uri="{FF2B5EF4-FFF2-40B4-BE49-F238E27FC236}">
                <a16:creationId xmlns:a16="http://schemas.microsoft.com/office/drawing/2014/main" id="{DCEC16E3-E9C3-470B-B2C9-CBD23EA9860F}"/>
              </a:ext>
            </a:extLst>
          </p:cNvPr>
          <p:cNvSpPr>
            <a:spLocks noGrp="1"/>
          </p:cNvSpPr>
          <p:nvPr>
            <p:ph sz="quarter" idx="14"/>
          </p:nvPr>
        </p:nvSpPr>
        <p:spPr>
          <a:xfrm>
            <a:off x="670560" y="2289453"/>
            <a:ext cx="10861040" cy="3927515"/>
          </a:xfrm>
        </p:spPr>
        <p:txBody>
          <a:bodyPr/>
          <a:lstStyle>
            <a:lvl1pPr>
              <a:defRPr>
                <a:solidFill>
                  <a:schemeClr val="bg1"/>
                </a:solidFill>
              </a:defRPr>
            </a:lvl1pPr>
            <a:lvl2pPr>
              <a:defRPr sz="2133">
                <a:solidFill>
                  <a:schemeClr val="bg1"/>
                </a:solidFill>
              </a:defRPr>
            </a:lvl2pPr>
            <a:lvl3pPr>
              <a:defRPr sz="1867">
                <a:solidFill>
                  <a:schemeClr val="bg1"/>
                </a:solidFill>
              </a:defRPr>
            </a:lvl3pPr>
            <a:lvl4pPr>
              <a:defRPr sz="1600"/>
            </a:lvl4pPr>
            <a:lvl5pPr>
              <a:defRPr sz="1600"/>
            </a:lvl5pPr>
          </a:lstStyle>
          <a:p>
            <a:pPr lvl="0"/>
            <a:r>
              <a:rPr lang="en-US"/>
              <a:t>Click to edit Master text styles</a:t>
            </a:r>
          </a:p>
          <a:p>
            <a:pPr lvl="1"/>
            <a:r>
              <a:rPr lang="en-US"/>
              <a:t>Second level</a:t>
            </a:r>
          </a:p>
          <a:p>
            <a:pPr lvl="2"/>
            <a:r>
              <a:rPr lang="en-US"/>
              <a:t>Third level</a:t>
            </a:r>
          </a:p>
        </p:txBody>
      </p:sp>
      <p:sp>
        <p:nvSpPr>
          <p:cNvPr id="16" name="Text Placeholder 4">
            <a:extLst>
              <a:ext uri="{FF2B5EF4-FFF2-40B4-BE49-F238E27FC236}">
                <a16:creationId xmlns:a16="http://schemas.microsoft.com/office/drawing/2014/main" id="{5D5EEAD8-45FF-4137-A993-0E3B0A63B7A6}"/>
              </a:ext>
            </a:extLst>
          </p:cNvPr>
          <p:cNvSpPr>
            <a:spLocks noGrp="1"/>
          </p:cNvSpPr>
          <p:nvPr>
            <p:ph type="body" sz="quarter" idx="15" hasCustomPrompt="1"/>
          </p:nvPr>
        </p:nvSpPr>
        <p:spPr>
          <a:xfrm>
            <a:off x="670984" y="1778002"/>
            <a:ext cx="10860616" cy="520700"/>
          </a:xfrm>
          <a:prstGeom prst="rect">
            <a:avLst/>
          </a:prstGeom>
        </p:spPr>
        <p:txBody>
          <a:bodyPr>
            <a:noAutofit/>
          </a:bodyPr>
          <a:lstStyle>
            <a:lvl1pPr>
              <a:defRPr sz="2133" b="1" cap="none" baseline="0">
                <a:solidFill>
                  <a:schemeClr val="tx2"/>
                </a:solidFill>
                <a:latin typeface="+mj-lt"/>
              </a:defRPr>
            </a:lvl1pPr>
          </a:lstStyle>
          <a:p>
            <a:pPr lvl="0"/>
            <a:r>
              <a:rPr lang="en-US"/>
              <a:t>Subtitle Calibri 16pt Bold, Yellow</a:t>
            </a:r>
          </a:p>
        </p:txBody>
      </p:sp>
      <p:sp>
        <p:nvSpPr>
          <p:cNvPr id="7" name="Title 6">
            <a:extLst>
              <a:ext uri="{FF2B5EF4-FFF2-40B4-BE49-F238E27FC236}">
                <a16:creationId xmlns:a16="http://schemas.microsoft.com/office/drawing/2014/main" id="{1B071053-E294-48B6-82D4-81528F06E152}"/>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en-IN"/>
          </a:p>
        </p:txBody>
      </p:sp>
      <p:sp>
        <p:nvSpPr>
          <p:cNvPr id="2" name="Date Placeholder 1">
            <a:extLst>
              <a:ext uri="{FF2B5EF4-FFF2-40B4-BE49-F238E27FC236}">
                <a16:creationId xmlns:a16="http://schemas.microsoft.com/office/drawing/2014/main" id="{DFC00226-31E1-3AB5-4194-94C2D4E2FD7B}"/>
              </a:ext>
            </a:extLst>
          </p:cNvPr>
          <p:cNvSpPr>
            <a:spLocks noGrp="1"/>
          </p:cNvSpPr>
          <p:nvPr>
            <p:ph type="dt" sz="half" idx="16"/>
          </p:nvPr>
        </p:nvSpPr>
        <p:spPr>
          <a:xfrm>
            <a:off x="10439401" y="6419111"/>
            <a:ext cx="800099" cy="366183"/>
          </a:xfrm>
          <a:prstGeom prst="rect">
            <a:avLst/>
          </a:prstGeom>
        </p:spPr>
        <p:txBody>
          <a:bodyPr/>
          <a:lstStyle>
            <a:lvl1pPr>
              <a:defRPr>
                <a:solidFill>
                  <a:schemeClr val="bg1"/>
                </a:solidFill>
              </a:defRPr>
            </a:lvl1pPr>
          </a:lstStyle>
          <a:p>
            <a:endParaRPr lang="en-IN"/>
          </a:p>
        </p:txBody>
      </p:sp>
      <p:sp>
        <p:nvSpPr>
          <p:cNvPr id="5" name="Slide Number Placeholder 4">
            <a:extLst>
              <a:ext uri="{FF2B5EF4-FFF2-40B4-BE49-F238E27FC236}">
                <a16:creationId xmlns:a16="http://schemas.microsoft.com/office/drawing/2014/main" id="{FE19A2EC-AC9D-E1AE-A7D9-2E9D5B9D1094}"/>
              </a:ext>
            </a:extLst>
          </p:cNvPr>
          <p:cNvSpPr>
            <a:spLocks noGrp="1"/>
          </p:cNvSpPr>
          <p:nvPr>
            <p:ph type="sldNum" sz="quarter" idx="18"/>
          </p:nvPr>
        </p:nvSpPr>
        <p:spPr/>
        <p:txBody>
          <a:bodyPr/>
          <a:lstStyle>
            <a:lvl1pPr>
              <a:defRPr>
                <a:solidFill>
                  <a:schemeClr val="bg1"/>
                </a:solidFill>
              </a:defRPr>
            </a:lvl1pPr>
          </a:lstStyle>
          <a:p>
            <a:pPr>
              <a:defRPr/>
            </a:pPr>
            <a:fld id="{7B2119CD-3B2D-4CEB-B404-D2E3F8CD6D69}" type="slidenum">
              <a:rPr lang="en-IN" smtClean="0"/>
              <a:pPr>
                <a:defRPr/>
              </a:pPr>
              <a:t>‹#›</a:t>
            </a:fld>
            <a:endParaRPr lang="en-IN"/>
          </a:p>
        </p:txBody>
      </p:sp>
      <p:sp>
        <p:nvSpPr>
          <p:cNvPr id="3" name="Content Placeholder 2">
            <a:extLst>
              <a:ext uri="{FF2B5EF4-FFF2-40B4-BE49-F238E27FC236}">
                <a16:creationId xmlns:a16="http://schemas.microsoft.com/office/drawing/2014/main" id="{C44062AF-B517-84E4-CA46-7BAAC292DABB}"/>
              </a:ext>
            </a:extLst>
          </p:cNvPr>
          <p:cNvSpPr txBox="1">
            <a:spLocks/>
          </p:cNvSpPr>
          <p:nvPr userDrawn="1"/>
        </p:nvSpPr>
        <p:spPr bwMode="gray">
          <a:xfrm>
            <a:off x="670563" y="6344073"/>
            <a:ext cx="5082732" cy="374235"/>
          </a:xfrm>
          <a:prstGeom prst="rect">
            <a:avLst/>
          </a:prstGeom>
        </p:spPr>
        <p:txBody>
          <a:bodyPr vert="horz" lIns="0" tIns="0" rIns="0" bIns="0" anchor="b" anchorCtr="0"/>
          <a:lstStyle>
            <a:lvl1pPr marL="0" indent="0" algn="l" defTabSz="457200" rtl="0" eaLnBrk="1" latinLnBrk="0" hangingPunct="1">
              <a:spcBef>
                <a:spcPct val="20000"/>
              </a:spcBef>
              <a:buFont typeface="Arial"/>
              <a:buNone/>
              <a:defRPr sz="900" kern="1200">
                <a:solidFill>
                  <a:schemeClr val="tx1"/>
                </a:solidFill>
                <a:latin typeface="Georgia"/>
                <a:ea typeface="+mn-ea"/>
                <a:cs typeface="Georgia"/>
              </a:defRPr>
            </a:lvl1pPr>
            <a:lvl2pPr marL="457200" indent="0" algn="l" defTabSz="457200" rtl="0" eaLnBrk="1" latinLnBrk="0" hangingPunct="1">
              <a:spcBef>
                <a:spcPct val="20000"/>
              </a:spcBef>
              <a:buFont typeface="Arial"/>
              <a:buNone/>
              <a:defRPr sz="900" kern="1200">
                <a:solidFill>
                  <a:schemeClr val="tx1"/>
                </a:solidFill>
                <a:latin typeface="Georgia"/>
                <a:ea typeface="+mn-ea"/>
                <a:cs typeface="Georgia"/>
              </a:defRPr>
            </a:lvl2pPr>
            <a:lvl3pPr marL="914400" indent="0" algn="l" defTabSz="457200" rtl="0" eaLnBrk="1" latinLnBrk="0" hangingPunct="1">
              <a:spcBef>
                <a:spcPct val="20000"/>
              </a:spcBef>
              <a:buFont typeface="Arial"/>
              <a:buNone/>
              <a:defRPr sz="900" kern="1200">
                <a:solidFill>
                  <a:schemeClr val="tx1"/>
                </a:solidFill>
                <a:latin typeface="Georgia"/>
                <a:ea typeface="+mn-ea"/>
                <a:cs typeface="Georgia"/>
              </a:defRPr>
            </a:lvl3pPr>
            <a:lvl4pPr marL="1371600" indent="0" algn="l" defTabSz="457200" rtl="0" eaLnBrk="1" latinLnBrk="0" hangingPunct="1">
              <a:spcBef>
                <a:spcPct val="20000"/>
              </a:spcBef>
              <a:buFont typeface="Arial"/>
              <a:buNone/>
              <a:defRPr sz="900" kern="1200">
                <a:solidFill>
                  <a:schemeClr val="tx1"/>
                </a:solidFill>
                <a:latin typeface="Georgia"/>
                <a:ea typeface="+mn-ea"/>
                <a:cs typeface="Georgia"/>
              </a:defRPr>
            </a:lvl4pPr>
            <a:lvl5pPr marL="1828800" indent="0" algn="l" defTabSz="457200" rtl="0" eaLnBrk="1" latinLnBrk="0" hangingPunct="1">
              <a:spcBef>
                <a:spcPct val="20000"/>
              </a:spcBef>
              <a:buFont typeface="Arial"/>
              <a:buNone/>
              <a:defRPr sz="900" kern="1200">
                <a:solidFill>
                  <a:schemeClr val="tx1"/>
                </a:solidFill>
                <a:latin typeface="Georgia"/>
                <a:ea typeface="+mn-ea"/>
                <a:cs typeface="Georgia"/>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l" defTabSz="609555" rtl="0" eaLnBrk="1" fontAlgn="auto" latinLnBrk="0" hangingPunct="1">
              <a:lnSpc>
                <a:spcPct val="100000"/>
              </a:lnSpc>
              <a:spcBef>
                <a:spcPts val="0"/>
              </a:spcBef>
              <a:spcAft>
                <a:spcPts val="0"/>
              </a:spcAft>
              <a:buClrTx/>
              <a:buSzTx/>
              <a:buFont typeface="Arial"/>
              <a:buNone/>
              <a:tabLst/>
              <a:defRPr/>
            </a:pPr>
            <a:r>
              <a:rPr lang="en-US" sz="933" kern="1200">
                <a:solidFill>
                  <a:schemeClr val="bg2"/>
                </a:solidFill>
                <a:latin typeface="+mn-lt"/>
                <a:ea typeface="+mn-ea"/>
                <a:cs typeface="Calibri" panose="020F0502020204030204" pitchFamily="34" charset="0"/>
              </a:rPr>
              <a:t>The sensor housing, FreeStyle, Libre, and related brand marks are marks of Abbott.</a:t>
            </a:r>
          </a:p>
          <a:p>
            <a:pPr>
              <a:spcBef>
                <a:spcPts val="0"/>
              </a:spcBef>
            </a:pPr>
            <a:r>
              <a:rPr lang="en-US" sz="933" kern="1200">
                <a:solidFill>
                  <a:schemeClr val="bg2"/>
                </a:solidFill>
                <a:latin typeface="+mn-lt"/>
                <a:ea typeface="+mn-ea"/>
                <a:cs typeface="Calibri" panose="020F0502020204030204" pitchFamily="34" charset="0"/>
              </a:rPr>
              <a:t>Proprietary and confidential — do not distribute. ADC-XXXXX v1.0</a:t>
            </a:r>
          </a:p>
        </p:txBody>
      </p:sp>
      <p:sp>
        <p:nvSpPr>
          <p:cNvPr id="4" name="Footer Placeholder 4">
            <a:extLst>
              <a:ext uri="{FF2B5EF4-FFF2-40B4-BE49-F238E27FC236}">
                <a16:creationId xmlns:a16="http://schemas.microsoft.com/office/drawing/2014/main" id="{E1AD2724-B8C3-8174-6D68-1FAA9DACE83F}"/>
              </a:ext>
            </a:extLst>
          </p:cNvPr>
          <p:cNvSpPr>
            <a:spLocks noGrp="1"/>
          </p:cNvSpPr>
          <p:nvPr>
            <p:ph type="ftr" sz="quarter" idx="3"/>
          </p:nvPr>
        </p:nvSpPr>
        <p:spPr>
          <a:xfrm>
            <a:off x="8269434" y="6419111"/>
            <a:ext cx="2902527" cy="365125"/>
          </a:xfrm>
          <a:prstGeom prst="rect">
            <a:avLst/>
          </a:prstGeom>
        </p:spPr>
        <p:txBody>
          <a:bodyPr vert="horz" lIns="91440" tIns="45720" rIns="91440" bIns="45720" rtlCol="0" anchor="b" anchorCtr="0"/>
          <a:lstStyle>
            <a:lvl1pPr algn="ctr">
              <a:defRPr lang="en-US" sz="933" kern="1200" dirty="0" smtClean="0">
                <a:solidFill>
                  <a:schemeClr val="bg1"/>
                </a:solidFill>
                <a:latin typeface="+mn-lt"/>
                <a:ea typeface="+mn-ea"/>
                <a:cs typeface="+mn-cs"/>
              </a:defRPr>
            </a:lvl1pPr>
          </a:lstStyle>
          <a:p>
            <a:r>
              <a:rPr lang="en-US"/>
              <a:t>ADC Innovation Pipeline |  1-Aug-25</a:t>
            </a:r>
          </a:p>
        </p:txBody>
      </p:sp>
    </p:spTree>
    <p:extLst>
      <p:ext uri="{BB962C8B-B14F-4D97-AF65-F5344CB8AC3E}">
        <p14:creationId xmlns:p14="http://schemas.microsoft.com/office/powerpoint/2010/main" val="1160829165"/>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84.xml><?xml version="1.0" encoding="utf-8"?>
<p:sldLayout xmlns:a="http://schemas.openxmlformats.org/drawingml/2006/main" xmlns:r="http://schemas.openxmlformats.org/officeDocument/2006/relationships" xmlns:p="http://schemas.openxmlformats.org/presentationml/2006/main" showMasterSp="0" preserve="1" userDrawn="1">
  <p:cSld name="2_ToC Charcoal ">
    <p:bg>
      <p:bgPr>
        <a:solidFill>
          <a:schemeClr val="tx1"/>
        </a:solidFill>
        <a:effectLst/>
      </p:bgPr>
    </p:bg>
    <p:spTree>
      <p:nvGrpSpPr>
        <p:cNvPr id="1" name=""/>
        <p:cNvGrpSpPr/>
        <p:nvPr/>
      </p:nvGrpSpPr>
      <p:grpSpPr>
        <a:xfrm>
          <a:off x="0" y="0"/>
          <a:ext cx="0" cy="0"/>
          <a:chOff x="0" y="0"/>
          <a:chExt cx="0" cy="0"/>
        </a:xfrm>
      </p:grpSpPr>
      <p:sp>
        <p:nvSpPr>
          <p:cNvPr id="14" name="Text Placeholder 9">
            <a:extLst>
              <a:ext uri="{FF2B5EF4-FFF2-40B4-BE49-F238E27FC236}">
                <a16:creationId xmlns:a16="http://schemas.microsoft.com/office/drawing/2014/main" id="{05D9C096-3ECB-4476-AF46-67B691208D52}"/>
              </a:ext>
            </a:extLst>
          </p:cNvPr>
          <p:cNvSpPr>
            <a:spLocks noGrp="1"/>
          </p:cNvSpPr>
          <p:nvPr>
            <p:ph type="body" sz="quarter" idx="18" hasCustomPrompt="1"/>
          </p:nvPr>
        </p:nvSpPr>
        <p:spPr>
          <a:xfrm>
            <a:off x="670565" y="355600"/>
            <a:ext cx="5873673" cy="348813"/>
          </a:xfrm>
          <a:prstGeom prst="rect">
            <a:avLst/>
          </a:prstGeom>
        </p:spPr>
        <p:txBody>
          <a:bodyPr wrap="square">
            <a:noAutofit/>
          </a:bodyPr>
          <a:lstStyle>
            <a:lvl1pPr>
              <a:defRPr sz="1200" b="0" cap="all" spc="200" baseline="0">
                <a:solidFill>
                  <a:schemeClr val="bg1"/>
                </a:solidFill>
                <a:latin typeface="+mn-lt"/>
              </a:defRPr>
            </a:lvl1pPr>
            <a:lvl2pPr marL="0" indent="0">
              <a:buNone/>
              <a:defRPr/>
            </a:lvl2pPr>
          </a:lstStyle>
          <a:p>
            <a:pPr lvl="0"/>
            <a:r>
              <a:rPr lang="en-US"/>
              <a:t>Eyebrow CALIBRI LIGHT 9PT</a:t>
            </a:r>
          </a:p>
        </p:txBody>
      </p:sp>
      <p:sp>
        <p:nvSpPr>
          <p:cNvPr id="3" name="Title 2">
            <a:extLst>
              <a:ext uri="{FF2B5EF4-FFF2-40B4-BE49-F238E27FC236}">
                <a16:creationId xmlns:a16="http://schemas.microsoft.com/office/drawing/2014/main" id="{9A67DE3C-68DE-43DF-A233-910AFDC7FBD6}"/>
              </a:ext>
            </a:extLst>
          </p:cNvPr>
          <p:cNvSpPr>
            <a:spLocks noGrp="1"/>
          </p:cNvSpPr>
          <p:nvPr>
            <p:ph type="title"/>
          </p:nvPr>
        </p:nvSpPr>
        <p:spPr>
          <a:xfrm>
            <a:off x="670562" y="3581400"/>
            <a:ext cx="5044441" cy="2472267"/>
          </a:xfrm>
        </p:spPr>
        <p:txBody>
          <a:bodyPr anchor="b"/>
          <a:lstStyle>
            <a:lvl1pPr>
              <a:lnSpc>
                <a:spcPct val="80000"/>
              </a:lnSpc>
              <a:defRPr sz="5867" b="0">
                <a:solidFill>
                  <a:schemeClr val="tx2"/>
                </a:solidFill>
              </a:defRPr>
            </a:lvl1pPr>
          </a:lstStyle>
          <a:p>
            <a:r>
              <a:rPr lang="en-US"/>
              <a:t>Click to edit Master title style</a:t>
            </a:r>
            <a:endParaRPr lang="en-IN"/>
          </a:p>
        </p:txBody>
      </p:sp>
      <p:sp>
        <p:nvSpPr>
          <p:cNvPr id="2" name="Content Placeholder 2">
            <a:extLst>
              <a:ext uri="{FF2B5EF4-FFF2-40B4-BE49-F238E27FC236}">
                <a16:creationId xmlns:a16="http://schemas.microsoft.com/office/drawing/2014/main" id="{C563C71B-4B5A-DDA9-9DDB-2AA40696E52C}"/>
              </a:ext>
            </a:extLst>
          </p:cNvPr>
          <p:cNvSpPr txBox="1">
            <a:spLocks/>
          </p:cNvSpPr>
          <p:nvPr userDrawn="1"/>
        </p:nvSpPr>
        <p:spPr bwMode="gray">
          <a:xfrm>
            <a:off x="670563" y="6344073"/>
            <a:ext cx="5082732" cy="374235"/>
          </a:xfrm>
          <a:prstGeom prst="rect">
            <a:avLst/>
          </a:prstGeom>
        </p:spPr>
        <p:txBody>
          <a:bodyPr vert="horz" lIns="0" tIns="0" rIns="0" bIns="0" anchor="b" anchorCtr="0"/>
          <a:lstStyle>
            <a:lvl1pPr marL="0" indent="0" algn="l" defTabSz="457200" rtl="0" eaLnBrk="1" latinLnBrk="0" hangingPunct="1">
              <a:spcBef>
                <a:spcPct val="20000"/>
              </a:spcBef>
              <a:buFont typeface="Arial"/>
              <a:buNone/>
              <a:defRPr sz="900" kern="1200">
                <a:solidFill>
                  <a:schemeClr val="tx1"/>
                </a:solidFill>
                <a:latin typeface="Georgia"/>
                <a:ea typeface="+mn-ea"/>
                <a:cs typeface="Georgia"/>
              </a:defRPr>
            </a:lvl1pPr>
            <a:lvl2pPr marL="457200" indent="0" algn="l" defTabSz="457200" rtl="0" eaLnBrk="1" latinLnBrk="0" hangingPunct="1">
              <a:spcBef>
                <a:spcPct val="20000"/>
              </a:spcBef>
              <a:buFont typeface="Arial"/>
              <a:buNone/>
              <a:defRPr sz="900" kern="1200">
                <a:solidFill>
                  <a:schemeClr val="tx1"/>
                </a:solidFill>
                <a:latin typeface="Georgia"/>
                <a:ea typeface="+mn-ea"/>
                <a:cs typeface="Georgia"/>
              </a:defRPr>
            </a:lvl2pPr>
            <a:lvl3pPr marL="914400" indent="0" algn="l" defTabSz="457200" rtl="0" eaLnBrk="1" latinLnBrk="0" hangingPunct="1">
              <a:spcBef>
                <a:spcPct val="20000"/>
              </a:spcBef>
              <a:buFont typeface="Arial"/>
              <a:buNone/>
              <a:defRPr sz="900" kern="1200">
                <a:solidFill>
                  <a:schemeClr val="tx1"/>
                </a:solidFill>
                <a:latin typeface="Georgia"/>
                <a:ea typeface="+mn-ea"/>
                <a:cs typeface="Georgia"/>
              </a:defRPr>
            </a:lvl3pPr>
            <a:lvl4pPr marL="1371600" indent="0" algn="l" defTabSz="457200" rtl="0" eaLnBrk="1" latinLnBrk="0" hangingPunct="1">
              <a:spcBef>
                <a:spcPct val="20000"/>
              </a:spcBef>
              <a:buFont typeface="Arial"/>
              <a:buNone/>
              <a:defRPr sz="900" kern="1200">
                <a:solidFill>
                  <a:schemeClr val="tx1"/>
                </a:solidFill>
                <a:latin typeface="Georgia"/>
                <a:ea typeface="+mn-ea"/>
                <a:cs typeface="Georgia"/>
              </a:defRPr>
            </a:lvl4pPr>
            <a:lvl5pPr marL="1828800" indent="0" algn="l" defTabSz="457200" rtl="0" eaLnBrk="1" latinLnBrk="0" hangingPunct="1">
              <a:spcBef>
                <a:spcPct val="20000"/>
              </a:spcBef>
              <a:buFont typeface="Arial"/>
              <a:buNone/>
              <a:defRPr sz="900" kern="1200">
                <a:solidFill>
                  <a:schemeClr val="tx1"/>
                </a:solidFill>
                <a:latin typeface="Georgia"/>
                <a:ea typeface="+mn-ea"/>
                <a:cs typeface="Georgia"/>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l" defTabSz="609555" rtl="0" eaLnBrk="1" fontAlgn="auto" latinLnBrk="0" hangingPunct="1">
              <a:lnSpc>
                <a:spcPct val="100000"/>
              </a:lnSpc>
              <a:spcBef>
                <a:spcPts val="0"/>
              </a:spcBef>
              <a:spcAft>
                <a:spcPts val="0"/>
              </a:spcAft>
              <a:buClrTx/>
              <a:buSzTx/>
              <a:buFont typeface="Arial"/>
              <a:buNone/>
              <a:tabLst/>
              <a:defRPr/>
            </a:pPr>
            <a:r>
              <a:rPr lang="en-US" sz="933" kern="1200">
                <a:solidFill>
                  <a:schemeClr val="bg2"/>
                </a:solidFill>
                <a:latin typeface="+mn-lt"/>
                <a:ea typeface="+mn-ea"/>
                <a:cs typeface="Calibri" panose="020F0502020204030204" pitchFamily="34" charset="0"/>
              </a:rPr>
              <a:t>The sensor housing, FreeStyle, Libre, and related brand marks are marks of Abbott.</a:t>
            </a:r>
          </a:p>
          <a:p>
            <a:pPr>
              <a:spcBef>
                <a:spcPts val="0"/>
              </a:spcBef>
            </a:pPr>
            <a:r>
              <a:rPr lang="en-US" sz="933" kern="1200">
                <a:solidFill>
                  <a:schemeClr val="bg2"/>
                </a:solidFill>
                <a:latin typeface="+mn-lt"/>
                <a:ea typeface="+mn-ea"/>
                <a:cs typeface="Calibri" panose="020F0502020204030204" pitchFamily="34" charset="0"/>
              </a:rPr>
              <a:t>Proprietary and confidential — do not distribute. ADC-XXXXX v1.0</a:t>
            </a:r>
          </a:p>
        </p:txBody>
      </p:sp>
      <p:sp>
        <p:nvSpPr>
          <p:cNvPr id="4" name="Date Placeholder 3">
            <a:extLst>
              <a:ext uri="{FF2B5EF4-FFF2-40B4-BE49-F238E27FC236}">
                <a16:creationId xmlns:a16="http://schemas.microsoft.com/office/drawing/2014/main" id="{5738700B-D258-949F-207E-EB67DA60B2B8}"/>
              </a:ext>
            </a:extLst>
          </p:cNvPr>
          <p:cNvSpPr>
            <a:spLocks noGrp="1"/>
          </p:cNvSpPr>
          <p:nvPr>
            <p:ph type="dt" sz="half" idx="27"/>
          </p:nvPr>
        </p:nvSpPr>
        <p:spPr>
          <a:xfrm>
            <a:off x="10439401" y="6419111"/>
            <a:ext cx="800099" cy="366183"/>
          </a:xfrm>
          <a:prstGeom prst="rect">
            <a:avLst/>
          </a:prstGeom>
        </p:spPr>
        <p:txBody>
          <a:bodyPr/>
          <a:lstStyle>
            <a:lvl1pPr>
              <a:defRPr>
                <a:solidFill>
                  <a:srgbClr val="FFFFFF"/>
                </a:solidFill>
              </a:defRPr>
            </a:lvl1pPr>
          </a:lstStyle>
          <a:p>
            <a:endParaRPr lang="en-IN"/>
          </a:p>
        </p:txBody>
      </p:sp>
      <p:sp>
        <p:nvSpPr>
          <p:cNvPr id="11" name="Slide Number Placeholder 10">
            <a:extLst>
              <a:ext uri="{FF2B5EF4-FFF2-40B4-BE49-F238E27FC236}">
                <a16:creationId xmlns:a16="http://schemas.microsoft.com/office/drawing/2014/main" id="{56174A8B-E7BA-0B3C-4577-039B1E269150}"/>
              </a:ext>
            </a:extLst>
          </p:cNvPr>
          <p:cNvSpPr>
            <a:spLocks noGrp="1"/>
          </p:cNvSpPr>
          <p:nvPr>
            <p:ph type="sldNum" sz="quarter" idx="29"/>
          </p:nvPr>
        </p:nvSpPr>
        <p:spPr/>
        <p:txBody>
          <a:bodyPr/>
          <a:lstStyle>
            <a:lvl1pPr>
              <a:defRPr>
                <a:solidFill>
                  <a:srgbClr val="FFFFFF"/>
                </a:solidFill>
              </a:defRPr>
            </a:lvl1pPr>
          </a:lstStyle>
          <a:p>
            <a:pPr>
              <a:defRPr/>
            </a:pPr>
            <a:fld id="{7B2119CD-3B2D-4CEB-B404-D2E3F8CD6D69}" type="slidenum">
              <a:rPr lang="en-IN" smtClean="0"/>
              <a:pPr>
                <a:defRPr/>
              </a:pPr>
              <a:t>‹#›</a:t>
            </a:fld>
            <a:endParaRPr lang="en-IN"/>
          </a:p>
        </p:txBody>
      </p:sp>
      <p:sp>
        <p:nvSpPr>
          <p:cNvPr id="5" name="Footer Placeholder 4">
            <a:extLst>
              <a:ext uri="{FF2B5EF4-FFF2-40B4-BE49-F238E27FC236}">
                <a16:creationId xmlns:a16="http://schemas.microsoft.com/office/drawing/2014/main" id="{C5513AB9-9CB0-D112-4076-B4D0DB7D6A63}"/>
              </a:ext>
            </a:extLst>
          </p:cNvPr>
          <p:cNvSpPr>
            <a:spLocks noGrp="1"/>
          </p:cNvSpPr>
          <p:nvPr>
            <p:ph type="ftr" sz="quarter" idx="3"/>
          </p:nvPr>
        </p:nvSpPr>
        <p:spPr>
          <a:xfrm>
            <a:off x="8269434" y="6419111"/>
            <a:ext cx="2902527" cy="365125"/>
          </a:xfrm>
          <a:prstGeom prst="rect">
            <a:avLst/>
          </a:prstGeom>
        </p:spPr>
        <p:txBody>
          <a:bodyPr vert="horz" lIns="91440" tIns="45720" rIns="91440" bIns="45720" rtlCol="0" anchor="b" anchorCtr="0"/>
          <a:lstStyle>
            <a:lvl1pPr algn="ctr">
              <a:defRPr lang="en-US" sz="933" kern="1200" dirty="0" smtClean="0">
                <a:solidFill>
                  <a:schemeClr val="bg1"/>
                </a:solidFill>
                <a:latin typeface="+mn-lt"/>
                <a:ea typeface="+mn-ea"/>
                <a:cs typeface="+mn-cs"/>
              </a:defRPr>
            </a:lvl1pPr>
          </a:lstStyle>
          <a:p>
            <a:r>
              <a:rPr lang="en-US"/>
              <a:t>ADC Innovation Pipeline |  1-Aug-25</a:t>
            </a:r>
          </a:p>
        </p:txBody>
      </p:sp>
    </p:spTree>
    <p:extLst>
      <p:ext uri="{BB962C8B-B14F-4D97-AF65-F5344CB8AC3E}">
        <p14:creationId xmlns:p14="http://schemas.microsoft.com/office/powerpoint/2010/main" val="2350607203"/>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1_ToC White">
    <p:bg>
      <p:bgPr>
        <a:solidFill>
          <a:schemeClr val="bg1"/>
        </a:solidFill>
        <a:effectLst/>
      </p:bgPr>
    </p:bg>
    <p:spTree>
      <p:nvGrpSpPr>
        <p:cNvPr id="1" name=""/>
        <p:cNvGrpSpPr/>
        <p:nvPr/>
      </p:nvGrpSpPr>
      <p:grpSpPr>
        <a:xfrm>
          <a:off x="0" y="0"/>
          <a:ext cx="0" cy="0"/>
          <a:chOff x="0" y="0"/>
          <a:chExt cx="0" cy="0"/>
        </a:xfrm>
      </p:grpSpPr>
      <p:sp>
        <p:nvSpPr>
          <p:cNvPr id="14" name="Text Placeholder 9">
            <a:extLst>
              <a:ext uri="{FF2B5EF4-FFF2-40B4-BE49-F238E27FC236}">
                <a16:creationId xmlns:a16="http://schemas.microsoft.com/office/drawing/2014/main" id="{05D9C096-3ECB-4476-AF46-67B691208D52}"/>
              </a:ext>
            </a:extLst>
          </p:cNvPr>
          <p:cNvSpPr>
            <a:spLocks noGrp="1"/>
          </p:cNvSpPr>
          <p:nvPr>
            <p:ph type="body" sz="quarter" idx="18" hasCustomPrompt="1"/>
          </p:nvPr>
        </p:nvSpPr>
        <p:spPr>
          <a:xfrm>
            <a:off x="670565" y="355600"/>
            <a:ext cx="5873673" cy="348813"/>
          </a:xfrm>
          <a:prstGeom prst="rect">
            <a:avLst/>
          </a:prstGeom>
        </p:spPr>
        <p:txBody>
          <a:bodyPr wrap="square">
            <a:noAutofit/>
          </a:bodyPr>
          <a:lstStyle>
            <a:lvl1pPr>
              <a:defRPr sz="1200" b="0" cap="all" spc="200" baseline="0">
                <a:solidFill>
                  <a:srgbClr val="222731"/>
                </a:solidFill>
                <a:latin typeface="+mn-lt"/>
              </a:defRPr>
            </a:lvl1pPr>
            <a:lvl2pPr marL="0" indent="0">
              <a:buNone/>
              <a:defRPr/>
            </a:lvl2pPr>
          </a:lstStyle>
          <a:p>
            <a:pPr lvl="0"/>
            <a:r>
              <a:rPr lang="en-US"/>
              <a:t>Eyebrow CALIBRI LIGHT 9PT</a:t>
            </a:r>
          </a:p>
        </p:txBody>
      </p:sp>
      <p:sp>
        <p:nvSpPr>
          <p:cNvPr id="3" name="Title 2">
            <a:extLst>
              <a:ext uri="{FF2B5EF4-FFF2-40B4-BE49-F238E27FC236}">
                <a16:creationId xmlns:a16="http://schemas.microsoft.com/office/drawing/2014/main" id="{9A67DE3C-68DE-43DF-A233-910AFDC7FBD6}"/>
              </a:ext>
            </a:extLst>
          </p:cNvPr>
          <p:cNvSpPr>
            <a:spLocks noGrp="1"/>
          </p:cNvSpPr>
          <p:nvPr>
            <p:ph type="title"/>
          </p:nvPr>
        </p:nvSpPr>
        <p:spPr>
          <a:xfrm>
            <a:off x="670562" y="3581400"/>
            <a:ext cx="5044441" cy="2472267"/>
          </a:xfrm>
        </p:spPr>
        <p:txBody>
          <a:bodyPr anchor="b"/>
          <a:lstStyle>
            <a:lvl1pPr>
              <a:lnSpc>
                <a:spcPct val="80000"/>
              </a:lnSpc>
              <a:defRPr sz="5867" b="0">
                <a:solidFill>
                  <a:schemeClr val="tx1"/>
                </a:solidFill>
              </a:defRPr>
            </a:lvl1pPr>
          </a:lstStyle>
          <a:p>
            <a:r>
              <a:rPr lang="en-US"/>
              <a:t>Click to edit Master title style</a:t>
            </a:r>
            <a:endParaRPr lang="en-IN"/>
          </a:p>
        </p:txBody>
      </p:sp>
      <p:sp>
        <p:nvSpPr>
          <p:cNvPr id="4" name="Date Placeholder 3">
            <a:extLst>
              <a:ext uri="{FF2B5EF4-FFF2-40B4-BE49-F238E27FC236}">
                <a16:creationId xmlns:a16="http://schemas.microsoft.com/office/drawing/2014/main" id="{5738700B-D258-949F-207E-EB67DA60B2B8}"/>
              </a:ext>
            </a:extLst>
          </p:cNvPr>
          <p:cNvSpPr>
            <a:spLocks noGrp="1"/>
          </p:cNvSpPr>
          <p:nvPr>
            <p:ph type="dt" sz="half" idx="27"/>
          </p:nvPr>
        </p:nvSpPr>
        <p:spPr>
          <a:xfrm>
            <a:off x="10439401" y="6419111"/>
            <a:ext cx="800099" cy="366183"/>
          </a:xfrm>
          <a:prstGeom prst="rect">
            <a:avLst/>
          </a:prstGeom>
        </p:spPr>
        <p:txBody>
          <a:bodyPr/>
          <a:lstStyle>
            <a:lvl1pPr>
              <a:defRPr>
                <a:solidFill>
                  <a:schemeClr val="tx1"/>
                </a:solidFill>
              </a:defRPr>
            </a:lvl1pPr>
          </a:lstStyle>
          <a:p>
            <a:endParaRPr lang="en-IN"/>
          </a:p>
        </p:txBody>
      </p:sp>
      <p:sp>
        <p:nvSpPr>
          <p:cNvPr id="11" name="Slide Number Placeholder 10">
            <a:extLst>
              <a:ext uri="{FF2B5EF4-FFF2-40B4-BE49-F238E27FC236}">
                <a16:creationId xmlns:a16="http://schemas.microsoft.com/office/drawing/2014/main" id="{56174A8B-E7BA-0B3C-4577-039B1E269150}"/>
              </a:ext>
            </a:extLst>
          </p:cNvPr>
          <p:cNvSpPr>
            <a:spLocks noGrp="1"/>
          </p:cNvSpPr>
          <p:nvPr>
            <p:ph type="sldNum" sz="quarter" idx="29"/>
          </p:nvPr>
        </p:nvSpPr>
        <p:spPr/>
        <p:txBody>
          <a:bodyPr/>
          <a:lstStyle>
            <a:lvl1pPr>
              <a:defRPr>
                <a:solidFill>
                  <a:schemeClr val="tx1"/>
                </a:solidFill>
              </a:defRPr>
            </a:lvl1pPr>
          </a:lstStyle>
          <a:p>
            <a:pPr>
              <a:defRPr/>
            </a:pPr>
            <a:fld id="{7B2119CD-3B2D-4CEB-B404-D2E3F8CD6D69}" type="slidenum">
              <a:rPr lang="en-IN" smtClean="0"/>
              <a:pPr>
                <a:defRPr/>
              </a:pPr>
              <a:t>‹#›</a:t>
            </a:fld>
            <a:endParaRPr lang="en-IN"/>
          </a:p>
        </p:txBody>
      </p:sp>
      <p:sp>
        <p:nvSpPr>
          <p:cNvPr id="2" name="Footer Placeholder 4">
            <a:extLst>
              <a:ext uri="{FF2B5EF4-FFF2-40B4-BE49-F238E27FC236}">
                <a16:creationId xmlns:a16="http://schemas.microsoft.com/office/drawing/2014/main" id="{23D3CFFB-65DB-5E1D-644C-B987399E7BF5}"/>
              </a:ext>
            </a:extLst>
          </p:cNvPr>
          <p:cNvSpPr>
            <a:spLocks noGrp="1"/>
          </p:cNvSpPr>
          <p:nvPr>
            <p:ph type="ftr" sz="quarter" idx="3"/>
          </p:nvPr>
        </p:nvSpPr>
        <p:spPr>
          <a:xfrm>
            <a:off x="8269434" y="6419111"/>
            <a:ext cx="2902527" cy="365125"/>
          </a:xfrm>
          <a:prstGeom prst="rect">
            <a:avLst/>
          </a:prstGeom>
        </p:spPr>
        <p:txBody>
          <a:bodyPr vert="horz" lIns="91440" tIns="45720" rIns="91440" bIns="45720" rtlCol="0" anchor="b" anchorCtr="0"/>
          <a:lstStyle>
            <a:lvl1pPr algn="ctr">
              <a:defRPr lang="en-US" sz="933" kern="1200" dirty="0" smtClean="0">
                <a:solidFill>
                  <a:schemeClr val="tx1"/>
                </a:solidFill>
                <a:latin typeface="+mn-lt"/>
                <a:ea typeface="+mn-ea"/>
                <a:cs typeface="+mn-cs"/>
              </a:defRPr>
            </a:lvl1pPr>
          </a:lstStyle>
          <a:p>
            <a:r>
              <a:rPr lang="en-US"/>
              <a:t>ADC Innovation Pipeline |  1-Aug-25</a:t>
            </a:r>
          </a:p>
        </p:txBody>
      </p:sp>
    </p:spTree>
    <p:extLst>
      <p:ext uri="{BB962C8B-B14F-4D97-AF65-F5344CB8AC3E}">
        <p14:creationId xmlns:p14="http://schemas.microsoft.com/office/powerpoint/2010/main" val="3379723102"/>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86.xml><?xml version="1.0" encoding="utf-8"?>
<p:sldLayout xmlns:a="http://schemas.openxmlformats.org/drawingml/2006/main" xmlns:r="http://schemas.openxmlformats.org/officeDocument/2006/relationships" xmlns:p="http://schemas.openxmlformats.org/presentationml/2006/main" showMasterSp="0" preserve="1" userDrawn="1">
  <p:cSld name="2_Divider Charcoal Butterfly">
    <p:bg>
      <p:bgPr>
        <a:solidFill>
          <a:schemeClr val="tx1"/>
        </a:solidFill>
        <a:effectLst/>
      </p:bgPr>
    </p:bg>
    <p:spTree>
      <p:nvGrpSpPr>
        <p:cNvPr id="1" name=""/>
        <p:cNvGrpSpPr/>
        <p:nvPr/>
      </p:nvGrpSpPr>
      <p:grpSpPr>
        <a:xfrm>
          <a:off x="0" y="0"/>
          <a:ext cx="0" cy="0"/>
          <a:chOff x="0" y="0"/>
          <a:chExt cx="0" cy="0"/>
        </a:xfrm>
      </p:grpSpPr>
      <p:sp>
        <p:nvSpPr>
          <p:cNvPr id="14" name="Text Placeholder 9">
            <a:extLst>
              <a:ext uri="{FF2B5EF4-FFF2-40B4-BE49-F238E27FC236}">
                <a16:creationId xmlns:a16="http://schemas.microsoft.com/office/drawing/2014/main" id="{05D9C096-3ECB-4476-AF46-67B691208D52}"/>
              </a:ext>
            </a:extLst>
          </p:cNvPr>
          <p:cNvSpPr>
            <a:spLocks noGrp="1"/>
          </p:cNvSpPr>
          <p:nvPr>
            <p:ph type="body" sz="quarter" idx="18" hasCustomPrompt="1"/>
          </p:nvPr>
        </p:nvSpPr>
        <p:spPr>
          <a:xfrm>
            <a:off x="670565" y="355600"/>
            <a:ext cx="5873673" cy="348813"/>
          </a:xfrm>
          <a:prstGeom prst="rect">
            <a:avLst/>
          </a:prstGeom>
        </p:spPr>
        <p:txBody>
          <a:bodyPr wrap="square">
            <a:noAutofit/>
          </a:bodyPr>
          <a:lstStyle>
            <a:lvl1pPr>
              <a:defRPr sz="1200" b="0" cap="all" spc="200" baseline="0">
                <a:solidFill>
                  <a:schemeClr val="bg1"/>
                </a:solidFill>
                <a:latin typeface="+mn-lt"/>
              </a:defRPr>
            </a:lvl1pPr>
            <a:lvl2pPr marL="0" indent="0">
              <a:buNone/>
              <a:defRPr/>
            </a:lvl2pPr>
          </a:lstStyle>
          <a:p>
            <a:pPr lvl="0"/>
            <a:r>
              <a:rPr lang="en-US"/>
              <a:t>Eyebrow CALIBRI LIGHT 9PT</a:t>
            </a:r>
          </a:p>
        </p:txBody>
      </p:sp>
      <p:sp>
        <p:nvSpPr>
          <p:cNvPr id="3" name="Title 2">
            <a:extLst>
              <a:ext uri="{FF2B5EF4-FFF2-40B4-BE49-F238E27FC236}">
                <a16:creationId xmlns:a16="http://schemas.microsoft.com/office/drawing/2014/main" id="{9A67DE3C-68DE-43DF-A233-910AFDC7FBD6}"/>
              </a:ext>
            </a:extLst>
          </p:cNvPr>
          <p:cNvSpPr>
            <a:spLocks noGrp="1"/>
          </p:cNvSpPr>
          <p:nvPr>
            <p:ph type="title"/>
          </p:nvPr>
        </p:nvSpPr>
        <p:spPr>
          <a:xfrm>
            <a:off x="670559" y="2870200"/>
            <a:ext cx="9104620" cy="1117600"/>
          </a:xfrm>
        </p:spPr>
        <p:txBody>
          <a:bodyPr anchor="ctr"/>
          <a:lstStyle>
            <a:lvl1pPr>
              <a:defRPr sz="4800">
                <a:solidFill>
                  <a:schemeClr val="bg1"/>
                </a:solidFill>
              </a:defRPr>
            </a:lvl1pPr>
          </a:lstStyle>
          <a:p>
            <a:r>
              <a:rPr lang="en-US"/>
              <a:t>Click to edit Master title style</a:t>
            </a:r>
            <a:endParaRPr lang="en-IN"/>
          </a:p>
        </p:txBody>
      </p:sp>
      <p:sp>
        <p:nvSpPr>
          <p:cNvPr id="2" name="Content Placeholder 2">
            <a:extLst>
              <a:ext uri="{FF2B5EF4-FFF2-40B4-BE49-F238E27FC236}">
                <a16:creationId xmlns:a16="http://schemas.microsoft.com/office/drawing/2014/main" id="{C563C71B-4B5A-DDA9-9DDB-2AA40696E52C}"/>
              </a:ext>
            </a:extLst>
          </p:cNvPr>
          <p:cNvSpPr txBox="1">
            <a:spLocks/>
          </p:cNvSpPr>
          <p:nvPr userDrawn="1"/>
        </p:nvSpPr>
        <p:spPr bwMode="gray">
          <a:xfrm>
            <a:off x="670563" y="6344073"/>
            <a:ext cx="5082732" cy="374235"/>
          </a:xfrm>
          <a:prstGeom prst="rect">
            <a:avLst/>
          </a:prstGeom>
        </p:spPr>
        <p:txBody>
          <a:bodyPr vert="horz" lIns="0" tIns="0" rIns="0" bIns="0" anchor="b" anchorCtr="0"/>
          <a:lstStyle>
            <a:lvl1pPr marL="0" indent="0" algn="l" defTabSz="457200" rtl="0" eaLnBrk="1" latinLnBrk="0" hangingPunct="1">
              <a:spcBef>
                <a:spcPct val="20000"/>
              </a:spcBef>
              <a:buFont typeface="Arial"/>
              <a:buNone/>
              <a:defRPr sz="900" kern="1200">
                <a:solidFill>
                  <a:schemeClr val="tx1"/>
                </a:solidFill>
                <a:latin typeface="Georgia"/>
                <a:ea typeface="+mn-ea"/>
                <a:cs typeface="Georgia"/>
              </a:defRPr>
            </a:lvl1pPr>
            <a:lvl2pPr marL="457200" indent="0" algn="l" defTabSz="457200" rtl="0" eaLnBrk="1" latinLnBrk="0" hangingPunct="1">
              <a:spcBef>
                <a:spcPct val="20000"/>
              </a:spcBef>
              <a:buFont typeface="Arial"/>
              <a:buNone/>
              <a:defRPr sz="900" kern="1200">
                <a:solidFill>
                  <a:schemeClr val="tx1"/>
                </a:solidFill>
                <a:latin typeface="Georgia"/>
                <a:ea typeface="+mn-ea"/>
                <a:cs typeface="Georgia"/>
              </a:defRPr>
            </a:lvl2pPr>
            <a:lvl3pPr marL="914400" indent="0" algn="l" defTabSz="457200" rtl="0" eaLnBrk="1" latinLnBrk="0" hangingPunct="1">
              <a:spcBef>
                <a:spcPct val="20000"/>
              </a:spcBef>
              <a:buFont typeface="Arial"/>
              <a:buNone/>
              <a:defRPr sz="900" kern="1200">
                <a:solidFill>
                  <a:schemeClr val="tx1"/>
                </a:solidFill>
                <a:latin typeface="Georgia"/>
                <a:ea typeface="+mn-ea"/>
                <a:cs typeface="Georgia"/>
              </a:defRPr>
            </a:lvl3pPr>
            <a:lvl4pPr marL="1371600" indent="0" algn="l" defTabSz="457200" rtl="0" eaLnBrk="1" latinLnBrk="0" hangingPunct="1">
              <a:spcBef>
                <a:spcPct val="20000"/>
              </a:spcBef>
              <a:buFont typeface="Arial"/>
              <a:buNone/>
              <a:defRPr sz="900" kern="1200">
                <a:solidFill>
                  <a:schemeClr val="tx1"/>
                </a:solidFill>
                <a:latin typeface="Georgia"/>
                <a:ea typeface="+mn-ea"/>
                <a:cs typeface="Georgia"/>
              </a:defRPr>
            </a:lvl4pPr>
            <a:lvl5pPr marL="1828800" indent="0" algn="l" defTabSz="457200" rtl="0" eaLnBrk="1" latinLnBrk="0" hangingPunct="1">
              <a:spcBef>
                <a:spcPct val="20000"/>
              </a:spcBef>
              <a:buFont typeface="Arial"/>
              <a:buNone/>
              <a:defRPr sz="900" kern="1200">
                <a:solidFill>
                  <a:schemeClr val="tx1"/>
                </a:solidFill>
                <a:latin typeface="Georgia"/>
                <a:ea typeface="+mn-ea"/>
                <a:cs typeface="Georgia"/>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l" defTabSz="609555" rtl="0" eaLnBrk="1" fontAlgn="auto" latinLnBrk="0" hangingPunct="1">
              <a:lnSpc>
                <a:spcPct val="100000"/>
              </a:lnSpc>
              <a:spcBef>
                <a:spcPts val="0"/>
              </a:spcBef>
              <a:spcAft>
                <a:spcPts val="0"/>
              </a:spcAft>
              <a:buClrTx/>
              <a:buSzTx/>
              <a:buFont typeface="Arial"/>
              <a:buNone/>
              <a:tabLst/>
              <a:defRPr/>
            </a:pPr>
            <a:r>
              <a:rPr lang="en-US" sz="933" kern="1200">
                <a:solidFill>
                  <a:schemeClr val="bg2"/>
                </a:solidFill>
                <a:latin typeface="+mn-lt"/>
                <a:ea typeface="+mn-ea"/>
                <a:cs typeface="Calibri" panose="020F0502020204030204" pitchFamily="34" charset="0"/>
              </a:rPr>
              <a:t>The sensor housing, FreeStyle, Libre, and related brand marks are marks of Abbott.</a:t>
            </a:r>
          </a:p>
          <a:p>
            <a:pPr>
              <a:spcBef>
                <a:spcPts val="0"/>
              </a:spcBef>
            </a:pPr>
            <a:r>
              <a:rPr lang="en-US" sz="933" kern="1200">
                <a:solidFill>
                  <a:schemeClr val="bg2"/>
                </a:solidFill>
                <a:latin typeface="+mn-lt"/>
                <a:ea typeface="+mn-ea"/>
                <a:cs typeface="Calibri" panose="020F0502020204030204" pitchFamily="34" charset="0"/>
              </a:rPr>
              <a:t>Proprietary and confidential — do not distribute. ADC-XXXXX v1.0</a:t>
            </a:r>
          </a:p>
        </p:txBody>
      </p:sp>
      <p:sp>
        <p:nvSpPr>
          <p:cNvPr id="4" name="Date Placeholder 3">
            <a:extLst>
              <a:ext uri="{FF2B5EF4-FFF2-40B4-BE49-F238E27FC236}">
                <a16:creationId xmlns:a16="http://schemas.microsoft.com/office/drawing/2014/main" id="{5738700B-D258-949F-207E-EB67DA60B2B8}"/>
              </a:ext>
            </a:extLst>
          </p:cNvPr>
          <p:cNvSpPr>
            <a:spLocks noGrp="1"/>
          </p:cNvSpPr>
          <p:nvPr>
            <p:ph type="dt" sz="half" idx="27"/>
          </p:nvPr>
        </p:nvSpPr>
        <p:spPr>
          <a:xfrm>
            <a:off x="10439401" y="6419111"/>
            <a:ext cx="800099" cy="366183"/>
          </a:xfrm>
          <a:prstGeom prst="rect">
            <a:avLst/>
          </a:prstGeom>
        </p:spPr>
        <p:txBody>
          <a:bodyPr/>
          <a:lstStyle>
            <a:lvl1pPr>
              <a:defRPr>
                <a:solidFill>
                  <a:schemeClr val="bg2"/>
                </a:solidFill>
              </a:defRPr>
            </a:lvl1pPr>
          </a:lstStyle>
          <a:p>
            <a:endParaRPr lang="en-IN"/>
          </a:p>
        </p:txBody>
      </p:sp>
      <p:sp>
        <p:nvSpPr>
          <p:cNvPr id="11" name="Slide Number Placeholder 10">
            <a:extLst>
              <a:ext uri="{FF2B5EF4-FFF2-40B4-BE49-F238E27FC236}">
                <a16:creationId xmlns:a16="http://schemas.microsoft.com/office/drawing/2014/main" id="{56174A8B-E7BA-0B3C-4577-039B1E269150}"/>
              </a:ext>
            </a:extLst>
          </p:cNvPr>
          <p:cNvSpPr>
            <a:spLocks noGrp="1"/>
          </p:cNvSpPr>
          <p:nvPr>
            <p:ph type="sldNum" sz="quarter" idx="29"/>
          </p:nvPr>
        </p:nvSpPr>
        <p:spPr/>
        <p:txBody>
          <a:bodyPr/>
          <a:lstStyle>
            <a:lvl1pPr>
              <a:defRPr>
                <a:solidFill>
                  <a:schemeClr val="bg2"/>
                </a:solidFill>
              </a:defRPr>
            </a:lvl1pPr>
          </a:lstStyle>
          <a:p>
            <a:pPr>
              <a:defRPr/>
            </a:pPr>
            <a:fld id="{7B2119CD-3B2D-4CEB-B404-D2E3F8CD6D69}" type="slidenum">
              <a:rPr lang="en-IN" smtClean="0"/>
              <a:pPr>
                <a:defRPr/>
              </a:pPr>
              <a:t>‹#›</a:t>
            </a:fld>
            <a:endParaRPr lang="en-IN"/>
          </a:p>
        </p:txBody>
      </p:sp>
      <p:pic>
        <p:nvPicPr>
          <p:cNvPr id="5" name="Graphic 4">
            <a:extLst>
              <a:ext uri="{FF2B5EF4-FFF2-40B4-BE49-F238E27FC236}">
                <a16:creationId xmlns:a16="http://schemas.microsoft.com/office/drawing/2014/main" id="{28561880-BDA3-174E-1F62-FF3C7E272FBD}"/>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452102" y="5194303"/>
            <a:ext cx="1079500" cy="1079500"/>
          </a:xfrm>
          <a:prstGeom prst="rect">
            <a:avLst/>
          </a:prstGeom>
        </p:spPr>
      </p:pic>
      <p:sp>
        <p:nvSpPr>
          <p:cNvPr id="6" name="Footer Placeholder 4">
            <a:extLst>
              <a:ext uri="{FF2B5EF4-FFF2-40B4-BE49-F238E27FC236}">
                <a16:creationId xmlns:a16="http://schemas.microsoft.com/office/drawing/2014/main" id="{D533DFC2-391A-D553-6E90-6AF79A4DEBD3}"/>
              </a:ext>
            </a:extLst>
          </p:cNvPr>
          <p:cNvSpPr>
            <a:spLocks noGrp="1"/>
          </p:cNvSpPr>
          <p:nvPr>
            <p:ph type="ftr" sz="quarter" idx="3"/>
          </p:nvPr>
        </p:nvSpPr>
        <p:spPr>
          <a:xfrm>
            <a:off x="8269434" y="6419111"/>
            <a:ext cx="2902527" cy="365125"/>
          </a:xfrm>
          <a:prstGeom prst="rect">
            <a:avLst/>
          </a:prstGeom>
        </p:spPr>
        <p:txBody>
          <a:bodyPr vert="horz" lIns="91440" tIns="45720" rIns="91440" bIns="45720" rtlCol="0" anchor="b" anchorCtr="0"/>
          <a:lstStyle>
            <a:lvl1pPr algn="ctr">
              <a:defRPr lang="en-US" sz="933" kern="1200" dirty="0" smtClean="0">
                <a:solidFill>
                  <a:schemeClr val="bg1"/>
                </a:solidFill>
                <a:latin typeface="+mn-lt"/>
                <a:ea typeface="+mn-ea"/>
                <a:cs typeface="+mn-cs"/>
              </a:defRPr>
            </a:lvl1pPr>
          </a:lstStyle>
          <a:p>
            <a:r>
              <a:rPr lang="en-US"/>
              <a:t>ADC Innovation Pipeline |  1-Aug-25</a:t>
            </a:r>
          </a:p>
        </p:txBody>
      </p:sp>
    </p:spTree>
    <p:extLst>
      <p:ext uri="{BB962C8B-B14F-4D97-AF65-F5344CB8AC3E}">
        <p14:creationId xmlns:p14="http://schemas.microsoft.com/office/powerpoint/2010/main" val="1697793494"/>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1_Divider Yellow Butterfly">
    <p:bg>
      <p:bgPr>
        <a:solidFill>
          <a:schemeClr val="tx2"/>
        </a:solidFill>
        <a:effectLst/>
      </p:bgPr>
    </p:bg>
    <p:spTree>
      <p:nvGrpSpPr>
        <p:cNvPr id="1" name=""/>
        <p:cNvGrpSpPr/>
        <p:nvPr/>
      </p:nvGrpSpPr>
      <p:grpSpPr>
        <a:xfrm>
          <a:off x="0" y="0"/>
          <a:ext cx="0" cy="0"/>
          <a:chOff x="0" y="0"/>
          <a:chExt cx="0" cy="0"/>
        </a:xfrm>
      </p:grpSpPr>
      <p:sp>
        <p:nvSpPr>
          <p:cNvPr id="14" name="Text Placeholder 9">
            <a:extLst>
              <a:ext uri="{FF2B5EF4-FFF2-40B4-BE49-F238E27FC236}">
                <a16:creationId xmlns:a16="http://schemas.microsoft.com/office/drawing/2014/main" id="{05D9C096-3ECB-4476-AF46-67B691208D52}"/>
              </a:ext>
            </a:extLst>
          </p:cNvPr>
          <p:cNvSpPr>
            <a:spLocks noGrp="1"/>
          </p:cNvSpPr>
          <p:nvPr>
            <p:ph type="body" sz="quarter" idx="18" hasCustomPrompt="1"/>
          </p:nvPr>
        </p:nvSpPr>
        <p:spPr>
          <a:xfrm>
            <a:off x="670565" y="355600"/>
            <a:ext cx="5873673" cy="348813"/>
          </a:xfrm>
          <a:prstGeom prst="rect">
            <a:avLst/>
          </a:prstGeom>
        </p:spPr>
        <p:txBody>
          <a:bodyPr wrap="square">
            <a:noAutofit/>
          </a:bodyPr>
          <a:lstStyle>
            <a:lvl1pPr>
              <a:defRPr sz="1200" b="0" cap="all" spc="200" baseline="0">
                <a:solidFill>
                  <a:schemeClr val="tx1"/>
                </a:solidFill>
                <a:latin typeface="+mn-lt"/>
              </a:defRPr>
            </a:lvl1pPr>
            <a:lvl2pPr marL="0" indent="0">
              <a:buNone/>
              <a:defRPr/>
            </a:lvl2pPr>
          </a:lstStyle>
          <a:p>
            <a:pPr lvl="0"/>
            <a:r>
              <a:rPr lang="en-US"/>
              <a:t>Eyebrow CALIBRI LIGHT 9PT</a:t>
            </a:r>
          </a:p>
        </p:txBody>
      </p:sp>
      <p:sp>
        <p:nvSpPr>
          <p:cNvPr id="3" name="Title 2">
            <a:extLst>
              <a:ext uri="{FF2B5EF4-FFF2-40B4-BE49-F238E27FC236}">
                <a16:creationId xmlns:a16="http://schemas.microsoft.com/office/drawing/2014/main" id="{9A67DE3C-68DE-43DF-A233-910AFDC7FBD6}"/>
              </a:ext>
            </a:extLst>
          </p:cNvPr>
          <p:cNvSpPr>
            <a:spLocks noGrp="1"/>
          </p:cNvSpPr>
          <p:nvPr>
            <p:ph type="title"/>
          </p:nvPr>
        </p:nvSpPr>
        <p:spPr>
          <a:xfrm>
            <a:off x="670559" y="2870200"/>
            <a:ext cx="9104620" cy="1117600"/>
          </a:xfrm>
        </p:spPr>
        <p:txBody>
          <a:bodyPr anchor="ctr"/>
          <a:lstStyle>
            <a:lvl1pPr>
              <a:defRPr sz="4800">
                <a:solidFill>
                  <a:schemeClr val="tx1"/>
                </a:solidFill>
              </a:defRPr>
            </a:lvl1pPr>
          </a:lstStyle>
          <a:p>
            <a:r>
              <a:rPr lang="en-US"/>
              <a:t>Click to edit Master title style</a:t>
            </a:r>
            <a:endParaRPr lang="en-IN"/>
          </a:p>
        </p:txBody>
      </p:sp>
      <p:pic>
        <p:nvPicPr>
          <p:cNvPr id="5" name="Graphic 4">
            <a:extLst>
              <a:ext uri="{FF2B5EF4-FFF2-40B4-BE49-F238E27FC236}">
                <a16:creationId xmlns:a16="http://schemas.microsoft.com/office/drawing/2014/main" id="{28561880-BDA3-174E-1F62-FF3C7E272FBD}"/>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452102" y="5194303"/>
            <a:ext cx="1079500" cy="1079500"/>
          </a:xfrm>
          <a:prstGeom prst="rect">
            <a:avLst/>
          </a:prstGeom>
        </p:spPr>
      </p:pic>
      <p:sp>
        <p:nvSpPr>
          <p:cNvPr id="6" name="Date Placeholder 5">
            <a:extLst>
              <a:ext uri="{FF2B5EF4-FFF2-40B4-BE49-F238E27FC236}">
                <a16:creationId xmlns:a16="http://schemas.microsoft.com/office/drawing/2014/main" id="{25E9370C-AE2C-D47D-B8B8-B9B2540865CF}"/>
              </a:ext>
            </a:extLst>
          </p:cNvPr>
          <p:cNvSpPr>
            <a:spLocks noGrp="1"/>
          </p:cNvSpPr>
          <p:nvPr>
            <p:ph type="dt" sz="half" idx="19"/>
          </p:nvPr>
        </p:nvSpPr>
        <p:spPr>
          <a:xfrm>
            <a:off x="10439401" y="6419111"/>
            <a:ext cx="800099" cy="366183"/>
          </a:xfrm>
          <a:prstGeom prst="rect">
            <a:avLst/>
          </a:prstGeom>
        </p:spPr>
        <p:txBody>
          <a:bodyPr/>
          <a:lstStyle/>
          <a:p>
            <a:endParaRPr lang="en-IN"/>
          </a:p>
        </p:txBody>
      </p:sp>
      <p:sp>
        <p:nvSpPr>
          <p:cNvPr id="9" name="Slide Number Placeholder 8">
            <a:extLst>
              <a:ext uri="{FF2B5EF4-FFF2-40B4-BE49-F238E27FC236}">
                <a16:creationId xmlns:a16="http://schemas.microsoft.com/office/drawing/2014/main" id="{97C25970-3ECE-F88E-BE46-840B7040CA41}"/>
              </a:ext>
            </a:extLst>
          </p:cNvPr>
          <p:cNvSpPr>
            <a:spLocks noGrp="1"/>
          </p:cNvSpPr>
          <p:nvPr>
            <p:ph type="sldNum" sz="quarter" idx="21"/>
          </p:nvPr>
        </p:nvSpPr>
        <p:spPr/>
        <p:txBody>
          <a:bodyPr/>
          <a:lstStyle/>
          <a:p>
            <a:pPr>
              <a:defRPr/>
            </a:pPr>
            <a:fld id="{7B2119CD-3B2D-4CEB-B404-D2E3F8CD6D69}" type="slidenum">
              <a:rPr lang="en-IN" smtClean="0"/>
              <a:pPr>
                <a:defRPr/>
              </a:pPr>
              <a:t>‹#›</a:t>
            </a:fld>
            <a:endParaRPr lang="en-IN"/>
          </a:p>
        </p:txBody>
      </p:sp>
      <p:sp>
        <p:nvSpPr>
          <p:cNvPr id="2" name="Footer Placeholder 4">
            <a:extLst>
              <a:ext uri="{FF2B5EF4-FFF2-40B4-BE49-F238E27FC236}">
                <a16:creationId xmlns:a16="http://schemas.microsoft.com/office/drawing/2014/main" id="{1C008D2C-CAD4-4DA1-317E-EC61988E12A3}"/>
              </a:ext>
            </a:extLst>
          </p:cNvPr>
          <p:cNvSpPr>
            <a:spLocks noGrp="1"/>
          </p:cNvSpPr>
          <p:nvPr>
            <p:ph type="ftr" sz="quarter" idx="3"/>
          </p:nvPr>
        </p:nvSpPr>
        <p:spPr>
          <a:xfrm>
            <a:off x="8269434" y="6419111"/>
            <a:ext cx="2902527" cy="365125"/>
          </a:xfrm>
          <a:prstGeom prst="rect">
            <a:avLst/>
          </a:prstGeom>
        </p:spPr>
        <p:txBody>
          <a:bodyPr vert="horz" lIns="91440" tIns="45720" rIns="91440" bIns="45720" rtlCol="0" anchor="b" anchorCtr="0"/>
          <a:lstStyle>
            <a:lvl1pPr algn="ctr">
              <a:defRPr lang="en-US" sz="933" kern="1200" dirty="0" smtClean="0">
                <a:solidFill>
                  <a:schemeClr val="tx1"/>
                </a:solidFill>
                <a:latin typeface="+mn-lt"/>
                <a:ea typeface="+mn-ea"/>
                <a:cs typeface="+mn-cs"/>
              </a:defRPr>
            </a:lvl1pPr>
          </a:lstStyle>
          <a:p>
            <a:r>
              <a:rPr lang="en-US"/>
              <a:t>ADC Innovation Pipeline |  1-Aug-25</a:t>
            </a:r>
          </a:p>
        </p:txBody>
      </p:sp>
    </p:spTree>
    <p:extLst>
      <p:ext uri="{BB962C8B-B14F-4D97-AF65-F5344CB8AC3E}">
        <p14:creationId xmlns:p14="http://schemas.microsoft.com/office/powerpoint/2010/main" val="1351371371"/>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1_Divider White Butterfly">
    <p:bg>
      <p:bgPr>
        <a:solidFill>
          <a:schemeClr val="bg1"/>
        </a:solidFill>
        <a:effectLst/>
      </p:bgPr>
    </p:bg>
    <p:spTree>
      <p:nvGrpSpPr>
        <p:cNvPr id="1" name=""/>
        <p:cNvGrpSpPr/>
        <p:nvPr/>
      </p:nvGrpSpPr>
      <p:grpSpPr>
        <a:xfrm>
          <a:off x="0" y="0"/>
          <a:ext cx="0" cy="0"/>
          <a:chOff x="0" y="0"/>
          <a:chExt cx="0" cy="0"/>
        </a:xfrm>
      </p:grpSpPr>
      <p:sp>
        <p:nvSpPr>
          <p:cNvPr id="14" name="Text Placeholder 9">
            <a:extLst>
              <a:ext uri="{FF2B5EF4-FFF2-40B4-BE49-F238E27FC236}">
                <a16:creationId xmlns:a16="http://schemas.microsoft.com/office/drawing/2014/main" id="{05D9C096-3ECB-4476-AF46-67B691208D52}"/>
              </a:ext>
            </a:extLst>
          </p:cNvPr>
          <p:cNvSpPr>
            <a:spLocks noGrp="1"/>
          </p:cNvSpPr>
          <p:nvPr>
            <p:ph type="body" sz="quarter" idx="18" hasCustomPrompt="1"/>
          </p:nvPr>
        </p:nvSpPr>
        <p:spPr>
          <a:xfrm>
            <a:off x="670565" y="355600"/>
            <a:ext cx="5873673" cy="348813"/>
          </a:xfrm>
          <a:prstGeom prst="rect">
            <a:avLst/>
          </a:prstGeom>
        </p:spPr>
        <p:txBody>
          <a:bodyPr wrap="square">
            <a:noAutofit/>
          </a:bodyPr>
          <a:lstStyle>
            <a:lvl1pPr>
              <a:defRPr sz="1200" b="0" cap="all" spc="200" baseline="0">
                <a:solidFill>
                  <a:schemeClr val="tx1"/>
                </a:solidFill>
                <a:latin typeface="+mn-lt"/>
              </a:defRPr>
            </a:lvl1pPr>
            <a:lvl2pPr marL="0" indent="0">
              <a:buNone/>
              <a:defRPr/>
            </a:lvl2pPr>
          </a:lstStyle>
          <a:p>
            <a:pPr lvl="0"/>
            <a:r>
              <a:rPr lang="en-US"/>
              <a:t>Eyebrow CALIBRI LIGHT 9PT</a:t>
            </a:r>
          </a:p>
        </p:txBody>
      </p:sp>
      <p:sp>
        <p:nvSpPr>
          <p:cNvPr id="3" name="Title 2">
            <a:extLst>
              <a:ext uri="{FF2B5EF4-FFF2-40B4-BE49-F238E27FC236}">
                <a16:creationId xmlns:a16="http://schemas.microsoft.com/office/drawing/2014/main" id="{9A67DE3C-68DE-43DF-A233-910AFDC7FBD6}"/>
              </a:ext>
            </a:extLst>
          </p:cNvPr>
          <p:cNvSpPr>
            <a:spLocks noGrp="1"/>
          </p:cNvSpPr>
          <p:nvPr>
            <p:ph type="title"/>
          </p:nvPr>
        </p:nvSpPr>
        <p:spPr>
          <a:xfrm>
            <a:off x="670559" y="2870200"/>
            <a:ext cx="9104620" cy="1117600"/>
          </a:xfrm>
        </p:spPr>
        <p:txBody>
          <a:bodyPr anchor="ctr"/>
          <a:lstStyle>
            <a:lvl1pPr>
              <a:defRPr sz="4800">
                <a:solidFill>
                  <a:schemeClr val="tx1"/>
                </a:solidFill>
              </a:defRPr>
            </a:lvl1pPr>
          </a:lstStyle>
          <a:p>
            <a:r>
              <a:rPr lang="en-US"/>
              <a:t>Click to edit Master title style</a:t>
            </a:r>
            <a:endParaRPr lang="en-IN"/>
          </a:p>
        </p:txBody>
      </p:sp>
      <p:sp>
        <p:nvSpPr>
          <p:cNvPr id="6" name="Date Placeholder 5">
            <a:extLst>
              <a:ext uri="{FF2B5EF4-FFF2-40B4-BE49-F238E27FC236}">
                <a16:creationId xmlns:a16="http://schemas.microsoft.com/office/drawing/2014/main" id="{25E9370C-AE2C-D47D-B8B8-B9B2540865CF}"/>
              </a:ext>
            </a:extLst>
          </p:cNvPr>
          <p:cNvSpPr>
            <a:spLocks noGrp="1"/>
          </p:cNvSpPr>
          <p:nvPr>
            <p:ph type="dt" sz="half" idx="19"/>
          </p:nvPr>
        </p:nvSpPr>
        <p:spPr>
          <a:xfrm>
            <a:off x="10439401" y="6419111"/>
            <a:ext cx="800099" cy="366183"/>
          </a:xfrm>
          <a:prstGeom prst="rect">
            <a:avLst/>
          </a:prstGeom>
        </p:spPr>
        <p:txBody>
          <a:bodyPr/>
          <a:lstStyle/>
          <a:p>
            <a:endParaRPr lang="en-IN"/>
          </a:p>
        </p:txBody>
      </p:sp>
      <p:sp>
        <p:nvSpPr>
          <p:cNvPr id="9" name="Slide Number Placeholder 8">
            <a:extLst>
              <a:ext uri="{FF2B5EF4-FFF2-40B4-BE49-F238E27FC236}">
                <a16:creationId xmlns:a16="http://schemas.microsoft.com/office/drawing/2014/main" id="{97C25970-3ECE-F88E-BE46-840B7040CA41}"/>
              </a:ext>
            </a:extLst>
          </p:cNvPr>
          <p:cNvSpPr>
            <a:spLocks noGrp="1"/>
          </p:cNvSpPr>
          <p:nvPr>
            <p:ph type="sldNum" sz="quarter" idx="21"/>
          </p:nvPr>
        </p:nvSpPr>
        <p:spPr/>
        <p:txBody>
          <a:bodyPr/>
          <a:lstStyle/>
          <a:p>
            <a:pPr>
              <a:defRPr/>
            </a:pPr>
            <a:fld id="{7B2119CD-3B2D-4CEB-B404-D2E3F8CD6D69}" type="slidenum">
              <a:rPr lang="en-IN" smtClean="0"/>
              <a:pPr>
                <a:defRPr/>
              </a:pPr>
              <a:t>‹#›</a:t>
            </a:fld>
            <a:endParaRPr lang="en-IN"/>
          </a:p>
        </p:txBody>
      </p:sp>
      <p:pic>
        <p:nvPicPr>
          <p:cNvPr id="2" name="Graphic 1">
            <a:extLst>
              <a:ext uri="{FF2B5EF4-FFF2-40B4-BE49-F238E27FC236}">
                <a16:creationId xmlns:a16="http://schemas.microsoft.com/office/drawing/2014/main" id="{100E0B5C-EFA9-0C1D-CB92-C3CEA895B9E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452102" y="5194303"/>
            <a:ext cx="1079500" cy="1079500"/>
          </a:xfrm>
          <a:prstGeom prst="rect">
            <a:avLst/>
          </a:prstGeom>
        </p:spPr>
      </p:pic>
      <p:sp>
        <p:nvSpPr>
          <p:cNvPr id="4" name="Footer Placeholder 4">
            <a:extLst>
              <a:ext uri="{FF2B5EF4-FFF2-40B4-BE49-F238E27FC236}">
                <a16:creationId xmlns:a16="http://schemas.microsoft.com/office/drawing/2014/main" id="{34F5A64E-A6D0-6476-84DD-141EDDF28943}"/>
              </a:ext>
            </a:extLst>
          </p:cNvPr>
          <p:cNvSpPr>
            <a:spLocks noGrp="1"/>
          </p:cNvSpPr>
          <p:nvPr>
            <p:ph type="ftr" sz="quarter" idx="3"/>
          </p:nvPr>
        </p:nvSpPr>
        <p:spPr>
          <a:xfrm>
            <a:off x="8269434" y="6419111"/>
            <a:ext cx="2902527" cy="365125"/>
          </a:xfrm>
          <a:prstGeom prst="rect">
            <a:avLst/>
          </a:prstGeom>
        </p:spPr>
        <p:txBody>
          <a:bodyPr vert="horz" lIns="91440" tIns="45720" rIns="91440" bIns="45720" rtlCol="0" anchor="b" anchorCtr="0"/>
          <a:lstStyle>
            <a:lvl1pPr algn="ctr">
              <a:defRPr lang="en-US" sz="933" kern="1200" dirty="0" smtClean="0">
                <a:solidFill>
                  <a:schemeClr val="tx1"/>
                </a:solidFill>
                <a:latin typeface="+mn-lt"/>
                <a:ea typeface="+mn-ea"/>
                <a:cs typeface="+mn-cs"/>
              </a:defRPr>
            </a:lvl1pPr>
          </a:lstStyle>
          <a:p>
            <a:r>
              <a:rPr lang="en-US"/>
              <a:t>ADC Innovation Pipeline |  1-Aug-25</a:t>
            </a:r>
          </a:p>
        </p:txBody>
      </p:sp>
    </p:spTree>
    <p:extLst>
      <p:ext uri="{BB962C8B-B14F-4D97-AF65-F5344CB8AC3E}">
        <p14:creationId xmlns:p14="http://schemas.microsoft.com/office/powerpoint/2010/main" val="616359580"/>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2_(L) Half-content &amp; full image layout">
    <p:spTree>
      <p:nvGrpSpPr>
        <p:cNvPr id="1" name=""/>
        <p:cNvGrpSpPr/>
        <p:nvPr/>
      </p:nvGrpSpPr>
      <p:grpSpPr>
        <a:xfrm>
          <a:off x="0" y="0"/>
          <a:ext cx="0" cy="0"/>
          <a:chOff x="0" y="0"/>
          <a:chExt cx="0" cy="0"/>
        </a:xfrm>
      </p:grpSpPr>
      <p:sp>
        <p:nvSpPr>
          <p:cNvPr id="5" name="Picture Placeholder 9">
            <a:extLst>
              <a:ext uri="{FF2B5EF4-FFF2-40B4-BE49-F238E27FC236}">
                <a16:creationId xmlns:a16="http://schemas.microsoft.com/office/drawing/2014/main" id="{EBBC6B44-1A66-4C17-802D-CD6F3BEB84DB}"/>
              </a:ext>
            </a:extLst>
          </p:cNvPr>
          <p:cNvSpPr>
            <a:spLocks noGrp="1"/>
          </p:cNvSpPr>
          <p:nvPr>
            <p:ph type="pic" sz="quarter" idx="14" hasCustomPrompt="1"/>
          </p:nvPr>
        </p:nvSpPr>
        <p:spPr>
          <a:xfrm>
            <a:off x="1" y="0"/>
            <a:ext cx="12192000" cy="6858000"/>
          </a:xfrm>
          <a:prstGeom prst="rect">
            <a:avLst/>
          </a:prstGeom>
          <a:solidFill>
            <a:srgbClr val="EAEAEA"/>
          </a:solidFill>
          <a:ln>
            <a:noFill/>
          </a:ln>
          <a:effectLst/>
        </p:spPr>
        <p:txBody>
          <a:bodyPr lIns="365760" rIns="365760" anchor="ctr" anchorCtr="1"/>
          <a:lstStyle>
            <a:lvl1pPr marL="5035173" indent="0" algn="l">
              <a:tabLst/>
              <a:defRPr sz="2400" b="0" baseline="0">
                <a:solidFill>
                  <a:schemeClr val="tx1"/>
                </a:solidFill>
                <a:latin typeface="+mn-lt"/>
              </a:defRPr>
            </a:lvl1pPr>
          </a:lstStyle>
          <a:p>
            <a:r>
              <a:rPr lang="en-US"/>
              <a:t>Insert an image</a:t>
            </a:r>
            <a:br>
              <a:rPr lang="en-US"/>
            </a:br>
            <a:r>
              <a:rPr lang="en-US"/>
              <a:t>within this placeholder </a:t>
            </a:r>
          </a:p>
        </p:txBody>
      </p:sp>
      <p:sp>
        <p:nvSpPr>
          <p:cNvPr id="14" name="Text Placeholder 9">
            <a:extLst>
              <a:ext uri="{FF2B5EF4-FFF2-40B4-BE49-F238E27FC236}">
                <a16:creationId xmlns:a16="http://schemas.microsoft.com/office/drawing/2014/main" id="{BD57305E-F709-4E9E-B399-8D21F2A51FF6}"/>
              </a:ext>
            </a:extLst>
          </p:cNvPr>
          <p:cNvSpPr>
            <a:spLocks noGrp="1"/>
          </p:cNvSpPr>
          <p:nvPr>
            <p:ph type="body" sz="quarter" idx="18" hasCustomPrompt="1"/>
          </p:nvPr>
        </p:nvSpPr>
        <p:spPr>
          <a:xfrm>
            <a:off x="670565" y="355600"/>
            <a:ext cx="8422639" cy="348813"/>
          </a:xfrm>
          <a:prstGeom prst="rect">
            <a:avLst/>
          </a:prstGeom>
        </p:spPr>
        <p:txBody>
          <a:bodyPr wrap="square">
            <a:noAutofit/>
          </a:bodyPr>
          <a:lstStyle>
            <a:lvl1pPr>
              <a:defRPr sz="1200" b="0" cap="all" spc="200" baseline="0">
                <a:solidFill>
                  <a:srgbClr val="222731"/>
                </a:solidFill>
                <a:latin typeface="+mn-lt"/>
              </a:defRPr>
            </a:lvl1pPr>
            <a:lvl2pPr marL="0" indent="0">
              <a:buNone/>
              <a:defRPr/>
            </a:lvl2pPr>
          </a:lstStyle>
          <a:p>
            <a:pPr lvl="0"/>
            <a:r>
              <a:rPr lang="en-US"/>
              <a:t>Eyebrow CALIBRI LIGHT 9pt</a:t>
            </a:r>
          </a:p>
        </p:txBody>
      </p:sp>
      <p:sp>
        <p:nvSpPr>
          <p:cNvPr id="16" name="Content Placeholder 5">
            <a:extLst>
              <a:ext uri="{FF2B5EF4-FFF2-40B4-BE49-F238E27FC236}">
                <a16:creationId xmlns:a16="http://schemas.microsoft.com/office/drawing/2014/main" id="{C73EADF8-32AF-409A-AD0A-3134A5D09D53}"/>
              </a:ext>
            </a:extLst>
          </p:cNvPr>
          <p:cNvSpPr>
            <a:spLocks noGrp="1"/>
          </p:cNvSpPr>
          <p:nvPr>
            <p:ph sz="quarter" idx="19"/>
          </p:nvPr>
        </p:nvSpPr>
        <p:spPr>
          <a:xfrm>
            <a:off x="670562" y="2286001"/>
            <a:ext cx="5096255" cy="2971800"/>
          </a:xfrm>
        </p:spPr>
        <p:txBody>
          <a:bodyPr/>
          <a:lstStyle>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p:txBody>
      </p:sp>
      <p:sp>
        <p:nvSpPr>
          <p:cNvPr id="3" name="Title 2">
            <a:extLst>
              <a:ext uri="{FF2B5EF4-FFF2-40B4-BE49-F238E27FC236}">
                <a16:creationId xmlns:a16="http://schemas.microsoft.com/office/drawing/2014/main" id="{F49B87BA-CB3B-4626-87FF-39721BA39BC9}"/>
              </a:ext>
            </a:extLst>
          </p:cNvPr>
          <p:cNvSpPr>
            <a:spLocks noGrp="1"/>
          </p:cNvSpPr>
          <p:nvPr>
            <p:ph type="title"/>
          </p:nvPr>
        </p:nvSpPr>
        <p:spPr>
          <a:xfrm>
            <a:off x="670560" y="759460"/>
            <a:ext cx="8422640" cy="520701"/>
          </a:xfrm>
        </p:spPr>
        <p:txBody>
          <a:bodyPr/>
          <a:lstStyle>
            <a:lvl1pPr>
              <a:defRPr>
                <a:solidFill>
                  <a:schemeClr val="tx1"/>
                </a:solidFill>
              </a:defRPr>
            </a:lvl1pPr>
          </a:lstStyle>
          <a:p>
            <a:r>
              <a:rPr lang="en-US"/>
              <a:t>Click to edit Master title style</a:t>
            </a:r>
            <a:endParaRPr lang="en-IN"/>
          </a:p>
        </p:txBody>
      </p:sp>
      <p:sp>
        <p:nvSpPr>
          <p:cNvPr id="4" name="Content Placeholder 2">
            <a:extLst>
              <a:ext uri="{FF2B5EF4-FFF2-40B4-BE49-F238E27FC236}">
                <a16:creationId xmlns:a16="http://schemas.microsoft.com/office/drawing/2014/main" id="{262117B8-3493-FD10-4783-0F969DBBBE15}"/>
              </a:ext>
            </a:extLst>
          </p:cNvPr>
          <p:cNvSpPr txBox="1">
            <a:spLocks/>
          </p:cNvSpPr>
          <p:nvPr userDrawn="1"/>
        </p:nvSpPr>
        <p:spPr bwMode="gray">
          <a:xfrm>
            <a:off x="670563" y="6343415"/>
            <a:ext cx="5082732" cy="374895"/>
          </a:xfrm>
          <a:prstGeom prst="rect">
            <a:avLst/>
          </a:prstGeom>
        </p:spPr>
        <p:txBody>
          <a:bodyPr vert="horz" lIns="0" tIns="0" rIns="0" bIns="0" anchor="b" anchorCtr="0"/>
          <a:lstStyle>
            <a:lvl1pPr marL="0" indent="0" algn="l" defTabSz="457200" rtl="0" eaLnBrk="1" latinLnBrk="0" hangingPunct="1">
              <a:spcBef>
                <a:spcPct val="20000"/>
              </a:spcBef>
              <a:buFont typeface="Arial"/>
              <a:buNone/>
              <a:defRPr sz="900" kern="1200">
                <a:solidFill>
                  <a:schemeClr val="tx1"/>
                </a:solidFill>
                <a:latin typeface="Georgia"/>
                <a:ea typeface="+mn-ea"/>
                <a:cs typeface="Georgia"/>
              </a:defRPr>
            </a:lvl1pPr>
            <a:lvl2pPr marL="457200" indent="0" algn="l" defTabSz="457200" rtl="0" eaLnBrk="1" latinLnBrk="0" hangingPunct="1">
              <a:spcBef>
                <a:spcPct val="20000"/>
              </a:spcBef>
              <a:buFont typeface="Arial"/>
              <a:buNone/>
              <a:defRPr sz="900" kern="1200">
                <a:solidFill>
                  <a:schemeClr val="tx1"/>
                </a:solidFill>
                <a:latin typeface="Georgia"/>
                <a:ea typeface="+mn-ea"/>
                <a:cs typeface="Georgia"/>
              </a:defRPr>
            </a:lvl2pPr>
            <a:lvl3pPr marL="914400" indent="0" algn="l" defTabSz="457200" rtl="0" eaLnBrk="1" latinLnBrk="0" hangingPunct="1">
              <a:spcBef>
                <a:spcPct val="20000"/>
              </a:spcBef>
              <a:buFont typeface="Arial"/>
              <a:buNone/>
              <a:defRPr sz="900" kern="1200">
                <a:solidFill>
                  <a:schemeClr val="tx1"/>
                </a:solidFill>
                <a:latin typeface="Georgia"/>
                <a:ea typeface="+mn-ea"/>
                <a:cs typeface="Georgia"/>
              </a:defRPr>
            </a:lvl3pPr>
            <a:lvl4pPr marL="1371600" indent="0" algn="l" defTabSz="457200" rtl="0" eaLnBrk="1" latinLnBrk="0" hangingPunct="1">
              <a:spcBef>
                <a:spcPct val="20000"/>
              </a:spcBef>
              <a:buFont typeface="Arial"/>
              <a:buNone/>
              <a:defRPr sz="900" kern="1200">
                <a:solidFill>
                  <a:schemeClr val="tx1"/>
                </a:solidFill>
                <a:latin typeface="Georgia"/>
                <a:ea typeface="+mn-ea"/>
                <a:cs typeface="Georgia"/>
              </a:defRPr>
            </a:lvl4pPr>
            <a:lvl5pPr marL="1828800" indent="0" algn="l" defTabSz="457200" rtl="0" eaLnBrk="1" latinLnBrk="0" hangingPunct="1">
              <a:spcBef>
                <a:spcPct val="20000"/>
              </a:spcBef>
              <a:buFont typeface="Arial"/>
              <a:buNone/>
              <a:defRPr sz="900" kern="1200">
                <a:solidFill>
                  <a:schemeClr val="tx1"/>
                </a:solidFill>
                <a:latin typeface="Georgia"/>
                <a:ea typeface="+mn-ea"/>
                <a:cs typeface="Georgia"/>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l" defTabSz="609555" rtl="0" eaLnBrk="1" fontAlgn="auto" latinLnBrk="0" hangingPunct="1">
              <a:lnSpc>
                <a:spcPct val="100000"/>
              </a:lnSpc>
              <a:spcBef>
                <a:spcPts val="0"/>
              </a:spcBef>
              <a:spcAft>
                <a:spcPts val="0"/>
              </a:spcAft>
              <a:buClrTx/>
              <a:buSzTx/>
              <a:buFont typeface="Arial"/>
              <a:buNone/>
              <a:tabLst/>
              <a:defRPr/>
            </a:pPr>
            <a:r>
              <a:rPr lang="en-US" sz="933" kern="1200">
                <a:solidFill>
                  <a:schemeClr val="tx1"/>
                </a:solidFill>
                <a:latin typeface="+mn-lt"/>
                <a:ea typeface="+mn-ea"/>
                <a:cs typeface="Calibri" panose="020F0502020204030204" pitchFamily="34" charset="0"/>
              </a:rPr>
              <a:t>The sensor housing, FreeStyle, Libre, and related brand marks are marks of Abbott.</a:t>
            </a:r>
          </a:p>
          <a:p>
            <a:pPr>
              <a:spcBef>
                <a:spcPts val="0"/>
              </a:spcBef>
            </a:pPr>
            <a:r>
              <a:rPr lang="en-US" sz="933" kern="1200">
                <a:solidFill>
                  <a:schemeClr val="tx1"/>
                </a:solidFill>
                <a:latin typeface="+mn-lt"/>
                <a:ea typeface="+mn-ea"/>
                <a:cs typeface="Calibri" panose="020F0502020204030204" pitchFamily="34" charset="0"/>
              </a:rPr>
              <a:t>Proprietary and confidential — do not distribute. ADC-XXXXX v1.0</a:t>
            </a:r>
          </a:p>
        </p:txBody>
      </p:sp>
      <p:sp>
        <p:nvSpPr>
          <p:cNvPr id="2" name="Date Placeholder 1">
            <a:extLst>
              <a:ext uri="{FF2B5EF4-FFF2-40B4-BE49-F238E27FC236}">
                <a16:creationId xmlns:a16="http://schemas.microsoft.com/office/drawing/2014/main" id="{3EDC4346-E6D4-1B5A-4EAE-B0626BDA7C42}"/>
              </a:ext>
            </a:extLst>
          </p:cNvPr>
          <p:cNvSpPr>
            <a:spLocks noGrp="1"/>
          </p:cNvSpPr>
          <p:nvPr>
            <p:ph type="dt" sz="half" idx="20"/>
          </p:nvPr>
        </p:nvSpPr>
        <p:spPr>
          <a:xfrm>
            <a:off x="10439401" y="6419111"/>
            <a:ext cx="800099" cy="366183"/>
          </a:xfrm>
          <a:prstGeom prst="rect">
            <a:avLst/>
          </a:prstGeom>
        </p:spPr>
        <p:txBody>
          <a:bodyPr/>
          <a:lstStyle/>
          <a:p>
            <a:endParaRPr lang="en-IN"/>
          </a:p>
        </p:txBody>
      </p:sp>
      <p:sp>
        <p:nvSpPr>
          <p:cNvPr id="10" name="Slide Number Placeholder 9">
            <a:extLst>
              <a:ext uri="{FF2B5EF4-FFF2-40B4-BE49-F238E27FC236}">
                <a16:creationId xmlns:a16="http://schemas.microsoft.com/office/drawing/2014/main" id="{BE73E3B4-626E-7682-3AFC-AA5069A9A250}"/>
              </a:ext>
            </a:extLst>
          </p:cNvPr>
          <p:cNvSpPr>
            <a:spLocks noGrp="1"/>
          </p:cNvSpPr>
          <p:nvPr>
            <p:ph type="sldNum" sz="quarter" idx="22"/>
          </p:nvPr>
        </p:nvSpPr>
        <p:spPr/>
        <p:txBody>
          <a:bodyPr/>
          <a:lstStyle/>
          <a:p>
            <a:pPr>
              <a:defRPr/>
            </a:pPr>
            <a:fld id="{7B2119CD-3B2D-4CEB-B404-D2E3F8CD6D69}" type="slidenum">
              <a:rPr lang="en-IN" smtClean="0"/>
              <a:pPr>
                <a:defRPr/>
              </a:pPr>
              <a:t>‹#›</a:t>
            </a:fld>
            <a:endParaRPr lang="en-IN"/>
          </a:p>
        </p:txBody>
      </p:sp>
      <p:sp>
        <p:nvSpPr>
          <p:cNvPr id="6" name="Footer Placeholder 4">
            <a:extLst>
              <a:ext uri="{FF2B5EF4-FFF2-40B4-BE49-F238E27FC236}">
                <a16:creationId xmlns:a16="http://schemas.microsoft.com/office/drawing/2014/main" id="{6081890F-C62D-232D-BFFA-A042FFDB1979}"/>
              </a:ext>
            </a:extLst>
          </p:cNvPr>
          <p:cNvSpPr>
            <a:spLocks noGrp="1"/>
          </p:cNvSpPr>
          <p:nvPr>
            <p:ph type="ftr" sz="quarter" idx="3"/>
          </p:nvPr>
        </p:nvSpPr>
        <p:spPr>
          <a:xfrm>
            <a:off x="8269434" y="6419111"/>
            <a:ext cx="2902527" cy="365125"/>
          </a:xfrm>
          <a:prstGeom prst="rect">
            <a:avLst/>
          </a:prstGeom>
        </p:spPr>
        <p:txBody>
          <a:bodyPr vert="horz" lIns="91440" tIns="45720" rIns="91440" bIns="45720" rtlCol="0" anchor="b" anchorCtr="0"/>
          <a:lstStyle>
            <a:lvl1pPr algn="ctr">
              <a:defRPr lang="en-US" sz="933" kern="1200" dirty="0" smtClean="0">
                <a:solidFill>
                  <a:schemeClr val="tx1"/>
                </a:solidFill>
                <a:latin typeface="+mn-lt"/>
                <a:ea typeface="+mn-ea"/>
                <a:cs typeface="+mn-cs"/>
              </a:defRPr>
            </a:lvl1pPr>
          </a:lstStyle>
          <a:p>
            <a:r>
              <a:rPr lang="en-US"/>
              <a:t>ADC Innovation Pipeline |  1-Aug-25</a:t>
            </a:r>
          </a:p>
        </p:txBody>
      </p:sp>
    </p:spTree>
    <p:extLst>
      <p:ext uri="{BB962C8B-B14F-4D97-AF65-F5344CB8AC3E}">
        <p14:creationId xmlns:p14="http://schemas.microsoft.com/office/powerpoint/2010/main" val="541434885"/>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2_(R) Half-content &amp; full image layout">
    <p:spTree>
      <p:nvGrpSpPr>
        <p:cNvPr id="1" name=""/>
        <p:cNvGrpSpPr/>
        <p:nvPr/>
      </p:nvGrpSpPr>
      <p:grpSpPr>
        <a:xfrm>
          <a:off x="0" y="0"/>
          <a:ext cx="0" cy="0"/>
          <a:chOff x="0" y="0"/>
          <a:chExt cx="0" cy="0"/>
        </a:xfrm>
      </p:grpSpPr>
      <p:sp>
        <p:nvSpPr>
          <p:cNvPr id="5" name="Picture Placeholder 9">
            <a:extLst>
              <a:ext uri="{FF2B5EF4-FFF2-40B4-BE49-F238E27FC236}">
                <a16:creationId xmlns:a16="http://schemas.microsoft.com/office/drawing/2014/main" id="{EBBC6B44-1A66-4C17-802D-CD6F3BEB84DB}"/>
              </a:ext>
            </a:extLst>
          </p:cNvPr>
          <p:cNvSpPr>
            <a:spLocks noGrp="1"/>
          </p:cNvSpPr>
          <p:nvPr>
            <p:ph type="pic" sz="quarter" idx="14" hasCustomPrompt="1"/>
          </p:nvPr>
        </p:nvSpPr>
        <p:spPr>
          <a:xfrm>
            <a:off x="0" y="0"/>
            <a:ext cx="12192000" cy="6858000"/>
          </a:xfrm>
          <a:prstGeom prst="rect">
            <a:avLst/>
          </a:prstGeom>
          <a:solidFill>
            <a:srgbClr val="EAEAEA"/>
          </a:solidFill>
          <a:ln>
            <a:noFill/>
          </a:ln>
          <a:effectLst/>
        </p:spPr>
        <p:txBody>
          <a:bodyPr lIns="0" rIns="0" anchor="ctr" anchorCtr="0"/>
          <a:lstStyle>
            <a:lvl1pPr marL="927031" indent="0" algn="l">
              <a:tabLst/>
              <a:defRPr sz="2400" b="0" baseline="0">
                <a:solidFill>
                  <a:schemeClr val="tx1"/>
                </a:solidFill>
                <a:latin typeface="+mn-lt"/>
              </a:defRPr>
            </a:lvl1pPr>
          </a:lstStyle>
          <a:p>
            <a:r>
              <a:rPr lang="en-US"/>
              <a:t>Insert an image</a:t>
            </a:r>
            <a:br>
              <a:rPr lang="en-US"/>
            </a:br>
            <a:r>
              <a:rPr lang="en-US"/>
              <a:t>within this placeholder </a:t>
            </a:r>
          </a:p>
        </p:txBody>
      </p:sp>
      <p:sp>
        <p:nvSpPr>
          <p:cNvPr id="17" name="Text Placeholder 9">
            <a:extLst>
              <a:ext uri="{FF2B5EF4-FFF2-40B4-BE49-F238E27FC236}">
                <a16:creationId xmlns:a16="http://schemas.microsoft.com/office/drawing/2014/main" id="{6273392E-BE16-4C3F-A463-7A7FC6BEE036}"/>
              </a:ext>
            </a:extLst>
          </p:cNvPr>
          <p:cNvSpPr>
            <a:spLocks noGrp="1"/>
          </p:cNvSpPr>
          <p:nvPr>
            <p:ph type="body" sz="quarter" idx="18" hasCustomPrompt="1"/>
          </p:nvPr>
        </p:nvSpPr>
        <p:spPr>
          <a:xfrm>
            <a:off x="6084523" y="355600"/>
            <a:ext cx="5447079" cy="348813"/>
          </a:xfrm>
          <a:prstGeom prst="rect">
            <a:avLst/>
          </a:prstGeom>
        </p:spPr>
        <p:txBody>
          <a:bodyPr wrap="square">
            <a:noAutofit/>
          </a:bodyPr>
          <a:lstStyle>
            <a:lvl1pPr>
              <a:defRPr sz="1200" b="0" cap="all" spc="200" baseline="0">
                <a:solidFill>
                  <a:schemeClr val="tx1"/>
                </a:solidFill>
                <a:latin typeface="+mn-lt"/>
              </a:defRPr>
            </a:lvl1pPr>
            <a:lvl2pPr marL="0" indent="0">
              <a:buNone/>
              <a:defRPr/>
            </a:lvl2pPr>
          </a:lstStyle>
          <a:p>
            <a:pPr lvl="0"/>
            <a:r>
              <a:rPr lang="en-US"/>
              <a:t>Eyebrow CALIBRI LIGHT 9pt</a:t>
            </a:r>
          </a:p>
        </p:txBody>
      </p:sp>
      <p:sp>
        <p:nvSpPr>
          <p:cNvPr id="19" name="Content Placeholder 5">
            <a:extLst>
              <a:ext uri="{FF2B5EF4-FFF2-40B4-BE49-F238E27FC236}">
                <a16:creationId xmlns:a16="http://schemas.microsoft.com/office/drawing/2014/main" id="{1679F6DF-FEFB-4C1A-A396-814197C11D86}"/>
              </a:ext>
            </a:extLst>
          </p:cNvPr>
          <p:cNvSpPr>
            <a:spLocks noGrp="1"/>
          </p:cNvSpPr>
          <p:nvPr>
            <p:ph sz="quarter" idx="19"/>
          </p:nvPr>
        </p:nvSpPr>
        <p:spPr>
          <a:xfrm>
            <a:off x="6084520" y="2286001"/>
            <a:ext cx="5447079" cy="320040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3" name="Title 2">
            <a:extLst>
              <a:ext uri="{FF2B5EF4-FFF2-40B4-BE49-F238E27FC236}">
                <a16:creationId xmlns:a16="http://schemas.microsoft.com/office/drawing/2014/main" id="{40E04E43-6321-44FE-86E3-92363113651D}"/>
              </a:ext>
            </a:extLst>
          </p:cNvPr>
          <p:cNvSpPr>
            <a:spLocks noGrp="1"/>
          </p:cNvSpPr>
          <p:nvPr>
            <p:ph type="title"/>
          </p:nvPr>
        </p:nvSpPr>
        <p:spPr>
          <a:xfrm>
            <a:off x="6084517" y="759460"/>
            <a:ext cx="5447083" cy="520701"/>
          </a:xfrm>
        </p:spPr>
        <p:txBody>
          <a:bodyPr/>
          <a:lstStyle>
            <a:lvl1pPr>
              <a:defRPr>
                <a:solidFill>
                  <a:schemeClr val="tx1"/>
                </a:solidFill>
              </a:defRPr>
            </a:lvl1pPr>
          </a:lstStyle>
          <a:p>
            <a:r>
              <a:rPr lang="en-US"/>
              <a:t>Click to edit Master title</a:t>
            </a:r>
            <a:endParaRPr lang="en-IN"/>
          </a:p>
        </p:txBody>
      </p:sp>
      <p:sp>
        <p:nvSpPr>
          <p:cNvPr id="4" name="Content Placeholder 2">
            <a:extLst>
              <a:ext uri="{FF2B5EF4-FFF2-40B4-BE49-F238E27FC236}">
                <a16:creationId xmlns:a16="http://schemas.microsoft.com/office/drawing/2014/main" id="{F45D0EE6-B116-967A-F28B-1954BF416FDA}"/>
              </a:ext>
            </a:extLst>
          </p:cNvPr>
          <p:cNvSpPr txBox="1">
            <a:spLocks/>
          </p:cNvSpPr>
          <p:nvPr userDrawn="1"/>
        </p:nvSpPr>
        <p:spPr bwMode="gray">
          <a:xfrm>
            <a:off x="670563" y="6343415"/>
            <a:ext cx="5082732" cy="374895"/>
          </a:xfrm>
          <a:prstGeom prst="rect">
            <a:avLst/>
          </a:prstGeom>
        </p:spPr>
        <p:txBody>
          <a:bodyPr vert="horz" lIns="0" tIns="0" rIns="0" bIns="0" anchor="b" anchorCtr="0"/>
          <a:lstStyle>
            <a:lvl1pPr marL="0" indent="0" algn="l" defTabSz="457200" rtl="0" eaLnBrk="1" latinLnBrk="0" hangingPunct="1">
              <a:spcBef>
                <a:spcPct val="20000"/>
              </a:spcBef>
              <a:buFont typeface="Arial"/>
              <a:buNone/>
              <a:defRPr sz="900" kern="1200">
                <a:solidFill>
                  <a:schemeClr val="tx1"/>
                </a:solidFill>
                <a:latin typeface="Georgia"/>
                <a:ea typeface="+mn-ea"/>
                <a:cs typeface="Georgia"/>
              </a:defRPr>
            </a:lvl1pPr>
            <a:lvl2pPr marL="457200" indent="0" algn="l" defTabSz="457200" rtl="0" eaLnBrk="1" latinLnBrk="0" hangingPunct="1">
              <a:spcBef>
                <a:spcPct val="20000"/>
              </a:spcBef>
              <a:buFont typeface="Arial"/>
              <a:buNone/>
              <a:defRPr sz="900" kern="1200">
                <a:solidFill>
                  <a:schemeClr val="tx1"/>
                </a:solidFill>
                <a:latin typeface="Georgia"/>
                <a:ea typeface="+mn-ea"/>
                <a:cs typeface="Georgia"/>
              </a:defRPr>
            </a:lvl2pPr>
            <a:lvl3pPr marL="914400" indent="0" algn="l" defTabSz="457200" rtl="0" eaLnBrk="1" latinLnBrk="0" hangingPunct="1">
              <a:spcBef>
                <a:spcPct val="20000"/>
              </a:spcBef>
              <a:buFont typeface="Arial"/>
              <a:buNone/>
              <a:defRPr sz="900" kern="1200">
                <a:solidFill>
                  <a:schemeClr val="tx1"/>
                </a:solidFill>
                <a:latin typeface="Georgia"/>
                <a:ea typeface="+mn-ea"/>
                <a:cs typeface="Georgia"/>
              </a:defRPr>
            </a:lvl3pPr>
            <a:lvl4pPr marL="1371600" indent="0" algn="l" defTabSz="457200" rtl="0" eaLnBrk="1" latinLnBrk="0" hangingPunct="1">
              <a:spcBef>
                <a:spcPct val="20000"/>
              </a:spcBef>
              <a:buFont typeface="Arial"/>
              <a:buNone/>
              <a:defRPr sz="900" kern="1200">
                <a:solidFill>
                  <a:schemeClr val="tx1"/>
                </a:solidFill>
                <a:latin typeface="Georgia"/>
                <a:ea typeface="+mn-ea"/>
                <a:cs typeface="Georgia"/>
              </a:defRPr>
            </a:lvl4pPr>
            <a:lvl5pPr marL="1828800" indent="0" algn="l" defTabSz="457200" rtl="0" eaLnBrk="1" latinLnBrk="0" hangingPunct="1">
              <a:spcBef>
                <a:spcPct val="20000"/>
              </a:spcBef>
              <a:buFont typeface="Arial"/>
              <a:buNone/>
              <a:defRPr sz="900" kern="1200">
                <a:solidFill>
                  <a:schemeClr val="tx1"/>
                </a:solidFill>
                <a:latin typeface="Georgia"/>
                <a:ea typeface="+mn-ea"/>
                <a:cs typeface="Georgia"/>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l" defTabSz="609555" rtl="0" eaLnBrk="1" fontAlgn="auto" latinLnBrk="0" hangingPunct="1">
              <a:lnSpc>
                <a:spcPct val="100000"/>
              </a:lnSpc>
              <a:spcBef>
                <a:spcPts val="0"/>
              </a:spcBef>
              <a:spcAft>
                <a:spcPts val="0"/>
              </a:spcAft>
              <a:buClrTx/>
              <a:buSzTx/>
              <a:buFont typeface="Arial"/>
              <a:buNone/>
              <a:tabLst/>
              <a:defRPr/>
            </a:pPr>
            <a:r>
              <a:rPr lang="en-US" sz="933" kern="1200">
                <a:solidFill>
                  <a:schemeClr val="tx1"/>
                </a:solidFill>
                <a:latin typeface="+mn-lt"/>
                <a:ea typeface="+mn-ea"/>
                <a:cs typeface="Calibri" panose="020F0502020204030204" pitchFamily="34" charset="0"/>
              </a:rPr>
              <a:t>The sensor housing, FreeStyle, Libre, and related brand marks are marks of Abbott.</a:t>
            </a:r>
          </a:p>
          <a:p>
            <a:pPr>
              <a:spcBef>
                <a:spcPts val="0"/>
              </a:spcBef>
            </a:pPr>
            <a:r>
              <a:rPr lang="en-US" sz="933" kern="1200">
                <a:solidFill>
                  <a:schemeClr val="tx1"/>
                </a:solidFill>
                <a:latin typeface="+mn-lt"/>
                <a:ea typeface="+mn-ea"/>
                <a:cs typeface="Calibri" panose="020F0502020204030204" pitchFamily="34" charset="0"/>
              </a:rPr>
              <a:t>Proprietary and confidential — do not distribute. ADC-XXXXX v1.0</a:t>
            </a:r>
          </a:p>
        </p:txBody>
      </p:sp>
      <p:sp>
        <p:nvSpPr>
          <p:cNvPr id="2" name="Date Placeholder 1">
            <a:extLst>
              <a:ext uri="{FF2B5EF4-FFF2-40B4-BE49-F238E27FC236}">
                <a16:creationId xmlns:a16="http://schemas.microsoft.com/office/drawing/2014/main" id="{485AD4F9-F9D6-9999-9E9B-B4C2E13D17FD}"/>
              </a:ext>
            </a:extLst>
          </p:cNvPr>
          <p:cNvSpPr>
            <a:spLocks noGrp="1"/>
          </p:cNvSpPr>
          <p:nvPr>
            <p:ph type="dt" sz="half" idx="20"/>
          </p:nvPr>
        </p:nvSpPr>
        <p:spPr>
          <a:xfrm>
            <a:off x="10439401" y="6419111"/>
            <a:ext cx="800099" cy="366183"/>
          </a:xfrm>
          <a:prstGeom prst="rect">
            <a:avLst/>
          </a:prstGeom>
        </p:spPr>
        <p:txBody>
          <a:bodyPr/>
          <a:lstStyle/>
          <a:p>
            <a:endParaRPr lang="en-IN"/>
          </a:p>
        </p:txBody>
      </p:sp>
      <p:sp>
        <p:nvSpPr>
          <p:cNvPr id="10" name="Slide Number Placeholder 9">
            <a:extLst>
              <a:ext uri="{FF2B5EF4-FFF2-40B4-BE49-F238E27FC236}">
                <a16:creationId xmlns:a16="http://schemas.microsoft.com/office/drawing/2014/main" id="{0F96B536-0C24-9C47-664A-27072FE1D4B4}"/>
              </a:ext>
            </a:extLst>
          </p:cNvPr>
          <p:cNvSpPr>
            <a:spLocks noGrp="1"/>
          </p:cNvSpPr>
          <p:nvPr>
            <p:ph type="sldNum" sz="quarter" idx="22"/>
          </p:nvPr>
        </p:nvSpPr>
        <p:spPr/>
        <p:txBody>
          <a:bodyPr/>
          <a:lstStyle/>
          <a:p>
            <a:pPr>
              <a:defRPr/>
            </a:pPr>
            <a:fld id="{7B2119CD-3B2D-4CEB-B404-D2E3F8CD6D69}" type="slidenum">
              <a:rPr lang="en-IN" smtClean="0"/>
              <a:pPr>
                <a:defRPr/>
              </a:pPr>
              <a:t>‹#›</a:t>
            </a:fld>
            <a:endParaRPr lang="en-IN"/>
          </a:p>
        </p:txBody>
      </p:sp>
      <p:sp>
        <p:nvSpPr>
          <p:cNvPr id="6" name="Footer Placeholder 4">
            <a:extLst>
              <a:ext uri="{FF2B5EF4-FFF2-40B4-BE49-F238E27FC236}">
                <a16:creationId xmlns:a16="http://schemas.microsoft.com/office/drawing/2014/main" id="{9AC8E2EA-0719-090A-778E-84E5D682CF49}"/>
              </a:ext>
            </a:extLst>
          </p:cNvPr>
          <p:cNvSpPr>
            <a:spLocks noGrp="1"/>
          </p:cNvSpPr>
          <p:nvPr>
            <p:ph type="ftr" sz="quarter" idx="3"/>
          </p:nvPr>
        </p:nvSpPr>
        <p:spPr>
          <a:xfrm>
            <a:off x="8269434" y="6419111"/>
            <a:ext cx="2902527" cy="365125"/>
          </a:xfrm>
          <a:prstGeom prst="rect">
            <a:avLst/>
          </a:prstGeom>
        </p:spPr>
        <p:txBody>
          <a:bodyPr vert="horz" lIns="91440" tIns="45720" rIns="91440" bIns="45720" rtlCol="0" anchor="b" anchorCtr="0"/>
          <a:lstStyle>
            <a:lvl1pPr algn="ctr">
              <a:defRPr lang="en-US" sz="933" kern="1200" dirty="0" smtClean="0">
                <a:solidFill>
                  <a:schemeClr val="tx1"/>
                </a:solidFill>
                <a:latin typeface="+mn-lt"/>
                <a:ea typeface="+mn-ea"/>
                <a:cs typeface="+mn-cs"/>
              </a:defRPr>
            </a:lvl1pPr>
          </a:lstStyle>
          <a:p>
            <a:r>
              <a:rPr lang="en-US"/>
              <a:t>ADC Innovation Pipeline |  1-Aug-25</a:t>
            </a:r>
          </a:p>
        </p:txBody>
      </p:sp>
    </p:spTree>
    <p:extLst>
      <p:ext uri="{BB962C8B-B14F-4D97-AF65-F5344CB8AC3E}">
        <p14:creationId xmlns:p14="http://schemas.microsoft.com/office/powerpoint/2010/main" val="3349962854"/>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1_Title Light Content Light Gray">
    <p:bg>
      <p:bgPr>
        <a:solidFill>
          <a:srgbClr val="F4F4F3"/>
        </a:solidFill>
        <a:effectLst/>
      </p:bgPr>
    </p:bg>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E16D6E74-3911-4251-9210-E9AF0CB4653E}"/>
              </a:ext>
            </a:extLst>
          </p:cNvPr>
          <p:cNvSpPr>
            <a:spLocks noGrp="1"/>
          </p:cNvSpPr>
          <p:nvPr>
            <p:ph type="body" sz="quarter" idx="10" hasCustomPrompt="1"/>
          </p:nvPr>
        </p:nvSpPr>
        <p:spPr>
          <a:xfrm>
            <a:off x="670565" y="355600"/>
            <a:ext cx="6989233" cy="348813"/>
          </a:xfrm>
          <a:prstGeom prst="rect">
            <a:avLst/>
          </a:prstGeom>
        </p:spPr>
        <p:txBody>
          <a:bodyPr>
            <a:noAutofit/>
          </a:bodyPr>
          <a:lstStyle>
            <a:lvl1pPr>
              <a:defRPr sz="1200" b="0" cap="all" spc="200" baseline="0">
                <a:solidFill>
                  <a:srgbClr val="222731"/>
                </a:solidFill>
                <a:latin typeface="+mn-lt"/>
              </a:defRPr>
            </a:lvl1pPr>
            <a:lvl2pPr marL="0" indent="0">
              <a:buNone/>
              <a:defRPr/>
            </a:lvl2pPr>
          </a:lstStyle>
          <a:p>
            <a:pPr lvl="0"/>
            <a:r>
              <a:rPr lang="en-US"/>
              <a:t>Eyebrow CALIBRI LIGHT 9Pt</a:t>
            </a:r>
          </a:p>
        </p:txBody>
      </p:sp>
      <p:sp>
        <p:nvSpPr>
          <p:cNvPr id="15" name="Content Placeholder 9">
            <a:extLst>
              <a:ext uri="{FF2B5EF4-FFF2-40B4-BE49-F238E27FC236}">
                <a16:creationId xmlns:a16="http://schemas.microsoft.com/office/drawing/2014/main" id="{DCEC16E3-E9C3-470B-B2C9-CBD23EA9860F}"/>
              </a:ext>
            </a:extLst>
          </p:cNvPr>
          <p:cNvSpPr>
            <a:spLocks noGrp="1"/>
          </p:cNvSpPr>
          <p:nvPr>
            <p:ph sz="quarter" idx="14"/>
          </p:nvPr>
        </p:nvSpPr>
        <p:spPr>
          <a:xfrm>
            <a:off x="670562" y="2870200"/>
            <a:ext cx="5152604" cy="3096048"/>
          </a:xfrm>
        </p:spPr>
        <p:txBody>
          <a:bodyPr/>
          <a:lstStyle>
            <a:lvl1pPr>
              <a:defRPr sz="1867">
                <a:latin typeface="+mn-lt"/>
              </a:defRPr>
            </a:lvl1pPr>
            <a:lvl2pPr>
              <a:defRPr sz="1867">
                <a:latin typeface="+mn-lt"/>
              </a:defRPr>
            </a:lvl2pPr>
            <a:lvl3pPr>
              <a:defRPr sz="1600">
                <a:latin typeface="+mn-lt"/>
              </a:defRPr>
            </a:lvl3pPr>
            <a:lvl4pPr>
              <a:defRPr sz="1600"/>
            </a:lvl4pPr>
            <a:lvl5pPr>
              <a:defRPr sz="1600"/>
            </a:lvl5pPr>
          </a:lstStyle>
          <a:p>
            <a:pPr lvl="0"/>
            <a:r>
              <a:rPr lang="en-US"/>
              <a:t>Click to edit Master text styles</a:t>
            </a:r>
          </a:p>
          <a:p>
            <a:pPr lvl="1"/>
            <a:r>
              <a:rPr lang="en-US"/>
              <a:t>Second level</a:t>
            </a:r>
          </a:p>
          <a:p>
            <a:pPr lvl="2"/>
            <a:r>
              <a:rPr lang="en-US"/>
              <a:t>Third level</a:t>
            </a:r>
          </a:p>
        </p:txBody>
      </p:sp>
      <p:sp>
        <p:nvSpPr>
          <p:cNvPr id="7" name="Title 6">
            <a:extLst>
              <a:ext uri="{FF2B5EF4-FFF2-40B4-BE49-F238E27FC236}">
                <a16:creationId xmlns:a16="http://schemas.microsoft.com/office/drawing/2014/main" id="{1B071053-E294-48B6-82D4-81528F06E152}"/>
              </a:ext>
            </a:extLst>
          </p:cNvPr>
          <p:cNvSpPr>
            <a:spLocks noGrp="1"/>
          </p:cNvSpPr>
          <p:nvPr>
            <p:ph type="title"/>
          </p:nvPr>
        </p:nvSpPr>
        <p:spPr>
          <a:xfrm>
            <a:off x="670560" y="1584960"/>
            <a:ext cx="6441440" cy="520701"/>
          </a:xfrm>
        </p:spPr>
        <p:txBody>
          <a:bodyPr/>
          <a:lstStyle>
            <a:lvl1pPr>
              <a:defRPr>
                <a:solidFill>
                  <a:schemeClr val="tx1"/>
                </a:solidFill>
              </a:defRPr>
            </a:lvl1pPr>
          </a:lstStyle>
          <a:p>
            <a:r>
              <a:rPr lang="en-US"/>
              <a:t>Click to edit Master title style</a:t>
            </a:r>
            <a:endParaRPr lang="en-IN"/>
          </a:p>
        </p:txBody>
      </p:sp>
      <p:sp>
        <p:nvSpPr>
          <p:cNvPr id="2" name="Date Placeholder 1">
            <a:extLst>
              <a:ext uri="{FF2B5EF4-FFF2-40B4-BE49-F238E27FC236}">
                <a16:creationId xmlns:a16="http://schemas.microsoft.com/office/drawing/2014/main" id="{DFC00226-31E1-3AB5-4194-94C2D4E2FD7B}"/>
              </a:ext>
            </a:extLst>
          </p:cNvPr>
          <p:cNvSpPr>
            <a:spLocks noGrp="1"/>
          </p:cNvSpPr>
          <p:nvPr>
            <p:ph type="dt" sz="half" idx="16"/>
          </p:nvPr>
        </p:nvSpPr>
        <p:spPr>
          <a:xfrm>
            <a:off x="10439401" y="6419111"/>
            <a:ext cx="800099" cy="366183"/>
          </a:xfrm>
          <a:prstGeom prst="rect">
            <a:avLst/>
          </a:prstGeom>
        </p:spPr>
        <p:txBody>
          <a:bodyPr/>
          <a:lstStyle/>
          <a:p>
            <a:endParaRPr lang="en-IN"/>
          </a:p>
        </p:txBody>
      </p:sp>
      <p:sp>
        <p:nvSpPr>
          <p:cNvPr id="5" name="Slide Number Placeholder 4">
            <a:extLst>
              <a:ext uri="{FF2B5EF4-FFF2-40B4-BE49-F238E27FC236}">
                <a16:creationId xmlns:a16="http://schemas.microsoft.com/office/drawing/2014/main" id="{FE19A2EC-AC9D-E1AE-A7D9-2E9D5B9D1094}"/>
              </a:ext>
            </a:extLst>
          </p:cNvPr>
          <p:cNvSpPr>
            <a:spLocks noGrp="1"/>
          </p:cNvSpPr>
          <p:nvPr>
            <p:ph type="sldNum" sz="quarter" idx="18"/>
          </p:nvPr>
        </p:nvSpPr>
        <p:spPr/>
        <p:txBody>
          <a:bodyPr/>
          <a:lstStyle/>
          <a:p>
            <a:pPr>
              <a:defRPr/>
            </a:pPr>
            <a:fld id="{7B2119CD-3B2D-4CEB-B404-D2E3F8CD6D69}" type="slidenum">
              <a:rPr lang="en-IN" smtClean="0"/>
              <a:pPr>
                <a:defRPr/>
              </a:pPr>
              <a:t>‹#›</a:t>
            </a:fld>
            <a:endParaRPr lang="en-IN"/>
          </a:p>
        </p:txBody>
      </p:sp>
      <p:sp>
        <p:nvSpPr>
          <p:cNvPr id="3" name="Footer Placeholder 4">
            <a:extLst>
              <a:ext uri="{FF2B5EF4-FFF2-40B4-BE49-F238E27FC236}">
                <a16:creationId xmlns:a16="http://schemas.microsoft.com/office/drawing/2014/main" id="{E3F229E4-A567-CBCD-A965-9701B36198CF}"/>
              </a:ext>
            </a:extLst>
          </p:cNvPr>
          <p:cNvSpPr>
            <a:spLocks noGrp="1"/>
          </p:cNvSpPr>
          <p:nvPr>
            <p:ph type="ftr" sz="quarter" idx="3"/>
          </p:nvPr>
        </p:nvSpPr>
        <p:spPr>
          <a:xfrm>
            <a:off x="8269434" y="6419111"/>
            <a:ext cx="2902527" cy="365125"/>
          </a:xfrm>
          <a:prstGeom prst="rect">
            <a:avLst/>
          </a:prstGeom>
        </p:spPr>
        <p:txBody>
          <a:bodyPr vert="horz" lIns="91440" tIns="45720" rIns="91440" bIns="45720" rtlCol="0" anchor="b" anchorCtr="0"/>
          <a:lstStyle>
            <a:lvl1pPr algn="ctr">
              <a:defRPr lang="en-US" sz="933" kern="1200" dirty="0" smtClean="0">
                <a:solidFill>
                  <a:schemeClr val="tx1"/>
                </a:solidFill>
                <a:latin typeface="+mn-lt"/>
                <a:ea typeface="+mn-ea"/>
                <a:cs typeface="+mn-cs"/>
              </a:defRPr>
            </a:lvl1pPr>
          </a:lstStyle>
          <a:p>
            <a:r>
              <a:rPr lang="en-US"/>
              <a:t>ADC Innovation Pipeline |  1-Aug-25</a:t>
            </a:r>
          </a:p>
        </p:txBody>
      </p:sp>
    </p:spTree>
    <p:extLst>
      <p:ext uri="{BB962C8B-B14F-4D97-AF65-F5344CB8AC3E}">
        <p14:creationId xmlns:p14="http://schemas.microsoft.com/office/powerpoint/2010/main" val="3375068288"/>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92.xml><?xml version="1.0" encoding="utf-8"?>
<p:sldLayout xmlns:a="http://schemas.openxmlformats.org/drawingml/2006/main" xmlns:r="http://schemas.openxmlformats.org/officeDocument/2006/relationships" xmlns:p="http://schemas.openxmlformats.org/presentationml/2006/main" showMasterSp="0" preserve="1" userDrawn="1">
  <p:cSld name="2_Quote with Solid Background">
    <p:bg bwMode="auto">
      <p:bgPr>
        <a:solidFill>
          <a:schemeClr val="tx2"/>
        </a:solidFill>
        <a:effectLst/>
      </p:bgPr>
    </p:bg>
    <p:spTree>
      <p:nvGrpSpPr>
        <p:cNvPr id="1" name=""/>
        <p:cNvGrpSpPr/>
        <p:nvPr/>
      </p:nvGrpSpPr>
      <p:grpSpPr>
        <a:xfrm>
          <a:off x="0" y="0"/>
          <a:ext cx="0" cy="0"/>
          <a:chOff x="0" y="0"/>
          <a:chExt cx="0" cy="0"/>
        </a:xfrm>
      </p:grpSpPr>
      <p:sp>
        <p:nvSpPr>
          <p:cNvPr id="7" name="Text Placeholder 6"/>
          <p:cNvSpPr>
            <a:spLocks noGrp="1"/>
          </p:cNvSpPr>
          <p:nvPr>
            <p:ph type="body" sz="quarter" idx="13" hasCustomPrompt="1"/>
          </p:nvPr>
        </p:nvSpPr>
        <p:spPr bwMode="gray">
          <a:xfrm>
            <a:off x="1828800" y="2011680"/>
            <a:ext cx="9144000" cy="3566160"/>
          </a:xfrm>
          <a:prstGeom prst="rect">
            <a:avLst/>
          </a:prstGeom>
        </p:spPr>
        <p:txBody>
          <a:bodyPr/>
          <a:lstStyle>
            <a:lvl1pPr algn="l">
              <a:lnSpc>
                <a:spcPct val="100000"/>
              </a:lnSpc>
              <a:defRPr sz="3200" b="0">
                <a:solidFill>
                  <a:schemeClr val="accent3"/>
                </a:solidFill>
                <a:latin typeface="+mj-lt"/>
              </a:defRPr>
            </a:lvl1pPr>
            <a:lvl2pPr marL="1828664" indent="-304776" algn="l">
              <a:lnSpc>
                <a:spcPct val="100000"/>
              </a:lnSpc>
              <a:spcBef>
                <a:spcPts val="2400"/>
              </a:spcBef>
              <a:buFont typeface="Arial" panose="020B0604020202020204" pitchFamily="34" charset="0"/>
              <a:buChar char="–"/>
              <a:defRPr sz="2400">
                <a:solidFill>
                  <a:srgbClr val="222731"/>
                </a:solidFill>
                <a:latin typeface="+mj-lt"/>
              </a:defRPr>
            </a:lvl2pPr>
          </a:lstStyle>
          <a:p>
            <a:pPr lvl="0"/>
            <a:r>
              <a:rPr lang="en-US"/>
              <a:t>Click to edit quote text</a:t>
            </a:r>
          </a:p>
          <a:p>
            <a:pPr lvl="1"/>
            <a:r>
              <a:rPr lang="en-US"/>
              <a:t>Second level for attribution</a:t>
            </a:r>
          </a:p>
        </p:txBody>
      </p:sp>
      <p:sp>
        <p:nvSpPr>
          <p:cNvPr id="2" name="Date Placeholder 1">
            <a:extLst>
              <a:ext uri="{FF2B5EF4-FFF2-40B4-BE49-F238E27FC236}">
                <a16:creationId xmlns:a16="http://schemas.microsoft.com/office/drawing/2014/main" id="{5C6D6453-5C41-4AA1-8206-B28E31B4BDFC}"/>
              </a:ext>
            </a:extLst>
          </p:cNvPr>
          <p:cNvSpPr>
            <a:spLocks noGrp="1"/>
          </p:cNvSpPr>
          <p:nvPr>
            <p:ph type="dt" sz="half" idx="14"/>
          </p:nvPr>
        </p:nvSpPr>
        <p:spPr>
          <a:xfrm>
            <a:off x="10439401" y="6419111"/>
            <a:ext cx="800099" cy="366183"/>
          </a:xfrm>
          <a:prstGeom prst="rect">
            <a:avLst/>
          </a:prstGeom>
        </p:spPr>
        <p:txBody>
          <a:bodyPr/>
          <a:lstStyle>
            <a:lvl1pPr>
              <a:defRPr>
                <a:solidFill>
                  <a:srgbClr val="222731"/>
                </a:solidFill>
              </a:defRPr>
            </a:lvl1pPr>
          </a:lstStyle>
          <a:p>
            <a:endParaRPr lang="en-IN"/>
          </a:p>
        </p:txBody>
      </p:sp>
      <p:sp>
        <p:nvSpPr>
          <p:cNvPr id="4" name="Slide Number Placeholder 3">
            <a:extLst>
              <a:ext uri="{FF2B5EF4-FFF2-40B4-BE49-F238E27FC236}">
                <a16:creationId xmlns:a16="http://schemas.microsoft.com/office/drawing/2014/main" id="{3367B97B-43D6-430D-9C83-B8A0A565552C}"/>
              </a:ext>
            </a:extLst>
          </p:cNvPr>
          <p:cNvSpPr>
            <a:spLocks noGrp="1"/>
          </p:cNvSpPr>
          <p:nvPr>
            <p:ph type="sldNum" sz="quarter" idx="16"/>
          </p:nvPr>
        </p:nvSpPr>
        <p:spPr/>
        <p:txBody>
          <a:bodyPr/>
          <a:lstStyle>
            <a:lvl1pPr>
              <a:defRPr>
                <a:solidFill>
                  <a:srgbClr val="222731"/>
                </a:solidFill>
              </a:defRPr>
            </a:lvl1pPr>
          </a:lstStyle>
          <a:p>
            <a:pPr>
              <a:defRPr/>
            </a:pPr>
            <a:fld id="{7B2119CD-3B2D-4CEB-B404-D2E3F8CD6D69}" type="slidenum">
              <a:rPr lang="en-IN" smtClean="0"/>
              <a:pPr>
                <a:defRPr/>
              </a:pPr>
              <a:t>‹#›</a:t>
            </a:fld>
            <a:endParaRPr lang="en-IN"/>
          </a:p>
        </p:txBody>
      </p:sp>
      <p:sp>
        <p:nvSpPr>
          <p:cNvPr id="6" name="Content Placeholder 2">
            <a:extLst>
              <a:ext uri="{FF2B5EF4-FFF2-40B4-BE49-F238E27FC236}">
                <a16:creationId xmlns:a16="http://schemas.microsoft.com/office/drawing/2014/main" id="{41C7B507-444E-FD37-F405-2B2D37428313}"/>
              </a:ext>
            </a:extLst>
          </p:cNvPr>
          <p:cNvSpPr txBox="1">
            <a:spLocks/>
          </p:cNvSpPr>
          <p:nvPr userDrawn="1"/>
        </p:nvSpPr>
        <p:spPr bwMode="gray">
          <a:xfrm>
            <a:off x="670563" y="6343415"/>
            <a:ext cx="5082732" cy="374895"/>
          </a:xfrm>
          <a:prstGeom prst="rect">
            <a:avLst/>
          </a:prstGeom>
        </p:spPr>
        <p:txBody>
          <a:bodyPr vert="horz" lIns="0" tIns="0" rIns="0" bIns="0" anchor="b" anchorCtr="0"/>
          <a:lstStyle>
            <a:lvl1pPr marL="0" indent="0" algn="l" defTabSz="457200" rtl="0" eaLnBrk="1" latinLnBrk="0" hangingPunct="1">
              <a:spcBef>
                <a:spcPct val="20000"/>
              </a:spcBef>
              <a:buFont typeface="Arial"/>
              <a:buNone/>
              <a:defRPr sz="900" kern="1200">
                <a:solidFill>
                  <a:schemeClr val="tx1"/>
                </a:solidFill>
                <a:latin typeface="Georgia"/>
                <a:ea typeface="+mn-ea"/>
                <a:cs typeface="Georgia"/>
              </a:defRPr>
            </a:lvl1pPr>
            <a:lvl2pPr marL="457200" indent="0" algn="l" defTabSz="457200" rtl="0" eaLnBrk="1" latinLnBrk="0" hangingPunct="1">
              <a:spcBef>
                <a:spcPct val="20000"/>
              </a:spcBef>
              <a:buFont typeface="Arial"/>
              <a:buNone/>
              <a:defRPr sz="900" kern="1200">
                <a:solidFill>
                  <a:schemeClr val="tx1"/>
                </a:solidFill>
                <a:latin typeface="Georgia"/>
                <a:ea typeface="+mn-ea"/>
                <a:cs typeface="Georgia"/>
              </a:defRPr>
            </a:lvl2pPr>
            <a:lvl3pPr marL="914400" indent="0" algn="l" defTabSz="457200" rtl="0" eaLnBrk="1" latinLnBrk="0" hangingPunct="1">
              <a:spcBef>
                <a:spcPct val="20000"/>
              </a:spcBef>
              <a:buFont typeface="Arial"/>
              <a:buNone/>
              <a:defRPr sz="900" kern="1200">
                <a:solidFill>
                  <a:schemeClr val="tx1"/>
                </a:solidFill>
                <a:latin typeface="Georgia"/>
                <a:ea typeface="+mn-ea"/>
                <a:cs typeface="Georgia"/>
              </a:defRPr>
            </a:lvl3pPr>
            <a:lvl4pPr marL="1371600" indent="0" algn="l" defTabSz="457200" rtl="0" eaLnBrk="1" latinLnBrk="0" hangingPunct="1">
              <a:spcBef>
                <a:spcPct val="20000"/>
              </a:spcBef>
              <a:buFont typeface="Arial"/>
              <a:buNone/>
              <a:defRPr sz="900" kern="1200">
                <a:solidFill>
                  <a:schemeClr val="tx1"/>
                </a:solidFill>
                <a:latin typeface="Georgia"/>
                <a:ea typeface="+mn-ea"/>
                <a:cs typeface="Georgia"/>
              </a:defRPr>
            </a:lvl4pPr>
            <a:lvl5pPr marL="1828800" indent="0" algn="l" defTabSz="457200" rtl="0" eaLnBrk="1" latinLnBrk="0" hangingPunct="1">
              <a:spcBef>
                <a:spcPct val="20000"/>
              </a:spcBef>
              <a:buFont typeface="Arial"/>
              <a:buNone/>
              <a:defRPr sz="900" kern="1200">
                <a:solidFill>
                  <a:schemeClr val="tx1"/>
                </a:solidFill>
                <a:latin typeface="Georgia"/>
                <a:ea typeface="+mn-ea"/>
                <a:cs typeface="Georgia"/>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l" defTabSz="609555" rtl="0" eaLnBrk="1" fontAlgn="auto" latinLnBrk="0" hangingPunct="1">
              <a:lnSpc>
                <a:spcPct val="100000"/>
              </a:lnSpc>
              <a:spcBef>
                <a:spcPts val="0"/>
              </a:spcBef>
              <a:spcAft>
                <a:spcPts val="0"/>
              </a:spcAft>
              <a:buClrTx/>
              <a:buSzTx/>
              <a:buFont typeface="Arial"/>
              <a:buNone/>
              <a:tabLst/>
              <a:defRPr/>
            </a:pPr>
            <a:r>
              <a:rPr lang="en-US" sz="933" kern="1200">
                <a:solidFill>
                  <a:schemeClr val="tx1"/>
                </a:solidFill>
                <a:latin typeface="+mn-lt"/>
                <a:ea typeface="+mn-ea"/>
                <a:cs typeface="Calibri" panose="020F0502020204030204" pitchFamily="34" charset="0"/>
              </a:rPr>
              <a:t>The sensor housing, FreeStyle, Libre, and related brand marks are marks of Abbott.</a:t>
            </a:r>
          </a:p>
          <a:p>
            <a:pPr>
              <a:spcBef>
                <a:spcPts val="0"/>
              </a:spcBef>
            </a:pPr>
            <a:r>
              <a:rPr lang="en-US" sz="933" kern="1200">
                <a:solidFill>
                  <a:schemeClr val="tx1"/>
                </a:solidFill>
                <a:latin typeface="+mn-lt"/>
                <a:ea typeface="+mn-ea"/>
                <a:cs typeface="Calibri" panose="020F0502020204030204" pitchFamily="34" charset="0"/>
              </a:rPr>
              <a:t>Proprietary and confidential — do not distribute. ADC-XXXXX v1.0</a:t>
            </a:r>
          </a:p>
        </p:txBody>
      </p:sp>
      <p:sp>
        <p:nvSpPr>
          <p:cNvPr id="3" name="Footer Placeholder 4">
            <a:extLst>
              <a:ext uri="{FF2B5EF4-FFF2-40B4-BE49-F238E27FC236}">
                <a16:creationId xmlns:a16="http://schemas.microsoft.com/office/drawing/2014/main" id="{FC2F5B81-3A22-E441-CF41-FE05B761C2CD}"/>
              </a:ext>
            </a:extLst>
          </p:cNvPr>
          <p:cNvSpPr>
            <a:spLocks noGrp="1"/>
          </p:cNvSpPr>
          <p:nvPr>
            <p:ph type="ftr" sz="quarter" idx="3"/>
          </p:nvPr>
        </p:nvSpPr>
        <p:spPr>
          <a:xfrm>
            <a:off x="8269434" y="6419111"/>
            <a:ext cx="2902527" cy="365125"/>
          </a:xfrm>
          <a:prstGeom prst="rect">
            <a:avLst/>
          </a:prstGeom>
        </p:spPr>
        <p:txBody>
          <a:bodyPr vert="horz" lIns="91440" tIns="45720" rIns="91440" bIns="45720" rtlCol="0" anchor="b" anchorCtr="0"/>
          <a:lstStyle>
            <a:lvl1pPr algn="ctr">
              <a:defRPr lang="en-US" sz="933" kern="1200" dirty="0" smtClean="0">
                <a:solidFill>
                  <a:schemeClr val="tx1"/>
                </a:solidFill>
                <a:latin typeface="+mn-lt"/>
                <a:ea typeface="+mn-ea"/>
                <a:cs typeface="+mn-cs"/>
              </a:defRPr>
            </a:lvl1pPr>
          </a:lstStyle>
          <a:p>
            <a:r>
              <a:rPr lang="en-US"/>
              <a:t>ADC Innovation Pipeline |  1-Aug-25</a:t>
            </a:r>
          </a:p>
        </p:txBody>
      </p:sp>
    </p:spTree>
    <p:extLst>
      <p:ext uri="{BB962C8B-B14F-4D97-AF65-F5344CB8AC3E}">
        <p14:creationId xmlns:p14="http://schemas.microsoft.com/office/powerpoint/2010/main" val="3591058725"/>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93.xml><?xml version="1.0" encoding="utf-8"?>
<p:sldLayout xmlns:a="http://schemas.openxmlformats.org/drawingml/2006/main" xmlns:r="http://schemas.openxmlformats.org/officeDocument/2006/relationships" xmlns:p="http://schemas.openxmlformats.org/presentationml/2006/main" showMasterSp="0" preserve="1" userDrawn="1">
  <p:cSld name="2_Blank Charcoal">
    <p:bg bwMode="auto">
      <p:bgPr>
        <a:solidFill>
          <a:schemeClr val="tx1"/>
        </a:solidFill>
        <a:effectLst/>
      </p:bgPr>
    </p:bg>
    <p:spTree>
      <p:nvGrpSpPr>
        <p:cNvPr id="1" name=""/>
        <p:cNvGrpSpPr/>
        <p:nvPr/>
      </p:nvGrpSpPr>
      <p:grpSpPr>
        <a:xfrm>
          <a:off x="0" y="0"/>
          <a:ext cx="0" cy="0"/>
          <a:chOff x="0" y="0"/>
          <a:chExt cx="0" cy="0"/>
        </a:xfrm>
      </p:grpSpPr>
      <p:sp>
        <p:nvSpPr>
          <p:cNvPr id="7" name="Date Placeholder 6">
            <a:extLst>
              <a:ext uri="{FF2B5EF4-FFF2-40B4-BE49-F238E27FC236}">
                <a16:creationId xmlns:a16="http://schemas.microsoft.com/office/drawing/2014/main" id="{6829463D-7256-4F94-B053-694230DDA169}"/>
              </a:ext>
            </a:extLst>
          </p:cNvPr>
          <p:cNvSpPr>
            <a:spLocks noGrp="1"/>
          </p:cNvSpPr>
          <p:nvPr>
            <p:ph type="dt" sz="half" idx="10"/>
          </p:nvPr>
        </p:nvSpPr>
        <p:spPr>
          <a:xfrm>
            <a:off x="10439401" y="6419111"/>
            <a:ext cx="800099" cy="366183"/>
          </a:xfrm>
          <a:prstGeom prst="rect">
            <a:avLst/>
          </a:prstGeom>
        </p:spPr>
        <p:txBody>
          <a:bodyPr/>
          <a:lstStyle>
            <a:lvl1pPr>
              <a:defRPr>
                <a:solidFill>
                  <a:schemeClr val="bg2"/>
                </a:solidFill>
              </a:defRPr>
            </a:lvl1pPr>
          </a:lstStyle>
          <a:p>
            <a:endParaRPr lang="en-IN"/>
          </a:p>
        </p:txBody>
      </p:sp>
      <p:sp>
        <p:nvSpPr>
          <p:cNvPr id="10" name="Slide Number Placeholder 9">
            <a:extLst>
              <a:ext uri="{FF2B5EF4-FFF2-40B4-BE49-F238E27FC236}">
                <a16:creationId xmlns:a16="http://schemas.microsoft.com/office/drawing/2014/main" id="{00E02CAF-4CC0-4859-963B-FC187D3CD31C}"/>
              </a:ext>
            </a:extLst>
          </p:cNvPr>
          <p:cNvSpPr>
            <a:spLocks noGrp="1"/>
          </p:cNvSpPr>
          <p:nvPr>
            <p:ph type="sldNum" sz="quarter" idx="12"/>
          </p:nvPr>
        </p:nvSpPr>
        <p:spPr/>
        <p:txBody>
          <a:bodyPr/>
          <a:lstStyle>
            <a:lvl1pPr>
              <a:defRPr>
                <a:solidFill>
                  <a:schemeClr val="bg2"/>
                </a:solidFill>
              </a:defRPr>
            </a:lvl1pPr>
          </a:lstStyle>
          <a:p>
            <a:pPr>
              <a:defRPr/>
            </a:pPr>
            <a:fld id="{7B2119CD-3B2D-4CEB-B404-D2E3F8CD6D69}" type="slidenum">
              <a:rPr lang="en-IN" smtClean="0"/>
              <a:pPr>
                <a:defRPr/>
              </a:pPr>
              <a:t>‹#›</a:t>
            </a:fld>
            <a:endParaRPr lang="en-IN"/>
          </a:p>
        </p:txBody>
      </p:sp>
      <p:sp>
        <p:nvSpPr>
          <p:cNvPr id="5" name="Content Placeholder 2">
            <a:extLst>
              <a:ext uri="{FF2B5EF4-FFF2-40B4-BE49-F238E27FC236}">
                <a16:creationId xmlns:a16="http://schemas.microsoft.com/office/drawing/2014/main" id="{3D919117-8F29-0B0C-28FB-F46CFA763070}"/>
              </a:ext>
            </a:extLst>
          </p:cNvPr>
          <p:cNvSpPr txBox="1">
            <a:spLocks/>
          </p:cNvSpPr>
          <p:nvPr userDrawn="1"/>
        </p:nvSpPr>
        <p:spPr bwMode="gray">
          <a:xfrm>
            <a:off x="670563" y="6343415"/>
            <a:ext cx="5082732" cy="374895"/>
          </a:xfrm>
          <a:prstGeom prst="rect">
            <a:avLst/>
          </a:prstGeom>
        </p:spPr>
        <p:txBody>
          <a:bodyPr vert="horz" lIns="0" tIns="0" rIns="0" bIns="0" anchor="b" anchorCtr="0"/>
          <a:lstStyle>
            <a:lvl1pPr marL="0" indent="0" algn="l" defTabSz="457200" rtl="0" eaLnBrk="1" latinLnBrk="0" hangingPunct="1">
              <a:spcBef>
                <a:spcPct val="20000"/>
              </a:spcBef>
              <a:buFont typeface="Arial"/>
              <a:buNone/>
              <a:defRPr sz="900" kern="1200">
                <a:solidFill>
                  <a:schemeClr val="tx1"/>
                </a:solidFill>
                <a:latin typeface="Georgia"/>
                <a:ea typeface="+mn-ea"/>
                <a:cs typeface="Georgia"/>
              </a:defRPr>
            </a:lvl1pPr>
            <a:lvl2pPr marL="457200" indent="0" algn="l" defTabSz="457200" rtl="0" eaLnBrk="1" latinLnBrk="0" hangingPunct="1">
              <a:spcBef>
                <a:spcPct val="20000"/>
              </a:spcBef>
              <a:buFont typeface="Arial"/>
              <a:buNone/>
              <a:defRPr sz="900" kern="1200">
                <a:solidFill>
                  <a:schemeClr val="tx1"/>
                </a:solidFill>
                <a:latin typeface="Georgia"/>
                <a:ea typeface="+mn-ea"/>
                <a:cs typeface="Georgia"/>
              </a:defRPr>
            </a:lvl2pPr>
            <a:lvl3pPr marL="914400" indent="0" algn="l" defTabSz="457200" rtl="0" eaLnBrk="1" latinLnBrk="0" hangingPunct="1">
              <a:spcBef>
                <a:spcPct val="20000"/>
              </a:spcBef>
              <a:buFont typeface="Arial"/>
              <a:buNone/>
              <a:defRPr sz="900" kern="1200">
                <a:solidFill>
                  <a:schemeClr val="tx1"/>
                </a:solidFill>
                <a:latin typeface="Georgia"/>
                <a:ea typeface="+mn-ea"/>
                <a:cs typeface="Georgia"/>
              </a:defRPr>
            </a:lvl3pPr>
            <a:lvl4pPr marL="1371600" indent="0" algn="l" defTabSz="457200" rtl="0" eaLnBrk="1" latinLnBrk="0" hangingPunct="1">
              <a:spcBef>
                <a:spcPct val="20000"/>
              </a:spcBef>
              <a:buFont typeface="Arial"/>
              <a:buNone/>
              <a:defRPr sz="900" kern="1200">
                <a:solidFill>
                  <a:schemeClr val="tx1"/>
                </a:solidFill>
                <a:latin typeface="Georgia"/>
                <a:ea typeface="+mn-ea"/>
                <a:cs typeface="Georgia"/>
              </a:defRPr>
            </a:lvl4pPr>
            <a:lvl5pPr marL="1828800" indent="0" algn="l" defTabSz="457200" rtl="0" eaLnBrk="1" latinLnBrk="0" hangingPunct="1">
              <a:spcBef>
                <a:spcPct val="20000"/>
              </a:spcBef>
              <a:buFont typeface="Arial"/>
              <a:buNone/>
              <a:defRPr sz="900" kern="1200">
                <a:solidFill>
                  <a:schemeClr val="tx1"/>
                </a:solidFill>
                <a:latin typeface="Georgia"/>
                <a:ea typeface="+mn-ea"/>
                <a:cs typeface="Georgia"/>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l" defTabSz="609555" rtl="0" eaLnBrk="1" fontAlgn="auto" latinLnBrk="0" hangingPunct="1">
              <a:lnSpc>
                <a:spcPct val="100000"/>
              </a:lnSpc>
              <a:spcBef>
                <a:spcPts val="0"/>
              </a:spcBef>
              <a:spcAft>
                <a:spcPts val="0"/>
              </a:spcAft>
              <a:buClrTx/>
              <a:buSzTx/>
              <a:buFont typeface="Arial"/>
              <a:buNone/>
              <a:tabLst/>
              <a:defRPr/>
            </a:pPr>
            <a:r>
              <a:rPr lang="en-US" sz="933" kern="1200">
                <a:solidFill>
                  <a:schemeClr val="bg2"/>
                </a:solidFill>
                <a:latin typeface="+mn-lt"/>
                <a:ea typeface="+mn-ea"/>
                <a:cs typeface="Calibri" panose="020F0502020204030204" pitchFamily="34" charset="0"/>
              </a:rPr>
              <a:t>The sensor housing, FreeStyle, Libre, and related brand marks are marks of Abbott.</a:t>
            </a:r>
          </a:p>
          <a:p>
            <a:pPr>
              <a:spcBef>
                <a:spcPts val="0"/>
              </a:spcBef>
            </a:pPr>
            <a:r>
              <a:rPr lang="en-US" sz="933" kern="1200">
                <a:solidFill>
                  <a:schemeClr val="bg2"/>
                </a:solidFill>
                <a:latin typeface="+mn-lt"/>
                <a:ea typeface="+mn-ea"/>
                <a:cs typeface="Calibri" panose="020F0502020204030204" pitchFamily="34" charset="0"/>
              </a:rPr>
              <a:t>Proprietary and confidential — do not distribute. ADC-XXXXX v1.0</a:t>
            </a:r>
          </a:p>
        </p:txBody>
      </p:sp>
      <p:sp>
        <p:nvSpPr>
          <p:cNvPr id="2" name="Footer Placeholder 4">
            <a:extLst>
              <a:ext uri="{FF2B5EF4-FFF2-40B4-BE49-F238E27FC236}">
                <a16:creationId xmlns:a16="http://schemas.microsoft.com/office/drawing/2014/main" id="{B0F80786-4ADF-F114-8A6D-E9C9DE2D965E}"/>
              </a:ext>
            </a:extLst>
          </p:cNvPr>
          <p:cNvSpPr>
            <a:spLocks noGrp="1"/>
          </p:cNvSpPr>
          <p:nvPr>
            <p:ph type="ftr" sz="quarter" idx="3"/>
          </p:nvPr>
        </p:nvSpPr>
        <p:spPr>
          <a:xfrm>
            <a:off x="8269434" y="6419111"/>
            <a:ext cx="2902527" cy="365125"/>
          </a:xfrm>
          <a:prstGeom prst="rect">
            <a:avLst/>
          </a:prstGeom>
        </p:spPr>
        <p:txBody>
          <a:bodyPr vert="horz" lIns="91440" tIns="45720" rIns="91440" bIns="45720" rtlCol="0" anchor="b" anchorCtr="0"/>
          <a:lstStyle>
            <a:lvl1pPr algn="ctr">
              <a:defRPr lang="en-US" sz="933" kern="1200" dirty="0" smtClean="0">
                <a:solidFill>
                  <a:schemeClr val="bg1"/>
                </a:solidFill>
                <a:latin typeface="+mn-lt"/>
                <a:ea typeface="+mn-ea"/>
                <a:cs typeface="+mn-cs"/>
              </a:defRPr>
            </a:lvl1pPr>
          </a:lstStyle>
          <a:p>
            <a:r>
              <a:rPr lang="en-US"/>
              <a:t>ADC Innovation Pipeline |  1-Aug-25</a:t>
            </a:r>
          </a:p>
        </p:txBody>
      </p:sp>
    </p:spTree>
    <p:extLst>
      <p:ext uri="{BB962C8B-B14F-4D97-AF65-F5344CB8AC3E}">
        <p14:creationId xmlns:p14="http://schemas.microsoft.com/office/powerpoint/2010/main" val="1794777274"/>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94.xml><?xml version="1.0" encoding="utf-8"?>
<p:sldLayout xmlns:a="http://schemas.openxmlformats.org/drawingml/2006/main" xmlns:r="http://schemas.openxmlformats.org/officeDocument/2006/relationships" xmlns:p="http://schemas.openxmlformats.org/presentationml/2006/main" userDrawn="1">
  <p:cSld name="2_Title and Long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70561" y="365760"/>
            <a:ext cx="10850883" cy="914400"/>
          </a:xfrm>
        </p:spPr>
        <p:txBody>
          <a:bodyPr/>
          <a:lstStyle>
            <a:lvl1pPr>
              <a:defRPr cap="none" baseline="0"/>
            </a:lvl1pPr>
          </a:lstStyle>
          <a:p>
            <a:r>
              <a:rPr lang="en-US"/>
              <a:t>Click to edit master title style</a:t>
            </a:r>
          </a:p>
        </p:txBody>
      </p:sp>
      <p:sp>
        <p:nvSpPr>
          <p:cNvPr id="3" name="Content Placeholder 2"/>
          <p:cNvSpPr>
            <a:spLocks noGrp="1"/>
          </p:cNvSpPr>
          <p:nvPr>
            <p:ph idx="1"/>
          </p:nvPr>
        </p:nvSpPr>
        <p:spPr>
          <a:xfrm>
            <a:off x="670562" y="1463040"/>
            <a:ext cx="10850881" cy="4754880"/>
          </a:xfrm>
        </p:spPr>
        <p:txBody>
          <a:bodyPr/>
          <a:lstStyle>
            <a:lvl1pPr>
              <a:spcBef>
                <a:spcPts val="2400"/>
              </a:spcBef>
              <a:defRPr sz="2133" b="0">
                <a:solidFill>
                  <a:schemeClr val="tx1"/>
                </a:solidFill>
                <a:latin typeface="+mn-lt"/>
              </a:defRPr>
            </a:lvl1pPr>
            <a:lvl2pPr>
              <a:defRPr sz="1867"/>
            </a:lvl2pPr>
          </a:lstStyle>
          <a:p>
            <a:pPr lvl="0"/>
            <a:r>
              <a:rPr lang="en-US"/>
              <a:t>Click to edit Master text styles</a:t>
            </a:r>
          </a:p>
          <a:p>
            <a:pPr lvl="1"/>
            <a:r>
              <a:rPr lang="en-US"/>
              <a:t>Second level</a:t>
            </a:r>
          </a:p>
        </p:txBody>
      </p:sp>
      <p:sp>
        <p:nvSpPr>
          <p:cNvPr id="4" name="Date Placeholder 3">
            <a:extLst>
              <a:ext uri="{FF2B5EF4-FFF2-40B4-BE49-F238E27FC236}">
                <a16:creationId xmlns:a16="http://schemas.microsoft.com/office/drawing/2014/main" id="{03D9978E-4257-7D45-8D05-42F33E14DEFF}"/>
              </a:ext>
            </a:extLst>
          </p:cNvPr>
          <p:cNvSpPr>
            <a:spLocks noGrp="1"/>
          </p:cNvSpPr>
          <p:nvPr>
            <p:ph type="dt" sz="half" idx="2"/>
          </p:nvPr>
        </p:nvSpPr>
        <p:spPr>
          <a:xfrm>
            <a:off x="10098897" y="6356352"/>
            <a:ext cx="1584960" cy="365125"/>
          </a:xfrm>
          <a:prstGeom prst="rect">
            <a:avLst/>
          </a:prstGeom>
        </p:spPr>
        <p:txBody>
          <a:bodyPr vert="horz" lIns="0" tIns="45720" rIns="0" bIns="45720" rtlCol="0" anchor="b" anchorCtr="0"/>
          <a:lstStyle>
            <a:lvl1pPr algn="l">
              <a:defRPr sz="1333">
                <a:solidFill>
                  <a:schemeClr val="tx1"/>
                </a:solidFill>
                <a:latin typeface="Calibri" panose="020F0502020204030204" pitchFamily="34" charset="0"/>
                <a:cs typeface="Calibri" panose="020F0502020204030204" pitchFamily="34" charset="0"/>
              </a:defRPr>
            </a:lvl1pPr>
          </a:lstStyle>
          <a:p>
            <a:endParaRPr lang="en-US">
              <a:solidFill>
                <a:srgbClr val="000000"/>
              </a:solidFill>
            </a:endParaRPr>
          </a:p>
        </p:txBody>
      </p:sp>
      <p:sp>
        <p:nvSpPr>
          <p:cNvPr id="5" name="Footer Placeholder 4">
            <a:extLst>
              <a:ext uri="{FF2B5EF4-FFF2-40B4-BE49-F238E27FC236}">
                <a16:creationId xmlns:a16="http://schemas.microsoft.com/office/drawing/2014/main" id="{EEED73E6-FA98-1746-8269-D92504B6DCB8}"/>
              </a:ext>
            </a:extLst>
          </p:cNvPr>
          <p:cNvSpPr>
            <a:spLocks noGrp="1"/>
          </p:cNvSpPr>
          <p:nvPr>
            <p:ph type="ftr" sz="quarter" idx="3"/>
          </p:nvPr>
        </p:nvSpPr>
        <p:spPr>
          <a:xfrm>
            <a:off x="4019295" y="6356352"/>
            <a:ext cx="5974080" cy="365125"/>
          </a:xfrm>
          <a:prstGeom prst="rect">
            <a:avLst/>
          </a:prstGeom>
        </p:spPr>
        <p:txBody>
          <a:bodyPr vert="horz" lIns="0" tIns="45720" rIns="0" bIns="45720" rtlCol="0" anchor="b" anchorCtr="0"/>
          <a:lstStyle>
            <a:lvl1pPr algn="r">
              <a:defRPr sz="1333">
                <a:solidFill>
                  <a:schemeClr val="tx1"/>
                </a:solidFill>
                <a:latin typeface="Calibri" panose="020F0502020204030204" pitchFamily="34" charset="0"/>
                <a:cs typeface="Calibri" panose="020F0502020204030204" pitchFamily="34" charset="0"/>
              </a:defRPr>
            </a:lvl1pPr>
          </a:lstStyle>
          <a:p>
            <a:r>
              <a:rPr lang="en-US">
                <a:solidFill>
                  <a:srgbClr val="000000"/>
                </a:solidFill>
              </a:rPr>
              <a:t>ADC Innovation Pipeline |  1-Aug-25</a:t>
            </a:r>
          </a:p>
        </p:txBody>
      </p:sp>
      <p:sp>
        <p:nvSpPr>
          <p:cNvPr id="6" name="Slide Number Placeholder 5">
            <a:extLst>
              <a:ext uri="{FF2B5EF4-FFF2-40B4-BE49-F238E27FC236}">
                <a16:creationId xmlns:a16="http://schemas.microsoft.com/office/drawing/2014/main" id="{DC96F846-AE8C-A847-8E1B-9D1F016B5202}"/>
              </a:ext>
            </a:extLst>
          </p:cNvPr>
          <p:cNvSpPr>
            <a:spLocks noGrp="1"/>
          </p:cNvSpPr>
          <p:nvPr>
            <p:ph type="sldNum" sz="quarter" idx="4"/>
          </p:nvPr>
        </p:nvSpPr>
        <p:spPr>
          <a:xfrm>
            <a:off x="11475053" y="6438012"/>
            <a:ext cx="390144" cy="283464"/>
          </a:xfrm>
          <a:prstGeom prst="rect">
            <a:avLst/>
          </a:prstGeom>
        </p:spPr>
        <p:txBody>
          <a:bodyPr vert="horz" lIns="0" tIns="45720" rIns="0" bIns="45720" rtlCol="0" anchor="b" anchorCtr="0"/>
          <a:lstStyle>
            <a:lvl1pPr algn="ctr">
              <a:defRPr sz="1333" b="1">
                <a:solidFill>
                  <a:schemeClr val="tx1"/>
                </a:solidFill>
                <a:latin typeface="Calibri" panose="020F0502020204030204" pitchFamily="34" charset="0"/>
                <a:cs typeface="Calibri" panose="020F0502020204030204" pitchFamily="34" charset="0"/>
              </a:defRPr>
            </a:lvl1pPr>
          </a:lstStyle>
          <a:p>
            <a:fld id="{A2885E78-1F86-4A3D-9EE1-B0103B1CEF15}" type="slidenum">
              <a:rPr lang="en-US" smtClean="0">
                <a:solidFill>
                  <a:srgbClr val="000000"/>
                </a:solidFill>
              </a:rPr>
              <a:pPr/>
              <a:t>‹#›</a:t>
            </a:fld>
            <a:endParaRPr lang="en-US">
              <a:solidFill>
                <a:srgbClr val="000000"/>
              </a:solidFill>
            </a:endParaRPr>
          </a:p>
        </p:txBody>
      </p:sp>
    </p:spTree>
    <p:extLst>
      <p:ext uri="{BB962C8B-B14F-4D97-AF65-F5344CB8AC3E}">
        <p14:creationId xmlns:p14="http://schemas.microsoft.com/office/powerpoint/2010/main" val="972259075"/>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95.xml><?xml version="1.0" encoding="utf-8"?>
<p:sldLayout xmlns:a="http://schemas.openxmlformats.org/drawingml/2006/main" xmlns:r="http://schemas.openxmlformats.org/officeDocument/2006/relationships" xmlns:p="http://schemas.openxmlformats.org/presentationml/2006/main" userDrawn="1">
  <p:cSld name="Title and Content Subtitle">
    <p:spTree>
      <p:nvGrpSpPr>
        <p:cNvPr id="1" name=""/>
        <p:cNvGrpSpPr/>
        <p:nvPr/>
      </p:nvGrpSpPr>
      <p:grpSpPr>
        <a:xfrm>
          <a:off x="0" y="0"/>
          <a:ext cx="0" cy="0"/>
          <a:chOff x="0" y="0"/>
          <a:chExt cx="0" cy="0"/>
        </a:xfrm>
      </p:grpSpPr>
      <p:sp>
        <p:nvSpPr>
          <p:cNvPr id="2" name="Freeform: Shape 1">
            <a:extLst>
              <a:ext uri="{FF2B5EF4-FFF2-40B4-BE49-F238E27FC236}">
                <a16:creationId xmlns:a16="http://schemas.microsoft.com/office/drawing/2014/main" id="{4EAB28DF-6682-7C2B-E1BB-0C6BD2F775F3}"/>
              </a:ext>
            </a:extLst>
          </p:cNvPr>
          <p:cNvSpPr/>
          <p:nvPr userDrawn="1"/>
        </p:nvSpPr>
        <p:spPr>
          <a:xfrm>
            <a:off x="-3609" y="6244635"/>
            <a:ext cx="5419092" cy="613367"/>
          </a:xfrm>
          <a:custGeom>
            <a:avLst/>
            <a:gdLst>
              <a:gd name="connsiteX0" fmla="*/ 0 w 5419092"/>
              <a:gd name="connsiteY0" fmla="*/ 0 h 613367"/>
              <a:gd name="connsiteX1" fmla="*/ 4805725 w 5419092"/>
              <a:gd name="connsiteY1" fmla="*/ 0 h 613367"/>
              <a:gd name="connsiteX2" fmla="*/ 5419092 w 5419092"/>
              <a:gd name="connsiteY2" fmla="*/ 613367 h 613367"/>
              <a:gd name="connsiteX3" fmla="*/ 0 w 5419092"/>
              <a:gd name="connsiteY3" fmla="*/ 613367 h 613367"/>
            </a:gdLst>
            <a:ahLst/>
            <a:cxnLst>
              <a:cxn ang="0">
                <a:pos x="connsiteX0" y="connsiteY0"/>
              </a:cxn>
              <a:cxn ang="0">
                <a:pos x="connsiteX1" y="connsiteY1"/>
              </a:cxn>
              <a:cxn ang="0">
                <a:pos x="connsiteX2" y="connsiteY2"/>
              </a:cxn>
              <a:cxn ang="0">
                <a:pos x="connsiteX3" y="connsiteY3"/>
              </a:cxn>
            </a:cxnLst>
            <a:rect l="l" t="t" r="r" b="b"/>
            <a:pathLst>
              <a:path w="5419092" h="613367">
                <a:moveTo>
                  <a:pt x="0" y="0"/>
                </a:moveTo>
                <a:lnTo>
                  <a:pt x="4805725" y="0"/>
                </a:lnTo>
                <a:cubicBezTo>
                  <a:pt x="5144432" y="0"/>
                  <a:pt x="5419092" y="274662"/>
                  <a:pt x="5419092" y="613367"/>
                </a:cubicBezTo>
                <a:lnTo>
                  <a:pt x="0" y="613367"/>
                </a:lnTo>
                <a:close/>
              </a:path>
            </a:pathLst>
          </a:custGeom>
          <a:solidFill>
            <a:schemeClr val="accent1"/>
          </a:solidFill>
          <a:ln w="9525" cap="flat">
            <a:noFill/>
            <a:prstDash val="solid"/>
            <a:miter/>
          </a:ln>
        </p:spPr>
        <p:txBody>
          <a:bodyPr rtlCol="0" anchor="ctr"/>
          <a:lstStyle/>
          <a:p>
            <a:endParaRPr lang="en-US" sz="1800"/>
          </a:p>
        </p:txBody>
      </p:sp>
      <p:sp>
        <p:nvSpPr>
          <p:cNvPr id="9" name="Subtitle 2">
            <a:extLst>
              <a:ext uri="{FF2B5EF4-FFF2-40B4-BE49-F238E27FC236}">
                <a16:creationId xmlns:a16="http://schemas.microsoft.com/office/drawing/2014/main" id="{05F86292-640E-ABD1-EE45-AFFF02B108A3}"/>
              </a:ext>
            </a:extLst>
          </p:cNvPr>
          <p:cNvSpPr>
            <a:spLocks noGrp="1"/>
          </p:cNvSpPr>
          <p:nvPr>
            <p:ph type="subTitle" idx="13" hasCustomPrompt="1"/>
          </p:nvPr>
        </p:nvSpPr>
        <p:spPr>
          <a:xfrm>
            <a:off x="457200" y="1463041"/>
            <a:ext cx="11252579" cy="294931"/>
          </a:xfrm>
        </p:spPr>
        <p:txBody>
          <a:bodyPr vert="horz" lIns="0" tIns="0" rIns="0" bIns="0" rtlCol="0">
            <a:noAutofit/>
          </a:bodyPr>
          <a:lstStyle>
            <a:lvl1pPr marL="0" indent="0">
              <a:buNone/>
              <a:defRPr lang="en-US" cap="all" baseline="0" dirty="0">
                <a:solidFill>
                  <a:schemeClr val="accent1">
                    <a:lumMod val="50000"/>
                  </a:schemeClr>
                </a:solidFill>
              </a:defRPr>
            </a:lvl1pPr>
          </a:lstStyle>
          <a:p>
            <a:pPr marL="228589" lvl="0" indent="-228589">
              <a:lnSpc>
                <a:spcPct val="85000"/>
              </a:lnSpc>
              <a:spcBef>
                <a:spcPts val="0"/>
              </a:spcBef>
            </a:pPr>
            <a:r>
              <a:rPr lang="en-US"/>
              <a:t>CLICK TO EDIT MASTER SUBTITLE</a:t>
            </a:r>
          </a:p>
        </p:txBody>
      </p:sp>
      <p:sp>
        <p:nvSpPr>
          <p:cNvPr id="5" name="Content Placeholder 4">
            <a:extLst>
              <a:ext uri="{FF2B5EF4-FFF2-40B4-BE49-F238E27FC236}">
                <a16:creationId xmlns:a16="http://schemas.microsoft.com/office/drawing/2014/main" id="{C89DD472-1C3D-71F4-D826-66A8AED9E98B}"/>
              </a:ext>
            </a:extLst>
          </p:cNvPr>
          <p:cNvSpPr>
            <a:spLocks noGrp="1"/>
          </p:cNvSpPr>
          <p:nvPr>
            <p:ph sz="quarter" idx="17"/>
          </p:nvPr>
        </p:nvSpPr>
        <p:spPr>
          <a:xfrm>
            <a:off x="457203" y="2011680"/>
            <a:ext cx="11273991" cy="4133979"/>
          </a:xfrm>
        </p:spPr>
        <p:txBody>
          <a:bodyPr bIns="18288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A83ABB11-50AC-85EF-73E7-77A9E8F32F25}"/>
              </a:ext>
            </a:extLst>
          </p:cNvPr>
          <p:cNvSpPr>
            <a:spLocks noGrp="1"/>
          </p:cNvSpPr>
          <p:nvPr>
            <p:ph type="dt" sz="half" idx="18"/>
          </p:nvPr>
        </p:nvSpPr>
        <p:spPr>
          <a:xfrm>
            <a:off x="10439401" y="6419111"/>
            <a:ext cx="800099" cy="366183"/>
          </a:xfrm>
          <a:prstGeom prst="rect">
            <a:avLst/>
          </a:prstGeom>
        </p:spPr>
        <p:txBody>
          <a:bodyPr/>
          <a:lstStyle/>
          <a:p>
            <a:endParaRPr lang="en-US"/>
          </a:p>
        </p:txBody>
      </p:sp>
      <p:sp>
        <p:nvSpPr>
          <p:cNvPr id="4" name="Footer Placeholder 3">
            <a:extLst>
              <a:ext uri="{FF2B5EF4-FFF2-40B4-BE49-F238E27FC236}">
                <a16:creationId xmlns:a16="http://schemas.microsoft.com/office/drawing/2014/main" id="{AEC535E8-7252-6272-23AB-0925CC80BA4E}"/>
              </a:ext>
            </a:extLst>
          </p:cNvPr>
          <p:cNvSpPr>
            <a:spLocks noGrp="1"/>
          </p:cNvSpPr>
          <p:nvPr>
            <p:ph type="ftr" sz="quarter" idx="19"/>
          </p:nvPr>
        </p:nvSpPr>
        <p:spPr/>
        <p:txBody>
          <a:bodyPr/>
          <a:lstStyle/>
          <a:p>
            <a:r>
              <a:rPr lang="en-US"/>
              <a:t>ADC Innovation Pipeline |  1-Aug-25</a:t>
            </a:r>
          </a:p>
        </p:txBody>
      </p:sp>
      <p:sp>
        <p:nvSpPr>
          <p:cNvPr id="6" name="Slide Number Placeholder 5">
            <a:extLst>
              <a:ext uri="{FF2B5EF4-FFF2-40B4-BE49-F238E27FC236}">
                <a16:creationId xmlns:a16="http://schemas.microsoft.com/office/drawing/2014/main" id="{7B2C71DF-D66A-5D3B-A2BB-E8D915B68381}"/>
              </a:ext>
            </a:extLst>
          </p:cNvPr>
          <p:cNvSpPr>
            <a:spLocks noGrp="1"/>
          </p:cNvSpPr>
          <p:nvPr>
            <p:ph type="sldNum" sz="quarter" idx="20"/>
          </p:nvPr>
        </p:nvSpPr>
        <p:spPr/>
        <p:txBody>
          <a:bodyPr/>
          <a:lstStyle>
            <a:lvl1pPr>
              <a:defRPr>
                <a:solidFill>
                  <a:schemeClr val="bg1"/>
                </a:solidFill>
              </a:defRPr>
            </a:lvl1pPr>
          </a:lstStyle>
          <a:p>
            <a:fld id="{4F90343F-D056-4E24-BE3D-A305BDC1A23E}" type="slidenum">
              <a:rPr lang="en-US" smtClean="0"/>
              <a:pPr/>
              <a:t>‹#›</a:t>
            </a:fld>
            <a:endParaRPr lang="en-US"/>
          </a:p>
        </p:txBody>
      </p:sp>
      <p:sp>
        <p:nvSpPr>
          <p:cNvPr id="11" name="Title 10">
            <a:extLst>
              <a:ext uri="{FF2B5EF4-FFF2-40B4-BE49-F238E27FC236}">
                <a16:creationId xmlns:a16="http://schemas.microsoft.com/office/drawing/2014/main" id="{C01F5482-8B57-B211-2C19-DD2E5305A99E}"/>
              </a:ext>
            </a:extLst>
          </p:cNvPr>
          <p:cNvSpPr>
            <a:spLocks noGrp="1"/>
          </p:cNvSpPr>
          <p:nvPr>
            <p:ph type="title" hasCustomPrompt="1"/>
          </p:nvPr>
        </p:nvSpPr>
        <p:spPr/>
        <p:txBody>
          <a:bodyPr/>
          <a:lstStyle/>
          <a:p>
            <a:r>
              <a:rPr lang="en-US"/>
              <a:t>Title Goes Here</a:t>
            </a:r>
            <a:br>
              <a:rPr lang="en-US"/>
            </a:br>
            <a:r>
              <a:rPr lang="en-US"/>
              <a:t>Titles Are IBM Sans Plex Bold 36pt Font</a:t>
            </a:r>
          </a:p>
        </p:txBody>
      </p:sp>
    </p:spTree>
    <p:extLst>
      <p:ext uri="{BB962C8B-B14F-4D97-AF65-F5344CB8AC3E}">
        <p14:creationId xmlns:p14="http://schemas.microsoft.com/office/powerpoint/2010/main" val="1232040382"/>
      </p:ext>
    </p:extLst>
  </p:cSld>
  <p:clrMapOvr>
    <a:masterClrMapping/>
  </p:clrMapOvr>
  <p:transition>
    <p:fade/>
  </p:transition>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8_Title and Content">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E16D6E74-3911-4251-9210-E9AF0CB4653E}"/>
              </a:ext>
            </a:extLst>
          </p:cNvPr>
          <p:cNvSpPr>
            <a:spLocks noGrp="1"/>
          </p:cNvSpPr>
          <p:nvPr>
            <p:ph type="body" sz="quarter" idx="10" hasCustomPrompt="1"/>
          </p:nvPr>
        </p:nvSpPr>
        <p:spPr>
          <a:xfrm>
            <a:off x="670564" y="355600"/>
            <a:ext cx="6989233" cy="348813"/>
          </a:xfrm>
          <a:prstGeom prst="rect">
            <a:avLst/>
          </a:prstGeom>
        </p:spPr>
        <p:txBody>
          <a:bodyPr>
            <a:noAutofit/>
          </a:bodyPr>
          <a:lstStyle>
            <a:lvl1pPr>
              <a:defRPr sz="1200" b="0" cap="all" spc="200" baseline="0">
                <a:solidFill>
                  <a:srgbClr val="222731"/>
                </a:solidFill>
                <a:latin typeface="+mn-lt"/>
              </a:defRPr>
            </a:lvl1pPr>
            <a:lvl2pPr marL="0" indent="0">
              <a:buNone/>
              <a:defRPr/>
            </a:lvl2pPr>
          </a:lstStyle>
          <a:p>
            <a:pPr lvl="0"/>
            <a:r>
              <a:rPr lang="en-US"/>
              <a:t>Eyebrow CALIBRI LIGHT 9Pt</a:t>
            </a:r>
          </a:p>
        </p:txBody>
      </p:sp>
      <p:sp>
        <p:nvSpPr>
          <p:cNvPr id="15" name="Content Placeholder 9">
            <a:extLst>
              <a:ext uri="{FF2B5EF4-FFF2-40B4-BE49-F238E27FC236}">
                <a16:creationId xmlns:a16="http://schemas.microsoft.com/office/drawing/2014/main" id="{DCEC16E3-E9C3-470B-B2C9-CBD23EA9860F}"/>
              </a:ext>
            </a:extLst>
          </p:cNvPr>
          <p:cNvSpPr>
            <a:spLocks noGrp="1"/>
          </p:cNvSpPr>
          <p:nvPr>
            <p:ph sz="quarter" idx="14"/>
          </p:nvPr>
        </p:nvSpPr>
        <p:spPr>
          <a:xfrm>
            <a:off x="670560" y="2289453"/>
            <a:ext cx="10861040" cy="3927515"/>
          </a:xfrm>
        </p:spPr>
        <p:txBody>
          <a:bodyPr/>
          <a:lstStyle>
            <a:lvl2pPr>
              <a:defRPr sz="2133"/>
            </a:lvl2pPr>
            <a:lvl3pPr>
              <a:defRPr sz="1867"/>
            </a:lvl3pPr>
            <a:lvl4pPr>
              <a:defRPr sz="1600"/>
            </a:lvl4pPr>
            <a:lvl5pPr>
              <a:defRPr sz="1600"/>
            </a:lvl5pPr>
          </a:lstStyle>
          <a:p>
            <a:pPr lvl="0"/>
            <a:r>
              <a:rPr lang="en-US"/>
              <a:t>Click to edit Master text styles</a:t>
            </a:r>
          </a:p>
          <a:p>
            <a:pPr lvl="1"/>
            <a:r>
              <a:rPr lang="en-US"/>
              <a:t>Second level</a:t>
            </a:r>
          </a:p>
          <a:p>
            <a:pPr lvl="2"/>
            <a:r>
              <a:rPr lang="en-US"/>
              <a:t>Third level</a:t>
            </a:r>
          </a:p>
        </p:txBody>
      </p:sp>
      <p:sp>
        <p:nvSpPr>
          <p:cNvPr id="16" name="Text Placeholder 4">
            <a:extLst>
              <a:ext uri="{FF2B5EF4-FFF2-40B4-BE49-F238E27FC236}">
                <a16:creationId xmlns:a16="http://schemas.microsoft.com/office/drawing/2014/main" id="{5D5EEAD8-45FF-4137-A993-0E3B0A63B7A6}"/>
              </a:ext>
            </a:extLst>
          </p:cNvPr>
          <p:cNvSpPr>
            <a:spLocks noGrp="1"/>
          </p:cNvSpPr>
          <p:nvPr>
            <p:ph type="body" sz="quarter" idx="15" hasCustomPrompt="1"/>
          </p:nvPr>
        </p:nvSpPr>
        <p:spPr>
          <a:xfrm>
            <a:off x="670984" y="1778002"/>
            <a:ext cx="10860616" cy="520700"/>
          </a:xfrm>
          <a:prstGeom prst="rect">
            <a:avLst/>
          </a:prstGeom>
        </p:spPr>
        <p:txBody>
          <a:bodyPr>
            <a:noAutofit/>
          </a:bodyPr>
          <a:lstStyle>
            <a:lvl1pPr>
              <a:defRPr sz="2133" b="1" cap="none" baseline="0">
                <a:solidFill>
                  <a:schemeClr val="accent3"/>
                </a:solidFill>
                <a:latin typeface="+mj-lt"/>
              </a:defRPr>
            </a:lvl1pPr>
          </a:lstStyle>
          <a:p>
            <a:pPr lvl="0"/>
            <a:r>
              <a:rPr lang="en-US"/>
              <a:t>Subtitle Calibri 16pt Bold, Blue</a:t>
            </a:r>
          </a:p>
        </p:txBody>
      </p:sp>
      <p:sp>
        <p:nvSpPr>
          <p:cNvPr id="7" name="Title 6">
            <a:extLst>
              <a:ext uri="{FF2B5EF4-FFF2-40B4-BE49-F238E27FC236}">
                <a16:creationId xmlns:a16="http://schemas.microsoft.com/office/drawing/2014/main" id="{1B071053-E294-48B6-82D4-81528F06E152}"/>
              </a:ext>
            </a:extLst>
          </p:cNvPr>
          <p:cNvSpPr>
            <a:spLocks noGrp="1"/>
          </p:cNvSpPr>
          <p:nvPr>
            <p:ph type="title"/>
          </p:nvPr>
        </p:nvSpPr>
        <p:spPr/>
        <p:txBody>
          <a:bodyPr/>
          <a:lstStyle>
            <a:lvl1pPr>
              <a:defRPr>
                <a:solidFill>
                  <a:schemeClr val="tx1"/>
                </a:solidFill>
              </a:defRPr>
            </a:lvl1pPr>
          </a:lstStyle>
          <a:p>
            <a:r>
              <a:rPr lang="en-US"/>
              <a:t>Click to edit Master title style</a:t>
            </a:r>
            <a:endParaRPr lang="en-IN"/>
          </a:p>
        </p:txBody>
      </p:sp>
      <p:sp>
        <p:nvSpPr>
          <p:cNvPr id="2" name="Date Placeholder 1">
            <a:extLst>
              <a:ext uri="{FF2B5EF4-FFF2-40B4-BE49-F238E27FC236}">
                <a16:creationId xmlns:a16="http://schemas.microsoft.com/office/drawing/2014/main" id="{DFC00226-31E1-3AB5-4194-94C2D4E2FD7B}"/>
              </a:ext>
            </a:extLst>
          </p:cNvPr>
          <p:cNvSpPr>
            <a:spLocks noGrp="1"/>
          </p:cNvSpPr>
          <p:nvPr>
            <p:ph type="dt" sz="half" idx="16"/>
          </p:nvPr>
        </p:nvSpPr>
        <p:spPr>
          <a:xfrm>
            <a:off x="10439401" y="6419111"/>
            <a:ext cx="800099" cy="366183"/>
          </a:xfrm>
          <a:prstGeom prst="rect">
            <a:avLst/>
          </a:prstGeom>
        </p:spPr>
        <p:txBody>
          <a:bodyPr/>
          <a:lstStyle/>
          <a:p>
            <a:endParaRPr lang="en-IN"/>
          </a:p>
        </p:txBody>
      </p:sp>
      <p:sp>
        <p:nvSpPr>
          <p:cNvPr id="5" name="Slide Number Placeholder 4">
            <a:extLst>
              <a:ext uri="{FF2B5EF4-FFF2-40B4-BE49-F238E27FC236}">
                <a16:creationId xmlns:a16="http://schemas.microsoft.com/office/drawing/2014/main" id="{FE19A2EC-AC9D-E1AE-A7D9-2E9D5B9D1094}"/>
              </a:ext>
            </a:extLst>
          </p:cNvPr>
          <p:cNvSpPr>
            <a:spLocks noGrp="1"/>
          </p:cNvSpPr>
          <p:nvPr>
            <p:ph type="sldNum" sz="quarter" idx="18"/>
          </p:nvPr>
        </p:nvSpPr>
        <p:spPr/>
        <p:txBody>
          <a:bodyPr/>
          <a:lstStyle/>
          <a:p>
            <a:pPr>
              <a:defRPr/>
            </a:pPr>
            <a:fld id="{7B2119CD-3B2D-4CEB-B404-D2E3F8CD6D69}" type="slidenum">
              <a:rPr lang="en-IN" smtClean="0"/>
              <a:pPr>
                <a:defRPr/>
              </a:pPr>
              <a:t>‹#›</a:t>
            </a:fld>
            <a:endParaRPr lang="en-IN"/>
          </a:p>
        </p:txBody>
      </p:sp>
    </p:spTree>
    <p:extLst>
      <p:ext uri="{BB962C8B-B14F-4D97-AF65-F5344CB8AC3E}">
        <p14:creationId xmlns:p14="http://schemas.microsoft.com/office/powerpoint/2010/main" val="1051087014"/>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3_Title and Long Content">
    <p:spTree>
      <p:nvGrpSpPr>
        <p:cNvPr id="1" name=""/>
        <p:cNvGrpSpPr/>
        <p:nvPr/>
      </p:nvGrpSpPr>
      <p:grpSpPr>
        <a:xfrm>
          <a:off x="0" y="0"/>
          <a:ext cx="0" cy="0"/>
          <a:chOff x="0" y="0"/>
          <a:chExt cx="0" cy="0"/>
        </a:xfrm>
      </p:grpSpPr>
      <p:sp>
        <p:nvSpPr>
          <p:cNvPr id="11" name="Text Placeholder 9">
            <a:extLst>
              <a:ext uri="{FF2B5EF4-FFF2-40B4-BE49-F238E27FC236}">
                <a16:creationId xmlns:a16="http://schemas.microsoft.com/office/drawing/2014/main" id="{778F9584-625D-462B-8192-C99B9E91AB3E}"/>
              </a:ext>
            </a:extLst>
          </p:cNvPr>
          <p:cNvSpPr>
            <a:spLocks noGrp="1"/>
          </p:cNvSpPr>
          <p:nvPr>
            <p:ph type="body" sz="quarter" idx="10" hasCustomPrompt="1"/>
          </p:nvPr>
        </p:nvSpPr>
        <p:spPr>
          <a:xfrm>
            <a:off x="670564" y="355600"/>
            <a:ext cx="6989233" cy="348813"/>
          </a:xfrm>
          <a:prstGeom prst="rect">
            <a:avLst/>
          </a:prstGeom>
        </p:spPr>
        <p:txBody>
          <a:bodyPr>
            <a:noAutofit/>
          </a:bodyPr>
          <a:lstStyle>
            <a:lvl1pPr>
              <a:defRPr sz="1200" b="0" cap="all" spc="200" baseline="0">
                <a:solidFill>
                  <a:srgbClr val="222731"/>
                </a:solidFill>
                <a:latin typeface="+mn-lt"/>
              </a:defRPr>
            </a:lvl1pPr>
            <a:lvl2pPr marL="0" indent="0">
              <a:buNone/>
              <a:defRPr/>
            </a:lvl2pPr>
          </a:lstStyle>
          <a:p>
            <a:pPr lvl="0"/>
            <a:r>
              <a:rPr lang="en-US"/>
              <a:t>Eyebrow CALIBRI LIGHT 9pt</a:t>
            </a:r>
          </a:p>
        </p:txBody>
      </p:sp>
      <p:sp>
        <p:nvSpPr>
          <p:cNvPr id="13" name="Content Placeholder 5">
            <a:extLst>
              <a:ext uri="{FF2B5EF4-FFF2-40B4-BE49-F238E27FC236}">
                <a16:creationId xmlns:a16="http://schemas.microsoft.com/office/drawing/2014/main" id="{0F6E8C1B-F140-45B9-ADF1-1C3C65701146}"/>
              </a:ext>
            </a:extLst>
          </p:cNvPr>
          <p:cNvSpPr>
            <a:spLocks noGrp="1"/>
          </p:cNvSpPr>
          <p:nvPr>
            <p:ph sz="quarter" idx="14"/>
          </p:nvPr>
        </p:nvSpPr>
        <p:spPr>
          <a:xfrm>
            <a:off x="670559" y="1778000"/>
            <a:ext cx="10861041" cy="4439917"/>
          </a:xfrm>
        </p:spPr>
        <p:txBody>
          <a:bodyPr/>
          <a:lstStyle>
            <a:lvl1pPr>
              <a:spcBef>
                <a:spcPts val="1600"/>
              </a:spcBef>
              <a:defRPr/>
            </a:lvl1pPr>
            <a:lvl2pPr>
              <a:spcBef>
                <a:spcPts val="1600"/>
              </a:spcBef>
              <a:defRPr/>
            </a:lvl2pPr>
          </a:lstStyle>
          <a:p>
            <a:pPr lvl="0"/>
            <a:r>
              <a:rPr lang="en-US"/>
              <a:t>Click to edit Master text styles</a:t>
            </a:r>
          </a:p>
          <a:p>
            <a:pPr lvl="1"/>
            <a:r>
              <a:rPr lang="en-US"/>
              <a:t>Second level</a:t>
            </a:r>
          </a:p>
        </p:txBody>
      </p:sp>
      <p:sp>
        <p:nvSpPr>
          <p:cNvPr id="3" name="Title 2">
            <a:extLst>
              <a:ext uri="{FF2B5EF4-FFF2-40B4-BE49-F238E27FC236}">
                <a16:creationId xmlns:a16="http://schemas.microsoft.com/office/drawing/2014/main" id="{C92466CF-9DE4-42FD-B4BE-46614812750F}"/>
              </a:ext>
            </a:extLst>
          </p:cNvPr>
          <p:cNvSpPr>
            <a:spLocks noGrp="1"/>
          </p:cNvSpPr>
          <p:nvPr>
            <p:ph type="title"/>
          </p:nvPr>
        </p:nvSpPr>
        <p:spPr/>
        <p:txBody>
          <a:bodyPr/>
          <a:lstStyle>
            <a:lvl1pPr>
              <a:defRPr>
                <a:solidFill>
                  <a:schemeClr val="tx1"/>
                </a:solidFill>
              </a:defRPr>
            </a:lvl1pPr>
          </a:lstStyle>
          <a:p>
            <a:r>
              <a:rPr lang="en-US"/>
              <a:t>Click to edit Master title style</a:t>
            </a:r>
            <a:endParaRPr lang="en-IN"/>
          </a:p>
        </p:txBody>
      </p:sp>
      <p:sp>
        <p:nvSpPr>
          <p:cNvPr id="2" name="Date Placeholder 1">
            <a:extLst>
              <a:ext uri="{FF2B5EF4-FFF2-40B4-BE49-F238E27FC236}">
                <a16:creationId xmlns:a16="http://schemas.microsoft.com/office/drawing/2014/main" id="{863B4B7B-6BBA-20B8-31BA-BEADFC8DEF58}"/>
              </a:ext>
            </a:extLst>
          </p:cNvPr>
          <p:cNvSpPr>
            <a:spLocks noGrp="1"/>
          </p:cNvSpPr>
          <p:nvPr>
            <p:ph type="dt" sz="half" idx="15"/>
          </p:nvPr>
        </p:nvSpPr>
        <p:spPr>
          <a:xfrm>
            <a:off x="10439401" y="6419111"/>
            <a:ext cx="800099" cy="366183"/>
          </a:xfrm>
          <a:prstGeom prst="rect">
            <a:avLst/>
          </a:prstGeom>
        </p:spPr>
        <p:txBody>
          <a:bodyPr/>
          <a:lstStyle/>
          <a:p>
            <a:endParaRPr lang="en-IN"/>
          </a:p>
        </p:txBody>
      </p:sp>
      <p:sp>
        <p:nvSpPr>
          <p:cNvPr id="8" name="Slide Number Placeholder 7">
            <a:extLst>
              <a:ext uri="{FF2B5EF4-FFF2-40B4-BE49-F238E27FC236}">
                <a16:creationId xmlns:a16="http://schemas.microsoft.com/office/drawing/2014/main" id="{3C24702B-144B-A55B-48E9-DA8B08679A9D}"/>
              </a:ext>
            </a:extLst>
          </p:cNvPr>
          <p:cNvSpPr>
            <a:spLocks noGrp="1"/>
          </p:cNvSpPr>
          <p:nvPr>
            <p:ph type="sldNum" sz="quarter" idx="17"/>
          </p:nvPr>
        </p:nvSpPr>
        <p:spPr/>
        <p:txBody>
          <a:bodyPr/>
          <a:lstStyle/>
          <a:p>
            <a:pPr>
              <a:defRPr/>
            </a:pPr>
            <a:fld id="{7B2119CD-3B2D-4CEB-B404-D2E3F8CD6D69}" type="slidenum">
              <a:rPr lang="en-IN" smtClean="0"/>
              <a:pPr>
                <a:defRPr/>
              </a:pPr>
              <a:t>‹#›</a:t>
            </a:fld>
            <a:endParaRPr lang="en-IN"/>
          </a:p>
        </p:txBody>
      </p:sp>
    </p:spTree>
    <p:extLst>
      <p:ext uri="{BB962C8B-B14F-4D97-AF65-F5344CB8AC3E}">
        <p14:creationId xmlns:p14="http://schemas.microsoft.com/office/powerpoint/2010/main" val="2037636263"/>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2_2 Content_CALIBRI SUBHEAD Option">
    <p:spTree>
      <p:nvGrpSpPr>
        <p:cNvPr id="1" name=""/>
        <p:cNvGrpSpPr/>
        <p:nvPr/>
      </p:nvGrpSpPr>
      <p:grpSpPr>
        <a:xfrm>
          <a:off x="0" y="0"/>
          <a:ext cx="0" cy="0"/>
          <a:chOff x="0" y="0"/>
          <a:chExt cx="0" cy="0"/>
        </a:xfrm>
      </p:grpSpPr>
      <p:sp>
        <p:nvSpPr>
          <p:cNvPr id="16" name="Text Placeholder 4">
            <a:extLst>
              <a:ext uri="{FF2B5EF4-FFF2-40B4-BE49-F238E27FC236}">
                <a16:creationId xmlns:a16="http://schemas.microsoft.com/office/drawing/2014/main" id="{62367392-CE3F-4A36-802E-43D377135A8F}"/>
              </a:ext>
            </a:extLst>
          </p:cNvPr>
          <p:cNvSpPr>
            <a:spLocks noGrp="1"/>
          </p:cNvSpPr>
          <p:nvPr>
            <p:ph type="body" sz="quarter" idx="14" hasCustomPrompt="1"/>
          </p:nvPr>
        </p:nvSpPr>
        <p:spPr>
          <a:xfrm>
            <a:off x="670984" y="1778002"/>
            <a:ext cx="5089736" cy="520700"/>
          </a:xfrm>
          <a:prstGeom prst="rect">
            <a:avLst/>
          </a:prstGeom>
        </p:spPr>
        <p:txBody>
          <a:bodyPr>
            <a:noAutofit/>
          </a:bodyPr>
          <a:lstStyle>
            <a:lvl1pPr>
              <a:defRPr sz="1867" b="1" cap="none" baseline="0">
                <a:solidFill>
                  <a:schemeClr val="accent3"/>
                </a:solidFill>
                <a:latin typeface="+mj-lt"/>
              </a:defRPr>
            </a:lvl1pPr>
          </a:lstStyle>
          <a:p>
            <a:pPr lvl="0"/>
            <a:r>
              <a:rPr lang="en-US"/>
              <a:t>Short Title, Calibri, 14pt, Bold</a:t>
            </a:r>
          </a:p>
        </p:txBody>
      </p:sp>
      <p:sp>
        <p:nvSpPr>
          <p:cNvPr id="17" name="Text Placeholder 4">
            <a:extLst>
              <a:ext uri="{FF2B5EF4-FFF2-40B4-BE49-F238E27FC236}">
                <a16:creationId xmlns:a16="http://schemas.microsoft.com/office/drawing/2014/main" id="{784001D6-32AA-4130-AA76-37D05FF0EF11}"/>
              </a:ext>
            </a:extLst>
          </p:cNvPr>
          <p:cNvSpPr>
            <a:spLocks noGrp="1"/>
          </p:cNvSpPr>
          <p:nvPr>
            <p:ph type="body" sz="quarter" idx="15" hasCustomPrompt="1"/>
          </p:nvPr>
        </p:nvSpPr>
        <p:spPr>
          <a:xfrm>
            <a:off x="6431280" y="1778002"/>
            <a:ext cx="5089736" cy="520700"/>
          </a:xfrm>
          <a:prstGeom prst="rect">
            <a:avLst/>
          </a:prstGeom>
        </p:spPr>
        <p:txBody>
          <a:bodyPr>
            <a:noAutofit/>
          </a:bodyPr>
          <a:lstStyle>
            <a:lvl1pPr>
              <a:defRPr sz="1867" b="1" cap="none" baseline="0">
                <a:solidFill>
                  <a:schemeClr val="accent3"/>
                </a:solidFill>
                <a:latin typeface="+mj-lt"/>
              </a:defRPr>
            </a:lvl1pPr>
          </a:lstStyle>
          <a:p>
            <a:pPr lvl="0"/>
            <a:r>
              <a:rPr lang="en-US"/>
              <a:t>Short Title, Calibri, 14pt, Bold</a:t>
            </a:r>
          </a:p>
        </p:txBody>
      </p:sp>
      <p:sp>
        <p:nvSpPr>
          <p:cNvPr id="18" name="Content Placeholder 14">
            <a:extLst>
              <a:ext uri="{FF2B5EF4-FFF2-40B4-BE49-F238E27FC236}">
                <a16:creationId xmlns:a16="http://schemas.microsoft.com/office/drawing/2014/main" id="{1F77A952-6CFD-4B10-A39C-FBF9CCB45B58}"/>
              </a:ext>
            </a:extLst>
          </p:cNvPr>
          <p:cNvSpPr>
            <a:spLocks noGrp="1"/>
          </p:cNvSpPr>
          <p:nvPr>
            <p:ph sz="quarter" idx="18"/>
          </p:nvPr>
        </p:nvSpPr>
        <p:spPr>
          <a:xfrm>
            <a:off x="670560" y="2286000"/>
            <a:ext cx="4477175" cy="3931917"/>
          </a:xfrm>
        </p:spPr>
        <p:txBody>
          <a:bodyPr>
            <a:noAutofit/>
          </a:bodyPr>
          <a:lstStyle>
            <a:lvl1pPr>
              <a:defRPr sz="1600"/>
            </a:lvl1pPr>
            <a:lvl2pPr>
              <a:defRPr sz="1600"/>
            </a:lvl2pPr>
            <a:lvl3pPr>
              <a:defRPr sz="1467"/>
            </a:lvl3pPr>
            <a:lvl4pPr>
              <a:defRPr sz="1600"/>
            </a:lvl4pPr>
            <a:lvl5pPr>
              <a:defRPr sz="1600"/>
            </a:lvl5pPr>
          </a:lstStyle>
          <a:p>
            <a:pPr lvl="0"/>
            <a:r>
              <a:rPr lang="en-US"/>
              <a:t>Click to edit Master text styles</a:t>
            </a:r>
          </a:p>
          <a:p>
            <a:pPr lvl="1"/>
            <a:r>
              <a:rPr lang="en-US"/>
              <a:t>Second level</a:t>
            </a:r>
          </a:p>
          <a:p>
            <a:pPr lvl="2"/>
            <a:r>
              <a:rPr lang="en-US"/>
              <a:t>Third level</a:t>
            </a:r>
          </a:p>
        </p:txBody>
      </p:sp>
      <p:sp>
        <p:nvSpPr>
          <p:cNvPr id="19" name="Content Placeholder 14">
            <a:extLst>
              <a:ext uri="{FF2B5EF4-FFF2-40B4-BE49-F238E27FC236}">
                <a16:creationId xmlns:a16="http://schemas.microsoft.com/office/drawing/2014/main" id="{0756EC84-5A13-4571-BFB7-247BD6E93F56}"/>
              </a:ext>
            </a:extLst>
          </p:cNvPr>
          <p:cNvSpPr>
            <a:spLocks noGrp="1"/>
          </p:cNvSpPr>
          <p:nvPr>
            <p:ph sz="quarter" idx="19"/>
          </p:nvPr>
        </p:nvSpPr>
        <p:spPr>
          <a:xfrm>
            <a:off x="6431282" y="2286000"/>
            <a:ext cx="4477175" cy="3931917"/>
          </a:xfrm>
        </p:spPr>
        <p:txBody>
          <a:bodyPr>
            <a:noAutofit/>
          </a:bodyPr>
          <a:lstStyle>
            <a:lvl1pPr>
              <a:defRPr sz="1600"/>
            </a:lvl1pPr>
            <a:lvl2pPr>
              <a:defRPr sz="1600"/>
            </a:lvl2pPr>
            <a:lvl3pPr>
              <a:defRPr sz="1467"/>
            </a:lvl3pPr>
            <a:lvl4pPr>
              <a:defRPr sz="1600"/>
            </a:lvl4pPr>
            <a:lvl5pPr>
              <a:defRPr sz="1600"/>
            </a:lvl5pPr>
          </a:lstStyle>
          <a:p>
            <a:pPr lvl="0"/>
            <a:r>
              <a:rPr lang="en-US"/>
              <a:t>Click to edit Master text styles</a:t>
            </a:r>
          </a:p>
          <a:p>
            <a:pPr lvl="1"/>
            <a:r>
              <a:rPr lang="en-US"/>
              <a:t>Second level</a:t>
            </a:r>
          </a:p>
          <a:p>
            <a:pPr lvl="2"/>
            <a:r>
              <a:rPr lang="en-US"/>
              <a:t>Third level</a:t>
            </a:r>
          </a:p>
        </p:txBody>
      </p:sp>
      <p:sp>
        <p:nvSpPr>
          <p:cNvPr id="20" name="Text Placeholder 9">
            <a:extLst>
              <a:ext uri="{FF2B5EF4-FFF2-40B4-BE49-F238E27FC236}">
                <a16:creationId xmlns:a16="http://schemas.microsoft.com/office/drawing/2014/main" id="{1B479ED3-E6FF-4DA0-B9B5-59809FFAEF46}"/>
              </a:ext>
            </a:extLst>
          </p:cNvPr>
          <p:cNvSpPr>
            <a:spLocks noGrp="1"/>
          </p:cNvSpPr>
          <p:nvPr>
            <p:ph type="body" sz="quarter" idx="10" hasCustomPrompt="1"/>
          </p:nvPr>
        </p:nvSpPr>
        <p:spPr>
          <a:xfrm>
            <a:off x="670564" y="355600"/>
            <a:ext cx="7092873" cy="348813"/>
          </a:xfrm>
          <a:prstGeom prst="rect">
            <a:avLst/>
          </a:prstGeom>
        </p:spPr>
        <p:txBody>
          <a:bodyPr>
            <a:noAutofit/>
          </a:bodyPr>
          <a:lstStyle>
            <a:lvl1pPr>
              <a:defRPr sz="1200" b="0" cap="all" spc="200" baseline="0">
                <a:solidFill>
                  <a:srgbClr val="222731"/>
                </a:solidFill>
                <a:latin typeface="+mn-lt"/>
              </a:defRPr>
            </a:lvl1pPr>
            <a:lvl2pPr marL="0" indent="0">
              <a:buNone/>
              <a:defRPr/>
            </a:lvl2pPr>
          </a:lstStyle>
          <a:p>
            <a:pPr lvl="0"/>
            <a:r>
              <a:rPr lang="en-US"/>
              <a:t>Eyebrow CALIBRI LIGHT 9pt</a:t>
            </a:r>
          </a:p>
        </p:txBody>
      </p:sp>
      <p:sp>
        <p:nvSpPr>
          <p:cNvPr id="6" name="Title 5">
            <a:extLst>
              <a:ext uri="{FF2B5EF4-FFF2-40B4-BE49-F238E27FC236}">
                <a16:creationId xmlns:a16="http://schemas.microsoft.com/office/drawing/2014/main" id="{088E1389-D875-4A3C-85CC-2FF6F879D34A}"/>
              </a:ext>
            </a:extLst>
          </p:cNvPr>
          <p:cNvSpPr>
            <a:spLocks noGrp="1"/>
          </p:cNvSpPr>
          <p:nvPr>
            <p:ph type="title"/>
          </p:nvPr>
        </p:nvSpPr>
        <p:spPr/>
        <p:txBody>
          <a:bodyPr/>
          <a:lstStyle>
            <a:lvl1pPr>
              <a:defRPr>
                <a:solidFill>
                  <a:schemeClr val="tx1"/>
                </a:solidFill>
              </a:defRPr>
            </a:lvl1pPr>
          </a:lstStyle>
          <a:p>
            <a:r>
              <a:rPr lang="en-US"/>
              <a:t>Click to edit Master title style</a:t>
            </a:r>
            <a:endParaRPr lang="en-IN"/>
          </a:p>
        </p:txBody>
      </p:sp>
      <p:sp>
        <p:nvSpPr>
          <p:cNvPr id="5" name="Date Placeholder 4">
            <a:extLst>
              <a:ext uri="{FF2B5EF4-FFF2-40B4-BE49-F238E27FC236}">
                <a16:creationId xmlns:a16="http://schemas.microsoft.com/office/drawing/2014/main" id="{7BE3BE44-4E05-88A8-34B1-A37785190379}"/>
              </a:ext>
            </a:extLst>
          </p:cNvPr>
          <p:cNvSpPr>
            <a:spLocks noGrp="1"/>
          </p:cNvSpPr>
          <p:nvPr>
            <p:ph type="dt" sz="half" idx="20"/>
          </p:nvPr>
        </p:nvSpPr>
        <p:spPr>
          <a:xfrm>
            <a:off x="10439401" y="6419111"/>
            <a:ext cx="800099" cy="366183"/>
          </a:xfrm>
          <a:prstGeom prst="rect">
            <a:avLst/>
          </a:prstGeom>
        </p:spPr>
        <p:txBody>
          <a:bodyPr/>
          <a:lstStyle/>
          <a:p>
            <a:endParaRPr lang="en-IN"/>
          </a:p>
        </p:txBody>
      </p:sp>
      <p:sp>
        <p:nvSpPr>
          <p:cNvPr id="8" name="Slide Number Placeholder 7">
            <a:extLst>
              <a:ext uri="{FF2B5EF4-FFF2-40B4-BE49-F238E27FC236}">
                <a16:creationId xmlns:a16="http://schemas.microsoft.com/office/drawing/2014/main" id="{4954AD1C-8C3A-971B-F2EC-1F6CE8251B47}"/>
              </a:ext>
            </a:extLst>
          </p:cNvPr>
          <p:cNvSpPr>
            <a:spLocks noGrp="1"/>
          </p:cNvSpPr>
          <p:nvPr>
            <p:ph type="sldNum" sz="quarter" idx="22"/>
          </p:nvPr>
        </p:nvSpPr>
        <p:spPr/>
        <p:txBody>
          <a:bodyPr/>
          <a:lstStyle/>
          <a:p>
            <a:pPr>
              <a:defRPr/>
            </a:pPr>
            <a:fld id="{7B2119CD-3B2D-4CEB-B404-D2E3F8CD6D69}" type="slidenum">
              <a:rPr lang="en-IN" smtClean="0"/>
              <a:pPr>
                <a:defRPr/>
              </a:pPr>
              <a:t>‹#›</a:t>
            </a:fld>
            <a:endParaRPr lang="en-IN"/>
          </a:p>
        </p:txBody>
      </p:sp>
    </p:spTree>
    <p:extLst>
      <p:ext uri="{BB962C8B-B14F-4D97-AF65-F5344CB8AC3E}">
        <p14:creationId xmlns:p14="http://schemas.microsoft.com/office/powerpoint/2010/main" val="2315153318"/>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2_Two Content + Header">
    <p:spTree>
      <p:nvGrpSpPr>
        <p:cNvPr id="1" name=""/>
        <p:cNvGrpSpPr/>
        <p:nvPr/>
      </p:nvGrpSpPr>
      <p:grpSpPr>
        <a:xfrm>
          <a:off x="0" y="0"/>
          <a:ext cx="0" cy="0"/>
          <a:chOff x="0" y="0"/>
          <a:chExt cx="0" cy="0"/>
        </a:xfrm>
      </p:grpSpPr>
      <p:sp>
        <p:nvSpPr>
          <p:cNvPr id="12" name="Text Placeholder 9">
            <a:extLst>
              <a:ext uri="{FF2B5EF4-FFF2-40B4-BE49-F238E27FC236}">
                <a16:creationId xmlns:a16="http://schemas.microsoft.com/office/drawing/2014/main" id="{D9A84B86-6CE3-4715-A01A-FECF8E99EC15}"/>
              </a:ext>
            </a:extLst>
          </p:cNvPr>
          <p:cNvSpPr>
            <a:spLocks noGrp="1"/>
          </p:cNvSpPr>
          <p:nvPr>
            <p:ph type="body" sz="quarter" idx="10" hasCustomPrompt="1"/>
          </p:nvPr>
        </p:nvSpPr>
        <p:spPr>
          <a:xfrm>
            <a:off x="670564" y="355600"/>
            <a:ext cx="6989233" cy="348813"/>
          </a:xfrm>
          <a:prstGeom prst="rect">
            <a:avLst/>
          </a:prstGeom>
        </p:spPr>
        <p:txBody>
          <a:bodyPr>
            <a:noAutofit/>
          </a:bodyPr>
          <a:lstStyle>
            <a:lvl1pPr>
              <a:defRPr sz="1200" b="0" cap="all" spc="200" baseline="0">
                <a:solidFill>
                  <a:srgbClr val="222731"/>
                </a:solidFill>
                <a:latin typeface="+mn-lt"/>
              </a:defRPr>
            </a:lvl1pPr>
            <a:lvl2pPr marL="0" indent="0">
              <a:buNone/>
              <a:defRPr/>
            </a:lvl2pPr>
          </a:lstStyle>
          <a:p>
            <a:pPr lvl="0"/>
            <a:r>
              <a:rPr lang="en-US"/>
              <a:t>Eyebrow CALIBRI LIGHT 9pt</a:t>
            </a:r>
          </a:p>
        </p:txBody>
      </p:sp>
      <p:sp>
        <p:nvSpPr>
          <p:cNvPr id="17" name="Text Placeholder 9">
            <a:extLst>
              <a:ext uri="{FF2B5EF4-FFF2-40B4-BE49-F238E27FC236}">
                <a16:creationId xmlns:a16="http://schemas.microsoft.com/office/drawing/2014/main" id="{F184EA7A-C14A-435C-84F4-DB8BC3A9A6E5}"/>
              </a:ext>
            </a:extLst>
          </p:cNvPr>
          <p:cNvSpPr>
            <a:spLocks noGrp="1"/>
          </p:cNvSpPr>
          <p:nvPr>
            <p:ph type="body" sz="quarter" idx="14" hasCustomPrompt="1"/>
          </p:nvPr>
        </p:nvSpPr>
        <p:spPr>
          <a:xfrm>
            <a:off x="670560" y="1463040"/>
            <a:ext cx="10838688" cy="1097280"/>
          </a:xfrm>
          <a:prstGeom prst="rect">
            <a:avLst/>
          </a:prstGeom>
        </p:spPr>
        <p:txBody>
          <a:bodyPr>
            <a:noAutofit/>
          </a:bodyPr>
          <a:lstStyle>
            <a:lvl1pPr>
              <a:defRPr sz="2400" b="0">
                <a:solidFill>
                  <a:srgbClr val="001489"/>
                </a:solidFill>
                <a:latin typeface="+mj-lt"/>
              </a:defRPr>
            </a:lvl1pPr>
          </a:lstStyle>
          <a:p>
            <a:pPr lvl="0"/>
            <a:r>
              <a:rPr lang="en-US"/>
              <a:t>Click to edit master text styles</a:t>
            </a:r>
          </a:p>
        </p:txBody>
      </p:sp>
      <p:sp>
        <p:nvSpPr>
          <p:cNvPr id="18" name="Text Placeholder 4">
            <a:extLst>
              <a:ext uri="{FF2B5EF4-FFF2-40B4-BE49-F238E27FC236}">
                <a16:creationId xmlns:a16="http://schemas.microsoft.com/office/drawing/2014/main" id="{5D0068BB-B539-4488-911A-96DC071FE88E}"/>
              </a:ext>
            </a:extLst>
          </p:cNvPr>
          <p:cNvSpPr>
            <a:spLocks noGrp="1"/>
          </p:cNvSpPr>
          <p:nvPr>
            <p:ph type="body" sz="quarter" idx="13" hasCustomPrompt="1"/>
          </p:nvPr>
        </p:nvSpPr>
        <p:spPr>
          <a:xfrm>
            <a:off x="670984" y="2743202"/>
            <a:ext cx="5089736" cy="520700"/>
          </a:xfrm>
          <a:prstGeom prst="rect">
            <a:avLst/>
          </a:prstGeom>
        </p:spPr>
        <p:txBody>
          <a:bodyPr>
            <a:noAutofit/>
          </a:bodyPr>
          <a:lstStyle>
            <a:lvl1pPr>
              <a:defRPr sz="1867" b="1" cap="none" baseline="0">
                <a:solidFill>
                  <a:schemeClr val="accent3"/>
                </a:solidFill>
                <a:latin typeface="+mj-lt"/>
              </a:defRPr>
            </a:lvl1pPr>
          </a:lstStyle>
          <a:p>
            <a:pPr lvl="0"/>
            <a:r>
              <a:rPr lang="en-US"/>
              <a:t>Short Title, Calibri, 14pt, Bold</a:t>
            </a:r>
          </a:p>
        </p:txBody>
      </p:sp>
      <p:sp>
        <p:nvSpPr>
          <p:cNvPr id="19" name="Text Placeholder 4">
            <a:extLst>
              <a:ext uri="{FF2B5EF4-FFF2-40B4-BE49-F238E27FC236}">
                <a16:creationId xmlns:a16="http://schemas.microsoft.com/office/drawing/2014/main" id="{FC1F4580-228D-4976-BFA8-C2248824F3A1}"/>
              </a:ext>
            </a:extLst>
          </p:cNvPr>
          <p:cNvSpPr>
            <a:spLocks noGrp="1"/>
          </p:cNvSpPr>
          <p:nvPr>
            <p:ph type="body" sz="quarter" idx="18" hasCustomPrompt="1"/>
          </p:nvPr>
        </p:nvSpPr>
        <p:spPr>
          <a:xfrm>
            <a:off x="6431280" y="2743202"/>
            <a:ext cx="5089736" cy="520700"/>
          </a:xfrm>
          <a:prstGeom prst="rect">
            <a:avLst/>
          </a:prstGeom>
        </p:spPr>
        <p:txBody>
          <a:bodyPr>
            <a:noAutofit/>
          </a:bodyPr>
          <a:lstStyle>
            <a:lvl1pPr>
              <a:defRPr sz="1867" b="1" cap="none" baseline="0">
                <a:solidFill>
                  <a:schemeClr val="accent3"/>
                </a:solidFill>
                <a:latin typeface="+mj-lt"/>
              </a:defRPr>
            </a:lvl1pPr>
          </a:lstStyle>
          <a:p>
            <a:pPr lvl="0"/>
            <a:r>
              <a:rPr lang="en-US"/>
              <a:t>Short Title, Calibri, 14pt, Bold</a:t>
            </a:r>
          </a:p>
        </p:txBody>
      </p:sp>
      <p:sp>
        <p:nvSpPr>
          <p:cNvPr id="20" name="Content Placeholder 6">
            <a:extLst>
              <a:ext uri="{FF2B5EF4-FFF2-40B4-BE49-F238E27FC236}">
                <a16:creationId xmlns:a16="http://schemas.microsoft.com/office/drawing/2014/main" id="{4073EB3D-18BB-4E2C-9D12-E03D0B6131B9}"/>
              </a:ext>
            </a:extLst>
          </p:cNvPr>
          <p:cNvSpPr>
            <a:spLocks noGrp="1"/>
          </p:cNvSpPr>
          <p:nvPr>
            <p:ph sz="quarter" idx="19"/>
          </p:nvPr>
        </p:nvSpPr>
        <p:spPr>
          <a:xfrm>
            <a:off x="670561" y="3263902"/>
            <a:ext cx="5089735" cy="2954017"/>
          </a:xfrm>
        </p:spPr>
        <p:txBody>
          <a:bodyPr>
            <a:noAutofit/>
          </a:bodyPr>
          <a:lstStyle>
            <a:lvl1pPr>
              <a:defRPr sz="1867"/>
            </a:lvl1pPr>
            <a:lvl3pPr>
              <a:defRPr/>
            </a:lvl3pPr>
            <a:lvl4pPr>
              <a:defRPr/>
            </a:lvl4pPr>
            <a:lvl5pPr>
              <a:defRPr/>
            </a:lvl5pPr>
          </a:lstStyle>
          <a:p>
            <a:pPr lvl="0"/>
            <a:r>
              <a:rPr lang="en-US"/>
              <a:t>Click to edit Master text styles</a:t>
            </a:r>
          </a:p>
          <a:p>
            <a:pPr lvl="1"/>
            <a:r>
              <a:rPr lang="en-US"/>
              <a:t>Second level</a:t>
            </a:r>
          </a:p>
          <a:p>
            <a:pPr lvl="2"/>
            <a:r>
              <a:rPr lang="en-US"/>
              <a:t>Third level</a:t>
            </a:r>
          </a:p>
        </p:txBody>
      </p:sp>
      <p:sp>
        <p:nvSpPr>
          <p:cNvPr id="21" name="Content Placeholder 6">
            <a:extLst>
              <a:ext uri="{FF2B5EF4-FFF2-40B4-BE49-F238E27FC236}">
                <a16:creationId xmlns:a16="http://schemas.microsoft.com/office/drawing/2014/main" id="{112F3581-3732-4A0B-8F51-60DBC2912C03}"/>
              </a:ext>
            </a:extLst>
          </p:cNvPr>
          <p:cNvSpPr>
            <a:spLocks noGrp="1"/>
          </p:cNvSpPr>
          <p:nvPr>
            <p:ph sz="quarter" idx="20"/>
          </p:nvPr>
        </p:nvSpPr>
        <p:spPr>
          <a:xfrm>
            <a:off x="6431282" y="3263902"/>
            <a:ext cx="5089735" cy="2954017"/>
          </a:xfrm>
        </p:spPr>
        <p:txBody>
          <a:bodyPr>
            <a:noAutofit/>
          </a:bodyPr>
          <a:lstStyle>
            <a:lvl1pPr>
              <a:defRPr sz="1867"/>
            </a:lvl1pPr>
            <a:lvl3pPr>
              <a:defRPr/>
            </a:lvl3pPr>
            <a:lvl4pPr>
              <a:defRPr/>
            </a:lvl4pPr>
            <a:lvl5pPr>
              <a:defRPr/>
            </a:lvl5pPr>
          </a:lstStyle>
          <a:p>
            <a:pPr lvl="0"/>
            <a:r>
              <a:rPr lang="en-US"/>
              <a:t>Click to edit Master text styles</a:t>
            </a:r>
          </a:p>
          <a:p>
            <a:pPr lvl="1"/>
            <a:r>
              <a:rPr lang="en-US"/>
              <a:t>Second level</a:t>
            </a:r>
          </a:p>
          <a:p>
            <a:pPr lvl="2"/>
            <a:r>
              <a:rPr lang="en-US"/>
              <a:t>Third level</a:t>
            </a:r>
          </a:p>
        </p:txBody>
      </p:sp>
      <p:sp>
        <p:nvSpPr>
          <p:cNvPr id="6" name="Title 5">
            <a:extLst>
              <a:ext uri="{FF2B5EF4-FFF2-40B4-BE49-F238E27FC236}">
                <a16:creationId xmlns:a16="http://schemas.microsoft.com/office/drawing/2014/main" id="{AD079F95-85C8-47A7-9EDE-B17DE1BCA47B}"/>
              </a:ext>
            </a:extLst>
          </p:cNvPr>
          <p:cNvSpPr>
            <a:spLocks noGrp="1"/>
          </p:cNvSpPr>
          <p:nvPr>
            <p:ph type="title"/>
          </p:nvPr>
        </p:nvSpPr>
        <p:spPr/>
        <p:txBody>
          <a:bodyPr/>
          <a:lstStyle>
            <a:lvl1pPr>
              <a:defRPr>
                <a:solidFill>
                  <a:schemeClr val="tx1"/>
                </a:solidFill>
              </a:defRPr>
            </a:lvl1pPr>
          </a:lstStyle>
          <a:p>
            <a:r>
              <a:rPr lang="en-US"/>
              <a:t>Click to edit Master title style</a:t>
            </a:r>
            <a:endParaRPr lang="en-IN"/>
          </a:p>
        </p:txBody>
      </p:sp>
      <p:sp>
        <p:nvSpPr>
          <p:cNvPr id="5" name="Date Placeholder 4">
            <a:extLst>
              <a:ext uri="{FF2B5EF4-FFF2-40B4-BE49-F238E27FC236}">
                <a16:creationId xmlns:a16="http://schemas.microsoft.com/office/drawing/2014/main" id="{265C9F09-0F17-E200-7698-6136C575F8D8}"/>
              </a:ext>
            </a:extLst>
          </p:cNvPr>
          <p:cNvSpPr>
            <a:spLocks noGrp="1"/>
          </p:cNvSpPr>
          <p:nvPr>
            <p:ph type="dt" sz="half" idx="21"/>
          </p:nvPr>
        </p:nvSpPr>
        <p:spPr>
          <a:xfrm>
            <a:off x="10439401" y="6419111"/>
            <a:ext cx="800099" cy="366183"/>
          </a:xfrm>
          <a:prstGeom prst="rect">
            <a:avLst/>
          </a:prstGeom>
        </p:spPr>
        <p:txBody>
          <a:bodyPr/>
          <a:lstStyle/>
          <a:p>
            <a:endParaRPr lang="en-IN"/>
          </a:p>
        </p:txBody>
      </p:sp>
      <p:sp>
        <p:nvSpPr>
          <p:cNvPr id="8" name="Slide Number Placeholder 7">
            <a:extLst>
              <a:ext uri="{FF2B5EF4-FFF2-40B4-BE49-F238E27FC236}">
                <a16:creationId xmlns:a16="http://schemas.microsoft.com/office/drawing/2014/main" id="{CBB86011-F89B-BBF8-B07E-55CED78E6F54}"/>
              </a:ext>
            </a:extLst>
          </p:cNvPr>
          <p:cNvSpPr>
            <a:spLocks noGrp="1"/>
          </p:cNvSpPr>
          <p:nvPr>
            <p:ph type="sldNum" sz="quarter" idx="23"/>
          </p:nvPr>
        </p:nvSpPr>
        <p:spPr/>
        <p:txBody>
          <a:bodyPr/>
          <a:lstStyle/>
          <a:p>
            <a:pPr>
              <a:defRPr/>
            </a:pPr>
            <a:fld id="{7B2119CD-3B2D-4CEB-B404-D2E3F8CD6D69}" type="slidenum">
              <a:rPr lang="en-IN" smtClean="0"/>
              <a:pPr>
                <a:defRPr/>
              </a:pPr>
              <a:t>‹#›</a:t>
            </a:fld>
            <a:endParaRPr lang="en-IN"/>
          </a:p>
        </p:txBody>
      </p:sp>
    </p:spTree>
    <p:extLst>
      <p:ext uri="{BB962C8B-B14F-4D97-AF65-F5344CB8AC3E}">
        <p14:creationId xmlns:p14="http://schemas.microsoft.com/office/powerpoint/2010/main" val="3017444451"/>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2_Full Page Chart + Header">
    <p:spTree>
      <p:nvGrpSpPr>
        <p:cNvPr id="1" name=""/>
        <p:cNvGrpSpPr/>
        <p:nvPr/>
      </p:nvGrpSpPr>
      <p:grpSpPr>
        <a:xfrm>
          <a:off x="0" y="0"/>
          <a:ext cx="0" cy="0"/>
          <a:chOff x="0" y="0"/>
          <a:chExt cx="0" cy="0"/>
        </a:xfrm>
      </p:grpSpPr>
      <p:sp>
        <p:nvSpPr>
          <p:cNvPr id="12" name="Text Placeholder 9">
            <a:extLst>
              <a:ext uri="{FF2B5EF4-FFF2-40B4-BE49-F238E27FC236}">
                <a16:creationId xmlns:a16="http://schemas.microsoft.com/office/drawing/2014/main" id="{6DB57EE1-11D5-470C-B633-08E9CE6ABD2E}"/>
              </a:ext>
            </a:extLst>
          </p:cNvPr>
          <p:cNvSpPr>
            <a:spLocks noGrp="1"/>
          </p:cNvSpPr>
          <p:nvPr>
            <p:ph type="body" sz="quarter" idx="10" hasCustomPrompt="1"/>
          </p:nvPr>
        </p:nvSpPr>
        <p:spPr>
          <a:xfrm>
            <a:off x="670564" y="355600"/>
            <a:ext cx="6989233" cy="348813"/>
          </a:xfrm>
          <a:prstGeom prst="rect">
            <a:avLst/>
          </a:prstGeom>
        </p:spPr>
        <p:txBody>
          <a:bodyPr>
            <a:noAutofit/>
          </a:bodyPr>
          <a:lstStyle>
            <a:lvl1pPr>
              <a:defRPr sz="1200" b="0" cap="all" spc="200" baseline="0">
                <a:solidFill>
                  <a:srgbClr val="222731"/>
                </a:solidFill>
                <a:latin typeface="+mn-lt"/>
              </a:defRPr>
            </a:lvl1pPr>
            <a:lvl2pPr marL="0" indent="0">
              <a:buNone/>
              <a:defRPr/>
            </a:lvl2pPr>
          </a:lstStyle>
          <a:p>
            <a:pPr lvl="0"/>
            <a:r>
              <a:rPr lang="en-US"/>
              <a:t>Eyebrow CALIBRI LIGHT 9PT</a:t>
            </a:r>
          </a:p>
        </p:txBody>
      </p:sp>
      <p:sp>
        <p:nvSpPr>
          <p:cNvPr id="14" name="Text Placeholder 4">
            <a:extLst>
              <a:ext uri="{FF2B5EF4-FFF2-40B4-BE49-F238E27FC236}">
                <a16:creationId xmlns:a16="http://schemas.microsoft.com/office/drawing/2014/main" id="{69C8B4ED-99D4-4FA7-951B-B230EC2B1EEC}"/>
              </a:ext>
            </a:extLst>
          </p:cNvPr>
          <p:cNvSpPr>
            <a:spLocks noGrp="1"/>
          </p:cNvSpPr>
          <p:nvPr>
            <p:ph type="body" sz="quarter" idx="20" hasCustomPrompt="1"/>
          </p:nvPr>
        </p:nvSpPr>
        <p:spPr>
          <a:xfrm>
            <a:off x="663615" y="1463943"/>
            <a:ext cx="10850880" cy="365760"/>
          </a:xfrm>
          <a:prstGeom prst="rect">
            <a:avLst/>
          </a:prstGeom>
        </p:spPr>
        <p:txBody>
          <a:bodyPr>
            <a:noAutofit/>
          </a:bodyPr>
          <a:lstStyle>
            <a:lvl1pPr>
              <a:defRPr sz="2133" b="1" cap="none" baseline="0">
                <a:solidFill>
                  <a:schemeClr val="accent3"/>
                </a:solidFill>
                <a:latin typeface="+mj-lt"/>
              </a:defRPr>
            </a:lvl1pPr>
          </a:lstStyle>
          <a:p>
            <a:pPr lvl="0"/>
            <a:r>
              <a:rPr lang="en-US"/>
              <a:t>Click To Edit Chart Title, Calibri, 16pt, Bold</a:t>
            </a:r>
          </a:p>
        </p:txBody>
      </p:sp>
      <p:sp>
        <p:nvSpPr>
          <p:cNvPr id="16" name="Text Placeholder 4">
            <a:extLst>
              <a:ext uri="{FF2B5EF4-FFF2-40B4-BE49-F238E27FC236}">
                <a16:creationId xmlns:a16="http://schemas.microsoft.com/office/drawing/2014/main" id="{9849D2D5-1C25-41F7-91C5-A575937D23D1}"/>
              </a:ext>
            </a:extLst>
          </p:cNvPr>
          <p:cNvSpPr>
            <a:spLocks noGrp="1"/>
          </p:cNvSpPr>
          <p:nvPr>
            <p:ph type="body" sz="quarter" idx="21" hasCustomPrompt="1"/>
          </p:nvPr>
        </p:nvSpPr>
        <p:spPr>
          <a:xfrm>
            <a:off x="663613" y="1826008"/>
            <a:ext cx="10850880" cy="365760"/>
          </a:xfrm>
        </p:spPr>
        <p:txBody>
          <a:bodyPr>
            <a:noAutofit/>
          </a:bodyPr>
          <a:lstStyle>
            <a:lvl1pPr>
              <a:defRPr sz="1867"/>
            </a:lvl1pPr>
          </a:lstStyle>
          <a:p>
            <a:pPr lvl="0"/>
            <a:r>
              <a:rPr lang="en-US"/>
              <a:t>Second level for chart subtitle</a:t>
            </a:r>
          </a:p>
        </p:txBody>
      </p:sp>
      <p:sp>
        <p:nvSpPr>
          <p:cNvPr id="17" name="Chart Placeholder 14">
            <a:extLst>
              <a:ext uri="{FF2B5EF4-FFF2-40B4-BE49-F238E27FC236}">
                <a16:creationId xmlns:a16="http://schemas.microsoft.com/office/drawing/2014/main" id="{5F384281-9885-4DF1-AB32-7D6D158EC4B8}"/>
              </a:ext>
            </a:extLst>
          </p:cNvPr>
          <p:cNvSpPr>
            <a:spLocks noGrp="1"/>
          </p:cNvSpPr>
          <p:nvPr>
            <p:ph type="chart" sz="quarter" idx="22"/>
          </p:nvPr>
        </p:nvSpPr>
        <p:spPr>
          <a:xfrm>
            <a:off x="670560" y="2463800"/>
            <a:ext cx="10861040" cy="3479800"/>
          </a:xfrm>
        </p:spPr>
        <p:txBody>
          <a:bodyPr anchor="ctr"/>
          <a:lstStyle>
            <a:lvl1pPr algn="ctr">
              <a:defRPr>
                <a:latin typeface="+mn-lt"/>
              </a:defRPr>
            </a:lvl1pPr>
          </a:lstStyle>
          <a:p>
            <a:r>
              <a:rPr lang="en-US"/>
              <a:t>Click icon to add chart</a:t>
            </a:r>
          </a:p>
        </p:txBody>
      </p:sp>
      <p:sp>
        <p:nvSpPr>
          <p:cNvPr id="3" name="Title 2">
            <a:extLst>
              <a:ext uri="{FF2B5EF4-FFF2-40B4-BE49-F238E27FC236}">
                <a16:creationId xmlns:a16="http://schemas.microsoft.com/office/drawing/2014/main" id="{09B3C7C1-99C7-46EF-8247-FA3C97B61021}"/>
              </a:ext>
            </a:extLst>
          </p:cNvPr>
          <p:cNvSpPr>
            <a:spLocks noGrp="1"/>
          </p:cNvSpPr>
          <p:nvPr>
            <p:ph type="title"/>
          </p:nvPr>
        </p:nvSpPr>
        <p:spPr/>
        <p:txBody>
          <a:bodyPr/>
          <a:lstStyle>
            <a:lvl1pPr>
              <a:defRPr>
                <a:solidFill>
                  <a:schemeClr val="tx1"/>
                </a:solidFill>
              </a:defRPr>
            </a:lvl1pPr>
          </a:lstStyle>
          <a:p>
            <a:r>
              <a:rPr lang="en-US"/>
              <a:t>Click to edit Master title style</a:t>
            </a:r>
            <a:endParaRPr lang="en-IN"/>
          </a:p>
        </p:txBody>
      </p:sp>
      <p:sp>
        <p:nvSpPr>
          <p:cNvPr id="2" name="Date Placeholder 1">
            <a:extLst>
              <a:ext uri="{FF2B5EF4-FFF2-40B4-BE49-F238E27FC236}">
                <a16:creationId xmlns:a16="http://schemas.microsoft.com/office/drawing/2014/main" id="{991C83A4-3213-43DB-F8EA-322F509A9BA0}"/>
              </a:ext>
            </a:extLst>
          </p:cNvPr>
          <p:cNvSpPr>
            <a:spLocks noGrp="1"/>
          </p:cNvSpPr>
          <p:nvPr>
            <p:ph type="dt" sz="half" idx="23"/>
          </p:nvPr>
        </p:nvSpPr>
        <p:spPr>
          <a:xfrm>
            <a:off x="10439401" y="6419111"/>
            <a:ext cx="800099" cy="366183"/>
          </a:xfrm>
          <a:prstGeom prst="rect">
            <a:avLst/>
          </a:prstGeom>
        </p:spPr>
        <p:txBody>
          <a:bodyPr/>
          <a:lstStyle/>
          <a:p>
            <a:endParaRPr lang="en-IN"/>
          </a:p>
        </p:txBody>
      </p:sp>
      <p:sp>
        <p:nvSpPr>
          <p:cNvPr id="8" name="Slide Number Placeholder 7">
            <a:extLst>
              <a:ext uri="{FF2B5EF4-FFF2-40B4-BE49-F238E27FC236}">
                <a16:creationId xmlns:a16="http://schemas.microsoft.com/office/drawing/2014/main" id="{0B4EBCCB-89CE-64E2-DEB8-1C966011F3FD}"/>
              </a:ext>
            </a:extLst>
          </p:cNvPr>
          <p:cNvSpPr>
            <a:spLocks noGrp="1"/>
          </p:cNvSpPr>
          <p:nvPr>
            <p:ph type="sldNum" sz="quarter" idx="25"/>
          </p:nvPr>
        </p:nvSpPr>
        <p:spPr/>
        <p:txBody>
          <a:bodyPr/>
          <a:lstStyle/>
          <a:p>
            <a:pPr>
              <a:defRPr/>
            </a:pPr>
            <a:fld id="{7B2119CD-3B2D-4CEB-B404-D2E3F8CD6D69}" type="slidenum">
              <a:rPr lang="en-IN" smtClean="0"/>
              <a:pPr>
                <a:defRPr/>
              </a:pPr>
              <a:t>‹#›</a:t>
            </a:fld>
            <a:endParaRPr lang="en-IN"/>
          </a:p>
        </p:txBody>
      </p:sp>
    </p:spTree>
    <p:extLst>
      <p:ext uri="{BB962C8B-B14F-4D97-AF65-F5344CB8AC3E}">
        <p14:creationId xmlns:p14="http://schemas.microsoft.com/office/powerpoint/2010/main" val="2975989805"/>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2_Full Page Table + Header">
    <p:spTree>
      <p:nvGrpSpPr>
        <p:cNvPr id="1" name=""/>
        <p:cNvGrpSpPr/>
        <p:nvPr/>
      </p:nvGrpSpPr>
      <p:grpSpPr>
        <a:xfrm>
          <a:off x="0" y="0"/>
          <a:ext cx="0" cy="0"/>
          <a:chOff x="0" y="0"/>
          <a:chExt cx="0" cy="0"/>
        </a:xfrm>
      </p:grpSpPr>
      <p:sp>
        <p:nvSpPr>
          <p:cNvPr id="13" name="Text Placeholder 9">
            <a:extLst>
              <a:ext uri="{FF2B5EF4-FFF2-40B4-BE49-F238E27FC236}">
                <a16:creationId xmlns:a16="http://schemas.microsoft.com/office/drawing/2014/main" id="{E4099E12-93CF-4238-950D-B699BBED1B97}"/>
              </a:ext>
            </a:extLst>
          </p:cNvPr>
          <p:cNvSpPr>
            <a:spLocks noGrp="1"/>
          </p:cNvSpPr>
          <p:nvPr>
            <p:ph type="body" sz="quarter" idx="10" hasCustomPrompt="1"/>
          </p:nvPr>
        </p:nvSpPr>
        <p:spPr>
          <a:xfrm>
            <a:off x="670564" y="355600"/>
            <a:ext cx="6989233" cy="348813"/>
          </a:xfrm>
          <a:prstGeom prst="rect">
            <a:avLst/>
          </a:prstGeom>
        </p:spPr>
        <p:txBody>
          <a:bodyPr>
            <a:noAutofit/>
          </a:bodyPr>
          <a:lstStyle>
            <a:lvl1pPr>
              <a:defRPr sz="1200" b="0" cap="all" spc="200" baseline="0">
                <a:solidFill>
                  <a:srgbClr val="222731"/>
                </a:solidFill>
                <a:latin typeface="+mn-lt"/>
              </a:defRPr>
            </a:lvl1pPr>
            <a:lvl2pPr marL="0" indent="0">
              <a:buNone/>
              <a:defRPr/>
            </a:lvl2pPr>
          </a:lstStyle>
          <a:p>
            <a:pPr lvl="0"/>
            <a:r>
              <a:rPr lang="en-US"/>
              <a:t>Eyebrow CALIBRI LIGHT 9PT</a:t>
            </a:r>
          </a:p>
        </p:txBody>
      </p:sp>
      <p:sp>
        <p:nvSpPr>
          <p:cNvPr id="16" name="Text Placeholder 4">
            <a:extLst>
              <a:ext uri="{FF2B5EF4-FFF2-40B4-BE49-F238E27FC236}">
                <a16:creationId xmlns:a16="http://schemas.microsoft.com/office/drawing/2014/main" id="{2FAF8700-F002-4A2F-B04A-6FE90BE6FD35}"/>
              </a:ext>
            </a:extLst>
          </p:cNvPr>
          <p:cNvSpPr>
            <a:spLocks noGrp="1"/>
          </p:cNvSpPr>
          <p:nvPr>
            <p:ph type="body" sz="quarter" idx="20" hasCustomPrompt="1"/>
          </p:nvPr>
        </p:nvSpPr>
        <p:spPr>
          <a:xfrm>
            <a:off x="663615" y="1463943"/>
            <a:ext cx="10850880" cy="365760"/>
          </a:xfrm>
          <a:prstGeom prst="rect">
            <a:avLst/>
          </a:prstGeom>
        </p:spPr>
        <p:txBody>
          <a:bodyPr>
            <a:noAutofit/>
          </a:bodyPr>
          <a:lstStyle>
            <a:lvl1pPr>
              <a:defRPr sz="2133" b="1" cap="none" baseline="0">
                <a:solidFill>
                  <a:schemeClr val="accent3"/>
                </a:solidFill>
                <a:latin typeface="+mj-lt"/>
              </a:defRPr>
            </a:lvl1pPr>
          </a:lstStyle>
          <a:p>
            <a:pPr lvl="0"/>
            <a:r>
              <a:rPr lang="en-US"/>
              <a:t>Click to Edit Table Title, Calibri, 16pt, Bold</a:t>
            </a:r>
          </a:p>
        </p:txBody>
      </p:sp>
      <p:sp>
        <p:nvSpPr>
          <p:cNvPr id="17" name="Text Placeholder 4">
            <a:extLst>
              <a:ext uri="{FF2B5EF4-FFF2-40B4-BE49-F238E27FC236}">
                <a16:creationId xmlns:a16="http://schemas.microsoft.com/office/drawing/2014/main" id="{CBF897FA-2891-4141-ADA3-1B87FB5BC58E}"/>
              </a:ext>
            </a:extLst>
          </p:cNvPr>
          <p:cNvSpPr>
            <a:spLocks noGrp="1"/>
          </p:cNvSpPr>
          <p:nvPr>
            <p:ph type="body" sz="quarter" idx="21" hasCustomPrompt="1"/>
          </p:nvPr>
        </p:nvSpPr>
        <p:spPr>
          <a:xfrm>
            <a:off x="663613" y="1826008"/>
            <a:ext cx="10850880" cy="365760"/>
          </a:xfrm>
        </p:spPr>
        <p:txBody>
          <a:bodyPr>
            <a:noAutofit/>
          </a:bodyPr>
          <a:lstStyle>
            <a:lvl1pPr>
              <a:defRPr sz="1867"/>
            </a:lvl1pPr>
          </a:lstStyle>
          <a:p>
            <a:pPr lvl="0"/>
            <a:r>
              <a:rPr lang="en-US"/>
              <a:t>Second level for table subtitle</a:t>
            </a:r>
          </a:p>
        </p:txBody>
      </p:sp>
      <p:sp>
        <p:nvSpPr>
          <p:cNvPr id="18" name="Table Placeholder 4">
            <a:extLst>
              <a:ext uri="{FF2B5EF4-FFF2-40B4-BE49-F238E27FC236}">
                <a16:creationId xmlns:a16="http://schemas.microsoft.com/office/drawing/2014/main" id="{2EA10139-92DE-45F7-A9D8-ABD6CC72C084}"/>
              </a:ext>
            </a:extLst>
          </p:cNvPr>
          <p:cNvSpPr>
            <a:spLocks noGrp="1"/>
          </p:cNvSpPr>
          <p:nvPr>
            <p:ph type="tbl" sz="quarter" idx="22"/>
          </p:nvPr>
        </p:nvSpPr>
        <p:spPr>
          <a:xfrm>
            <a:off x="670561" y="2463800"/>
            <a:ext cx="10867987" cy="3479800"/>
          </a:xfrm>
        </p:spPr>
        <p:txBody>
          <a:bodyPr anchor="ctr"/>
          <a:lstStyle>
            <a:lvl1pPr algn="ctr">
              <a:defRPr>
                <a:latin typeface="+mn-lt"/>
              </a:defRPr>
            </a:lvl1pPr>
          </a:lstStyle>
          <a:p>
            <a:r>
              <a:rPr lang="en-US"/>
              <a:t>Click icon to add table</a:t>
            </a:r>
          </a:p>
        </p:txBody>
      </p:sp>
      <p:sp>
        <p:nvSpPr>
          <p:cNvPr id="6" name="Title 5">
            <a:extLst>
              <a:ext uri="{FF2B5EF4-FFF2-40B4-BE49-F238E27FC236}">
                <a16:creationId xmlns:a16="http://schemas.microsoft.com/office/drawing/2014/main" id="{1D78DA13-52C4-4A1D-BD59-DC0D557C1771}"/>
              </a:ext>
            </a:extLst>
          </p:cNvPr>
          <p:cNvSpPr>
            <a:spLocks noGrp="1"/>
          </p:cNvSpPr>
          <p:nvPr>
            <p:ph type="title"/>
          </p:nvPr>
        </p:nvSpPr>
        <p:spPr/>
        <p:txBody>
          <a:bodyPr/>
          <a:lstStyle>
            <a:lvl1pPr>
              <a:defRPr>
                <a:solidFill>
                  <a:schemeClr val="tx1"/>
                </a:solidFill>
              </a:defRPr>
            </a:lvl1pPr>
          </a:lstStyle>
          <a:p>
            <a:r>
              <a:rPr lang="en-US"/>
              <a:t>Click to edit Master title style</a:t>
            </a:r>
            <a:endParaRPr lang="en-IN"/>
          </a:p>
        </p:txBody>
      </p:sp>
      <p:sp>
        <p:nvSpPr>
          <p:cNvPr id="5" name="Date Placeholder 4">
            <a:extLst>
              <a:ext uri="{FF2B5EF4-FFF2-40B4-BE49-F238E27FC236}">
                <a16:creationId xmlns:a16="http://schemas.microsoft.com/office/drawing/2014/main" id="{B9D9ACB4-3DFF-DFFA-0298-5E7DF47DFD43}"/>
              </a:ext>
            </a:extLst>
          </p:cNvPr>
          <p:cNvSpPr>
            <a:spLocks noGrp="1"/>
          </p:cNvSpPr>
          <p:nvPr>
            <p:ph type="dt" sz="half" idx="23"/>
          </p:nvPr>
        </p:nvSpPr>
        <p:spPr>
          <a:xfrm>
            <a:off x="10439401" y="6419111"/>
            <a:ext cx="800099" cy="366183"/>
          </a:xfrm>
          <a:prstGeom prst="rect">
            <a:avLst/>
          </a:prstGeom>
        </p:spPr>
        <p:txBody>
          <a:bodyPr/>
          <a:lstStyle/>
          <a:p>
            <a:endParaRPr lang="en-IN"/>
          </a:p>
        </p:txBody>
      </p:sp>
      <p:sp>
        <p:nvSpPr>
          <p:cNvPr id="8" name="Slide Number Placeholder 7">
            <a:extLst>
              <a:ext uri="{FF2B5EF4-FFF2-40B4-BE49-F238E27FC236}">
                <a16:creationId xmlns:a16="http://schemas.microsoft.com/office/drawing/2014/main" id="{85738EC4-62FD-B0E8-AF85-B65B8A2EB6DD}"/>
              </a:ext>
            </a:extLst>
          </p:cNvPr>
          <p:cNvSpPr>
            <a:spLocks noGrp="1"/>
          </p:cNvSpPr>
          <p:nvPr>
            <p:ph type="sldNum" sz="quarter" idx="25"/>
          </p:nvPr>
        </p:nvSpPr>
        <p:spPr/>
        <p:txBody>
          <a:bodyPr/>
          <a:lstStyle/>
          <a:p>
            <a:pPr>
              <a:defRPr/>
            </a:pPr>
            <a:fld id="{7B2119CD-3B2D-4CEB-B404-D2E3F8CD6D69}" type="slidenum">
              <a:rPr lang="en-IN" smtClean="0"/>
              <a:pPr>
                <a:defRPr/>
              </a:pPr>
              <a:t>‹#›</a:t>
            </a:fld>
            <a:endParaRPr lang="en-IN"/>
          </a:p>
        </p:txBody>
      </p:sp>
    </p:spTree>
    <p:extLst>
      <p:ext uri="{BB962C8B-B14F-4D97-AF65-F5344CB8AC3E}">
        <p14:creationId xmlns:p14="http://schemas.microsoft.com/office/powerpoint/2010/main" val="555506034"/>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3_Title Only">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CC2773AC-CB5F-4692-8614-145FCB812285}"/>
              </a:ext>
            </a:extLst>
          </p:cNvPr>
          <p:cNvSpPr>
            <a:spLocks noGrp="1"/>
          </p:cNvSpPr>
          <p:nvPr>
            <p:ph type="body" sz="quarter" idx="10" hasCustomPrompt="1"/>
          </p:nvPr>
        </p:nvSpPr>
        <p:spPr>
          <a:xfrm>
            <a:off x="670563" y="355600"/>
            <a:ext cx="7299063" cy="348813"/>
          </a:xfrm>
          <a:prstGeom prst="rect">
            <a:avLst/>
          </a:prstGeom>
        </p:spPr>
        <p:txBody>
          <a:bodyPr>
            <a:noAutofit/>
          </a:bodyPr>
          <a:lstStyle>
            <a:lvl1pPr>
              <a:defRPr sz="1200" b="0" cap="all" spc="200" baseline="0">
                <a:solidFill>
                  <a:srgbClr val="222731"/>
                </a:solidFill>
                <a:latin typeface="+mn-lt"/>
              </a:defRPr>
            </a:lvl1pPr>
            <a:lvl2pPr marL="0" indent="0">
              <a:buNone/>
              <a:defRPr/>
            </a:lvl2pPr>
          </a:lstStyle>
          <a:p>
            <a:pPr lvl="0"/>
            <a:r>
              <a:rPr lang="en-US"/>
              <a:t>Eyebrow CALIBRI LIGHT 9PT</a:t>
            </a:r>
          </a:p>
        </p:txBody>
      </p:sp>
      <p:sp>
        <p:nvSpPr>
          <p:cNvPr id="3" name="Title 2">
            <a:extLst>
              <a:ext uri="{FF2B5EF4-FFF2-40B4-BE49-F238E27FC236}">
                <a16:creationId xmlns:a16="http://schemas.microsoft.com/office/drawing/2014/main" id="{3F2BE9E2-7A7D-4BED-96F2-45B5703A2DAB}"/>
              </a:ext>
            </a:extLst>
          </p:cNvPr>
          <p:cNvSpPr>
            <a:spLocks noGrp="1"/>
          </p:cNvSpPr>
          <p:nvPr>
            <p:ph type="title"/>
          </p:nvPr>
        </p:nvSpPr>
        <p:spPr/>
        <p:txBody>
          <a:bodyPr/>
          <a:lstStyle>
            <a:lvl1pPr>
              <a:defRPr>
                <a:solidFill>
                  <a:schemeClr val="tx1"/>
                </a:solidFill>
              </a:defRPr>
            </a:lvl1pPr>
          </a:lstStyle>
          <a:p>
            <a:r>
              <a:rPr lang="en-US"/>
              <a:t>Click to edit Master title style</a:t>
            </a:r>
            <a:endParaRPr lang="en-IN"/>
          </a:p>
        </p:txBody>
      </p:sp>
      <p:sp>
        <p:nvSpPr>
          <p:cNvPr id="2" name="Date Placeholder 1">
            <a:extLst>
              <a:ext uri="{FF2B5EF4-FFF2-40B4-BE49-F238E27FC236}">
                <a16:creationId xmlns:a16="http://schemas.microsoft.com/office/drawing/2014/main" id="{046B90F8-3807-E07A-CB9E-0A2A3A7C1483}"/>
              </a:ext>
            </a:extLst>
          </p:cNvPr>
          <p:cNvSpPr>
            <a:spLocks noGrp="1"/>
          </p:cNvSpPr>
          <p:nvPr>
            <p:ph type="dt" sz="half" idx="11"/>
          </p:nvPr>
        </p:nvSpPr>
        <p:spPr>
          <a:xfrm>
            <a:off x="10439401" y="6419111"/>
            <a:ext cx="800099" cy="366183"/>
          </a:xfrm>
          <a:prstGeom prst="rect">
            <a:avLst/>
          </a:prstGeom>
        </p:spPr>
        <p:txBody>
          <a:bodyPr/>
          <a:lstStyle/>
          <a:p>
            <a:endParaRPr lang="en-IN"/>
          </a:p>
        </p:txBody>
      </p:sp>
      <p:sp>
        <p:nvSpPr>
          <p:cNvPr id="8" name="Slide Number Placeholder 7">
            <a:extLst>
              <a:ext uri="{FF2B5EF4-FFF2-40B4-BE49-F238E27FC236}">
                <a16:creationId xmlns:a16="http://schemas.microsoft.com/office/drawing/2014/main" id="{39C99BF5-7BE3-5476-C8DE-FBA3E978E7F4}"/>
              </a:ext>
            </a:extLst>
          </p:cNvPr>
          <p:cNvSpPr>
            <a:spLocks noGrp="1"/>
          </p:cNvSpPr>
          <p:nvPr>
            <p:ph type="sldNum" sz="quarter" idx="13"/>
          </p:nvPr>
        </p:nvSpPr>
        <p:spPr/>
        <p:txBody>
          <a:bodyPr/>
          <a:lstStyle/>
          <a:p>
            <a:pPr>
              <a:defRPr/>
            </a:pPr>
            <a:fld id="{7B2119CD-3B2D-4CEB-B404-D2E3F8CD6D69}" type="slidenum">
              <a:rPr lang="en-IN" smtClean="0"/>
              <a:pPr>
                <a:defRPr/>
              </a:pPr>
              <a:t>‹#›</a:t>
            </a:fld>
            <a:endParaRPr lang="en-IN"/>
          </a:p>
        </p:txBody>
      </p:sp>
    </p:spTree>
    <p:extLst>
      <p:ext uri="{BB962C8B-B14F-4D97-AF65-F5344CB8AC3E}">
        <p14:creationId xmlns:p14="http://schemas.microsoft.com/office/powerpoint/2010/main" val="1105052125"/>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2_Title Only YW">
    <p:bg>
      <p:bgPr>
        <a:solidFill>
          <a:schemeClr val="tx2"/>
        </a:solidFill>
        <a:effectLst/>
      </p:bgPr>
    </p:bg>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CC2773AC-CB5F-4692-8614-145FCB812285}"/>
              </a:ext>
            </a:extLst>
          </p:cNvPr>
          <p:cNvSpPr>
            <a:spLocks noGrp="1"/>
          </p:cNvSpPr>
          <p:nvPr>
            <p:ph type="body" sz="quarter" idx="10" hasCustomPrompt="1"/>
          </p:nvPr>
        </p:nvSpPr>
        <p:spPr>
          <a:xfrm>
            <a:off x="670563" y="355600"/>
            <a:ext cx="7299063" cy="348813"/>
          </a:xfrm>
          <a:prstGeom prst="rect">
            <a:avLst/>
          </a:prstGeom>
        </p:spPr>
        <p:txBody>
          <a:bodyPr>
            <a:noAutofit/>
          </a:bodyPr>
          <a:lstStyle>
            <a:lvl1pPr>
              <a:defRPr sz="1200" b="0" cap="all" spc="200" baseline="0">
                <a:solidFill>
                  <a:srgbClr val="222731"/>
                </a:solidFill>
                <a:latin typeface="+mn-lt"/>
              </a:defRPr>
            </a:lvl1pPr>
            <a:lvl2pPr marL="0" indent="0">
              <a:buNone/>
              <a:defRPr/>
            </a:lvl2pPr>
          </a:lstStyle>
          <a:p>
            <a:pPr lvl="0"/>
            <a:r>
              <a:rPr lang="en-US"/>
              <a:t>Eyebrow CALIBRI LIGHT 9PT</a:t>
            </a:r>
          </a:p>
        </p:txBody>
      </p:sp>
      <p:sp>
        <p:nvSpPr>
          <p:cNvPr id="3" name="Title 2">
            <a:extLst>
              <a:ext uri="{FF2B5EF4-FFF2-40B4-BE49-F238E27FC236}">
                <a16:creationId xmlns:a16="http://schemas.microsoft.com/office/drawing/2014/main" id="{3F2BE9E2-7A7D-4BED-96F2-45B5703A2DAB}"/>
              </a:ext>
            </a:extLst>
          </p:cNvPr>
          <p:cNvSpPr>
            <a:spLocks noGrp="1"/>
          </p:cNvSpPr>
          <p:nvPr>
            <p:ph type="title"/>
          </p:nvPr>
        </p:nvSpPr>
        <p:spPr/>
        <p:txBody>
          <a:bodyPr/>
          <a:lstStyle>
            <a:lvl1pPr>
              <a:defRPr>
                <a:solidFill>
                  <a:schemeClr val="tx1"/>
                </a:solidFill>
              </a:defRPr>
            </a:lvl1pPr>
          </a:lstStyle>
          <a:p>
            <a:r>
              <a:rPr lang="en-US"/>
              <a:t>Click to edit Master title style</a:t>
            </a:r>
            <a:endParaRPr lang="en-IN"/>
          </a:p>
        </p:txBody>
      </p:sp>
      <p:sp>
        <p:nvSpPr>
          <p:cNvPr id="2" name="Date Placeholder 1">
            <a:extLst>
              <a:ext uri="{FF2B5EF4-FFF2-40B4-BE49-F238E27FC236}">
                <a16:creationId xmlns:a16="http://schemas.microsoft.com/office/drawing/2014/main" id="{046B90F8-3807-E07A-CB9E-0A2A3A7C1483}"/>
              </a:ext>
            </a:extLst>
          </p:cNvPr>
          <p:cNvSpPr>
            <a:spLocks noGrp="1"/>
          </p:cNvSpPr>
          <p:nvPr>
            <p:ph type="dt" sz="half" idx="11"/>
          </p:nvPr>
        </p:nvSpPr>
        <p:spPr>
          <a:xfrm>
            <a:off x="10439401" y="6419111"/>
            <a:ext cx="800099" cy="366183"/>
          </a:xfrm>
          <a:prstGeom prst="rect">
            <a:avLst/>
          </a:prstGeom>
        </p:spPr>
        <p:txBody>
          <a:bodyPr/>
          <a:lstStyle/>
          <a:p>
            <a:endParaRPr lang="en-IN"/>
          </a:p>
        </p:txBody>
      </p:sp>
      <p:sp>
        <p:nvSpPr>
          <p:cNvPr id="8" name="Slide Number Placeholder 7">
            <a:extLst>
              <a:ext uri="{FF2B5EF4-FFF2-40B4-BE49-F238E27FC236}">
                <a16:creationId xmlns:a16="http://schemas.microsoft.com/office/drawing/2014/main" id="{39C99BF5-7BE3-5476-C8DE-FBA3E978E7F4}"/>
              </a:ext>
            </a:extLst>
          </p:cNvPr>
          <p:cNvSpPr>
            <a:spLocks noGrp="1"/>
          </p:cNvSpPr>
          <p:nvPr>
            <p:ph type="sldNum" sz="quarter" idx="13"/>
          </p:nvPr>
        </p:nvSpPr>
        <p:spPr/>
        <p:txBody>
          <a:bodyPr/>
          <a:lstStyle/>
          <a:p>
            <a:pPr>
              <a:defRPr/>
            </a:pPr>
            <a:fld id="{7B2119CD-3B2D-4CEB-B404-D2E3F8CD6D69}" type="slidenum">
              <a:rPr lang="en-IN" smtClean="0"/>
              <a:pPr>
                <a:defRPr/>
              </a:pPr>
              <a:t>‹#›</a:t>
            </a:fld>
            <a:endParaRPr lang="en-IN"/>
          </a:p>
        </p:txBody>
      </p:sp>
    </p:spTree>
    <p:extLst>
      <p:ext uri="{BB962C8B-B14F-4D97-AF65-F5344CB8AC3E}">
        <p14:creationId xmlns:p14="http://schemas.microsoft.com/office/powerpoint/2010/main" val="1754764012"/>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104.xml><?xml version="1.0" encoding="utf-8"?>
<p:sldLayout xmlns:a="http://schemas.openxmlformats.org/drawingml/2006/main" xmlns:r="http://schemas.openxmlformats.org/officeDocument/2006/relationships" xmlns:p="http://schemas.openxmlformats.org/presentationml/2006/main" showMasterSp="0" preserve="1" userDrawn="1">
  <p:cSld name="3_Title Only Charcoal">
    <p:bg>
      <p:bgPr>
        <a:solidFill>
          <a:schemeClr val="tx1"/>
        </a:solidFill>
        <a:effectLst/>
      </p:bgPr>
    </p:bg>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CC2773AC-CB5F-4692-8614-145FCB812285}"/>
              </a:ext>
            </a:extLst>
          </p:cNvPr>
          <p:cNvSpPr>
            <a:spLocks noGrp="1"/>
          </p:cNvSpPr>
          <p:nvPr>
            <p:ph type="body" sz="quarter" idx="10" hasCustomPrompt="1"/>
          </p:nvPr>
        </p:nvSpPr>
        <p:spPr>
          <a:xfrm>
            <a:off x="670563" y="355600"/>
            <a:ext cx="7299063" cy="348813"/>
          </a:xfrm>
          <a:prstGeom prst="rect">
            <a:avLst/>
          </a:prstGeom>
        </p:spPr>
        <p:txBody>
          <a:bodyPr>
            <a:noAutofit/>
          </a:bodyPr>
          <a:lstStyle>
            <a:lvl1pPr>
              <a:defRPr sz="1200" b="0" cap="all" spc="200" baseline="0">
                <a:solidFill>
                  <a:schemeClr val="bg1"/>
                </a:solidFill>
                <a:latin typeface="+mn-lt"/>
              </a:defRPr>
            </a:lvl1pPr>
            <a:lvl2pPr marL="0" indent="0">
              <a:buNone/>
              <a:defRPr/>
            </a:lvl2pPr>
          </a:lstStyle>
          <a:p>
            <a:pPr lvl="0"/>
            <a:r>
              <a:rPr lang="en-US"/>
              <a:t>Eyebrow CALIBRI LIGHT 9PT</a:t>
            </a:r>
          </a:p>
        </p:txBody>
      </p:sp>
      <p:sp>
        <p:nvSpPr>
          <p:cNvPr id="3" name="Title 2">
            <a:extLst>
              <a:ext uri="{FF2B5EF4-FFF2-40B4-BE49-F238E27FC236}">
                <a16:creationId xmlns:a16="http://schemas.microsoft.com/office/drawing/2014/main" id="{3F2BE9E2-7A7D-4BED-96F2-45B5703A2DAB}"/>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en-IN"/>
          </a:p>
        </p:txBody>
      </p:sp>
      <p:sp>
        <p:nvSpPr>
          <p:cNvPr id="2" name="Date Placeholder 1">
            <a:extLst>
              <a:ext uri="{FF2B5EF4-FFF2-40B4-BE49-F238E27FC236}">
                <a16:creationId xmlns:a16="http://schemas.microsoft.com/office/drawing/2014/main" id="{046B90F8-3807-E07A-CB9E-0A2A3A7C1483}"/>
              </a:ext>
            </a:extLst>
          </p:cNvPr>
          <p:cNvSpPr>
            <a:spLocks noGrp="1"/>
          </p:cNvSpPr>
          <p:nvPr>
            <p:ph type="dt" sz="half" idx="11"/>
          </p:nvPr>
        </p:nvSpPr>
        <p:spPr>
          <a:xfrm>
            <a:off x="10439401" y="6419111"/>
            <a:ext cx="800099" cy="366183"/>
          </a:xfrm>
          <a:prstGeom prst="rect">
            <a:avLst/>
          </a:prstGeom>
        </p:spPr>
        <p:txBody>
          <a:bodyPr/>
          <a:lstStyle>
            <a:lvl1pPr>
              <a:defRPr>
                <a:solidFill>
                  <a:schemeClr val="bg1"/>
                </a:solidFill>
              </a:defRPr>
            </a:lvl1pPr>
          </a:lstStyle>
          <a:p>
            <a:endParaRPr lang="en-IN"/>
          </a:p>
        </p:txBody>
      </p:sp>
      <p:sp>
        <p:nvSpPr>
          <p:cNvPr id="8" name="Slide Number Placeholder 7">
            <a:extLst>
              <a:ext uri="{FF2B5EF4-FFF2-40B4-BE49-F238E27FC236}">
                <a16:creationId xmlns:a16="http://schemas.microsoft.com/office/drawing/2014/main" id="{39C99BF5-7BE3-5476-C8DE-FBA3E978E7F4}"/>
              </a:ext>
            </a:extLst>
          </p:cNvPr>
          <p:cNvSpPr>
            <a:spLocks noGrp="1"/>
          </p:cNvSpPr>
          <p:nvPr>
            <p:ph type="sldNum" sz="quarter" idx="13"/>
          </p:nvPr>
        </p:nvSpPr>
        <p:spPr/>
        <p:txBody>
          <a:bodyPr/>
          <a:lstStyle>
            <a:lvl1pPr>
              <a:defRPr>
                <a:solidFill>
                  <a:schemeClr val="bg1"/>
                </a:solidFill>
              </a:defRPr>
            </a:lvl1pPr>
          </a:lstStyle>
          <a:p>
            <a:pPr>
              <a:defRPr/>
            </a:pPr>
            <a:fld id="{7B2119CD-3B2D-4CEB-B404-D2E3F8CD6D69}" type="slidenum">
              <a:rPr lang="en-IN" smtClean="0"/>
              <a:pPr>
                <a:defRPr/>
              </a:pPr>
              <a:t>‹#›</a:t>
            </a:fld>
            <a:endParaRPr lang="en-IN"/>
          </a:p>
        </p:txBody>
      </p:sp>
      <p:sp>
        <p:nvSpPr>
          <p:cNvPr id="4" name="Content Placeholder 2">
            <a:extLst>
              <a:ext uri="{FF2B5EF4-FFF2-40B4-BE49-F238E27FC236}">
                <a16:creationId xmlns:a16="http://schemas.microsoft.com/office/drawing/2014/main" id="{CA5AFD72-27FB-60B5-1421-3CA0B8E1CEA4}"/>
              </a:ext>
            </a:extLst>
          </p:cNvPr>
          <p:cNvSpPr txBox="1">
            <a:spLocks/>
          </p:cNvSpPr>
          <p:nvPr userDrawn="1"/>
        </p:nvSpPr>
        <p:spPr bwMode="gray">
          <a:xfrm>
            <a:off x="670562" y="6344073"/>
            <a:ext cx="5082732" cy="374235"/>
          </a:xfrm>
          <a:prstGeom prst="rect">
            <a:avLst/>
          </a:prstGeom>
        </p:spPr>
        <p:txBody>
          <a:bodyPr vert="horz" lIns="0" tIns="0" rIns="0" bIns="0" anchor="b" anchorCtr="0"/>
          <a:lstStyle>
            <a:lvl1pPr marL="0" indent="0" algn="l" defTabSz="457200" rtl="0" eaLnBrk="1" latinLnBrk="0" hangingPunct="1">
              <a:spcBef>
                <a:spcPct val="20000"/>
              </a:spcBef>
              <a:buFont typeface="Arial"/>
              <a:buNone/>
              <a:defRPr sz="900" kern="1200">
                <a:solidFill>
                  <a:schemeClr val="tx1"/>
                </a:solidFill>
                <a:latin typeface="Georgia"/>
                <a:ea typeface="+mn-ea"/>
                <a:cs typeface="Georgia"/>
              </a:defRPr>
            </a:lvl1pPr>
            <a:lvl2pPr marL="457200" indent="0" algn="l" defTabSz="457200" rtl="0" eaLnBrk="1" latinLnBrk="0" hangingPunct="1">
              <a:spcBef>
                <a:spcPct val="20000"/>
              </a:spcBef>
              <a:buFont typeface="Arial"/>
              <a:buNone/>
              <a:defRPr sz="900" kern="1200">
                <a:solidFill>
                  <a:schemeClr val="tx1"/>
                </a:solidFill>
                <a:latin typeface="Georgia"/>
                <a:ea typeface="+mn-ea"/>
                <a:cs typeface="Georgia"/>
              </a:defRPr>
            </a:lvl2pPr>
            <a:lvl3pPr marL="914400" indent="0" algn="l" defTabSz="457200" rtl="0" eaLnBrk="1" latinLnBrk="0" hangingPunct="1">
              <a:spcBef>
                <a:spcPct val="20000"/>
              </a:spcBef>
              <a:buFont typeface="Arial"/>
              <a:buNone/>
              <a:defRPr sz="900" kern="1200">
                <a:solidFill>
                  <a:schemeClr val="tx1"/>
                </a:solidFill>
                <a:latin typeface="Georgia"/>
                <a:ea typeface="+mn-ea"/>
                <a:cs typeface="Georgia"/>
              </a:defRPr>
            </a:lvl3pPr>
            <a:lvl4pPr marL="1371600" indent="0" algn="l" defTabSz="457200" rtl="0" eaLnBrk="1" latinLnBrk="0" hangingPunct="1">
              <a:spcBef>
                <a:spcPct val="20000"/>
              </a:spcBef>
              <a:buFont typeface="Arial"/>
              <a:buNone/>
              <a:defRPr sz="900" kern="1200">
                <a:solidFill>
                  <a:schemeClr val="tx1"/>
                </a:solidFill>
                <a:latin typeface="Georgia"/>
                <a:ea typeface="+mn-ea"/>
                <a:cs typeface="Georgia"/>
              </a:defRPr>
            </a:lvl4pPr>
            <a:lvl5pPr marL="1828800" indent="0" algn="l" defTabSz="457200" rtl="0" eaLnBrk="1" latinLnBrk="0" hangingPunct="1">
              <a:spcBef>
                <a:spcPct val="20000"/>
              </a:spcBef>
              <a:buFont typeface="Arial"/>
              <a:buNone/>
              <a:defRPr sz="900" kern="1200">
                <a:solidFill>
                  <a:schemeClr val="tx1"/>
                </a:solidFill>
                <a:latin typeface="Georgia"/>
                <a:ea typeface="+mn-ea"/>
                <a:cs typeface="Georgia"/>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l" defTabSz="609570" rtl="0" eaLnBrk="1" fontAlgn="auto" latinLnBrk="0" hangingPunct="1">
              <a:lnSpc>
                <a:spcPct val="100000"/>
              </a:lnSpc>
              <a:spcBef>
                <a:spcPts val="0"/>
              </a:spcBef>
              <a:spcAft>
                <a:spcPts val="0"/>
              </a:spcAft>
              <a:buClrTx/>
              <a:buSzTx/>
              <a:buFont typeface="Arial"/>
              <a:buNone/>
              <a:tabLst/>
              <a:defRPr/>
            </a:pPr>
            <a:r>
              <a:rPr lang="en-US" sz="933" kern="1200">
                <a:solidFill>
                  <a:schemeClr val="bg2"/>
                </a:solidFill>
                <a:latin typeface="+mn-lt"/>
                <a:ea typeface="+mn-ea"/>
                <a:cs typeface="Calibri" panose="020F0502020204030204" pitchFamily="34" charset="0"/>
              </a:rPr>
              <a:t>The sensor housing, FreeStyle, Libre, and related brand marks are marks of Abbott.</a:t>
            </a:r>
          </a:p>
          <a:p>
            <a:pPr>
              <a:spcBef>
                <a:spcPts val="0"/>
              </a:spcBef>
            </a:pPr>
            <a:r>
              <a:rPr lang="en-US" sz="933" kern="1200">
                <a:solidFill>
                  <a:schemeClr val="bg2"/>
                </a:solidFill>
                <a:latin typeface="+mn-lt"/>
                <a:ea typeface="+mn-ea"/>
                <a:cs typeface="Calibri" panose="020F0502020204030204" pitchFamily="34" charset="0"/>
              </a:rPr>
              <a:t>Proprietary and confidential — do not distribute. ADC-XXXXX v1.0</a:t>
            </a:r>
          </a:p>
        </p:txBody>
      </p:sp>
    </p:spTree>
    <p:extLst>
      <p:ext uri="{BB962C8B-B14F-4D97-AF65-F5344CB8AC3E}">
        <p14:creationId xmlns:p14="http://schemas.microsoft.com/office/powerpoint/2010/main" val="2874678782"/>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2_(L) Half-content &amp; image layout">
    <p:spTree>
      <p:nvGrpSpPr>
        <p:cNvPr id="1" name=""/>
        <p:cNvGrpSpPr/>
        <p:nvPr/>
      </p:nvGrpSpPr>
      <p:grpSpPr>
        <a:xfrm>
          <a:off x="0" y="0"/>
          <a:ext cx="0" cy="0"/>
          <a:chOff x="0" y="0"/>
          <a:chExt cx="0" cy="0"/>
        </a:xfrm>
      </p:grpSpPr>
      <p:sp>
        <p:nvSpPr>
          <p:cNvPr id="10" name="Picture Placeholder 9"/>
          <p:cNvSpPr>
            <a:spLocks noGrp="1"/>
          </p:cNvSpPr>
          <p:nvPr>
            <p:ph type="pic" sz="quarter" idx="14" hasCustomPrompt="1"/>
          </p:nvPr>
        </p:nvSpPr>
        <p:spPr>
          <a:xfrm>
            <a:off x="6425186" y="0"/>
            <a:ext cx="5766815" cy="6858000"/>
          </a:xfrm>
          <a:prstGeom prst="rect">
            <a:avLst/>
          </a:prstGeom>
          <a:solidFill>
            <a:srgbClr val="EAEAEA"/>
          </a:solidFill>
          <a:ln>
            <a:noFill/>
          </a:ln>
          <a:effectLst/>
        </p:spPr>
        <p:txBody>
          <a:bodyPr lIns="365760" rIns="365760" anchor="ctr" anchorCtr="1"/>
          <a:lstStyle>
            <a:lvl1pPr algn="ctr">
              <a:defRPr sz="2400" b="0" baseline="0">
                <a:solidFill>
                  <a:schemeClr val="tx1"/>
                </a:solidFill>
                <a:latin typeface="+mn-lt"/>
              </a:defRPr>
            </a:lvl1pPr>
          </a:lstStyle>
          <a:p>
            <a:r>
              <a:rPr lang="en-US"/>
              <a:t>Insert an image</a:t>
            </a:r>
            <a:br>
              <a:rPr lang="en-US"/>
            </a:br>
            <a:r>
              <a:rPr lang="en-US"/>
              <a:t>within this placeholder </a:t>
            </a:r>
          </a:p>
        </p:txBody>
      </p:sp>
      <p:sp>
        <p:nvSpPr>
          <p:cNvPr id="14" name="Text Placeholder 9">
            <a:extLst>
              <a:ext uri="{FF2B5EF4-FFF2-40B4-BE49-F238E27FC236}">
                <a16:creationId xmlns:a16="http://schemas.microsoft.com/office/drawing/2014/main" id="{05D9C096-3ECB-4476-AF46-67B691208D52}"/>
              </a:ext>
            </a:extLst>
          </p:cNvPr>
          <p:cNvSpPr>
            <a:spLocks noGrp="1"/>
          </p:cNvSpPr>
          <p:nvPr>
            <p:ph type="body" sz="quarter" idx="18" hasCustomPrompt="1"/>
          </p:nvPr>
        </p:nvSpPr>
        <p:spPr>
          <a:xfrm>
            <a:off x="670563" y="355600"/>
            <a:ext cx="5613697" cy="348813"/>
          </a:xfrm>
          <a:prstGeom prst="rect">
            <a:avLst/>
          </a:prstGeom>
        </p:spPr>
        <p:txBody>
          <a:bodyPr wrap="square">
            <a:noAutofit/>
          </a:bodyPr>
          <a:lstStyle>
            <a:lvl1pPr>
              <a:defRPr sz="1200" b="0" cap="all" spc="200" baseline="0">
                <a:solidFill>
                  <a:srgbClr val="222731"/>
                </a:solidFill>
                <a:latin typeface="+mn-lt"/>
              </a:defRPr>
            </a:lvl1pPr>
            <a:lvl2pPr marL="0" indent="0">
              <a:buNone/>
              <a:defRPr/>
            </a:lvl2pPr>
          </a:lstStyle>
          <a:p>
            <a:pPr lvl="0"/>
            <a:r>
              <a:rPr lang="en-US"/>
              <a:t>Eyebrow CALIBRI LIGHT 9pt</a:t>
            </a:r>
          </a:p>
        </p:txBody>
      </p:sp>
      <p:sp>
        <p:nvSpPr>
          <p:cNvPr id="18" name="Text Placeholder 4">
            <a:extLst>
              <a:ext uri="{FF2B5EF4-FFF2-40B4-BE49-F238E27FC236}">
                <a16:creationId xmlns:a16="http://schemas.microsoft.com/office/drawing/2014/main" id="{98B40350-90AF-4369-8B21-A237E4585B43}"/>
              </a:ext>
            </a:extLst>
          </p:cNvPr>
          <p:cNvSpPr>
            <a:spLocks noGrp="1"/>
          </p:cNvSpPr>
          <p:nvPr>
            <p:ph type="body" sz="quarter" idx="13" hasCustomPrompt="1"/>
          </p:nvPr>
        </p:nvSpPr>
        <p:spPr>
          <a:xfrm>
            <a:off x="670984" y="2070100"/>
            <a:ext cx="5613701" cy="426720"/>
          </a:xfrm>
          <a:prstGeom prst="rect">
            <a:avLst/>
          </a:prstGeom>
        </p:spPr>
        <p:txBody>
          <a:bodyPr>
            <a:noAutofit/>
          </a:bodyPr>
          <a:lstStyle>
            <a:lvl1pPr>
              <a:defRPr sz="1867" b="1" cap="none" baseline="0">
                <a:solidFill>
                  <a:schemeClr val="accent3"/>
                </a:solidFill>
                <a:latin typeface="+mj-lt"/>
              </a:defRPr>
            </a:lvl1pPr>
          </a:lstStyle>
          <a:p>
            <a:pPr lvl="0"/>
            <a:r>
              <a:rPr lang="en-US"/>
              <a:t>Short Title, Calibri, 14pt, Bold</a:t>
            </a:r>
          </a:p>
        </p:txBody>
      </p:sp>
      <p:sp>
        <p:nvSpPr>
          <p:cNvPr id="19" name="Content Placeholder 5">
            <a:extLst>
              <a:ext uri="{FF2B5EF4-FFF2-40B4-BE49-F238E27FC236}">
                <a16:creationId xmlns:a16="http://schemas.microsoft.com/office/drawing/2014/main" id="{74DA2C74-7837-4DF6-A9E0-010AABA411BF}"/>
              </a:ext>
            </a:extLst>
          </p:cNvPr>
          <p:cNvSpPr>
            <a:spLocks noGrp="1"/>
          </p:cNvSpPr>
          <p:nvPr>
            <p:ph sz="quarter" idx="20"/>
          </p:nvPr>
        </p:nvSpPr>
        <p:spPr>
          <a:xfrm>
            <a:off x="670559" y="2590802"/>
            <a:ext cx="5613700" cy="1442031"/>
          </a:xfrm>
        </p:spPr>
        <p:txBody>
          <a:bodyPr>
            <a:noAutofit/>
          </a:bodyPr>
          <a:lstStyle>
            <a:lvl1pPr>
              <a:defRPr sz="1867"/>
            </a:lvl1pPr>
            <a:lvl2pPr>
              <a:defRPr/>
            </a:lvl2pPr>
            <a:lvl3pPr>
              <a:defRPr/>
            </a:lvl3pPr>
            <a:lvl4pPr>
              <a:defRPr/>
            </a:lvl4pPr>
          </a:lstStyle>
          <a:p>
            <a:pPr lvl="0"/>
            <a:r>
              <a:rPr lang="en-US"/>
              <a:t>Click to edit Master text styles</a:t>
            </a:r>
          </a:p>
          <a:p>
            <a:pPr lvl="1"/>
            <a:r>
              <a:rPr lang="en-US"/>
              <a:t>Second level</a:t>
            </a:r>
          </a:p>
          <a:p>
            <a:pPr lvl="2"/>
            <a:r>
              <a:rPr lang="en-US"/>
              <a:t>Third level</a:t>
            </a:r>
          </a:p>
        </p:txBody>
      </p:sp>
      <p:sp>
        <p:nvSpPr>
          <p:cNvPr id="3" name="Title 2">
            <a:extLst>
              <a:ext uri="{FF2B5EF4-FFF2-40B4-BE49-F238E27FC236}">
                <a16:creationId xmlns:a16="http://schemas.microsoft.com/office/drawing/2014/main" id="{9A67DE3C-68DE-43DF-A233-910AFDC7FBD6}"/>
              </a:ext>
            </a:extLst>
          </p:cNvPr>
          <p:cNvSpPr>
            <a:spLocks noGrp="1"/>
          </p:cNvSpPr>
          <p:nvPr>
            <p:ph type="title"/>
          </p:nvPr>
        </p:nvSpPr>
        <p:spPr>
          <a:xfrm>
            <a:off x="670561" y="759460"/>
            <a:ext cx="5613697" cy="520701"/>
          </a:xfrm>
        </p:spPr>
        <p:txBody>
          <a:bodyPr/>
          <a:lstStyle>
            <a:lvl1pPr>
              <a:defRPr>
                <a:solidFill>
                  <a:schemeClr val="tx1"/>
                </a:solidFill>
              </a:defRPr>
            </a:lvl1pPr>
          </a:lstStyle>
          <a:p>
            <a:r>
              <a:rPr lang="en-US"/>
              <a:t>Click to edit Master title</a:t>
            </a:r>
            <a:endParaRPr lang="en-IN"/>
          </a:p>
        </p:txBody>
      </p:sp>
      <p:sp>
        <p:nvSpPr>
          <p:cNvPr id="2" name="Date Placeholder 1">
            <a:extLst>
              <a:ext uri="{FF2B5EF4-FFF2-40B4-BE49-F238E27FC236}">
                <a16:creationId xmlns:a16="http://schemas.microsoft.com/office/drawing/2014/main" id="{DA930307-8F91-D521-5A9C-E1BC2FC84074}"/>
              </a:ext>
            </a:extLst>
          </p:cNvPr>
          <p:cNvSpPr>
            <a:spLocks noGrp="1"/>
          </p:cNvSpPr>
          <p:nvPr>
            <p:ph type="dt" sz="half" idx="23"/>
          </p:nvPr>
        </p:nvSpPr>
        <p:spPr>
          <a:xfrm>
            <a:off x="10439401" y="6419111"/>
            <a:ext cx="800099" cy="366183"/>
          </a:xfrm>
          <a:prstGeom prst="rect">
            <a:avLst/>
          </a:prstGeom>
        </p:spPr>
        <p:txBody>
          <a:bodyPr/>
          <a:lstStyle/>
          <a:p>
            <a:endParaRPr lang="en-IN"/>
          </a:p>
        </p:txBody>
      </p:sp>
      <p:sp>
        <p:nvSpPr>
          <p:cNvPr id="8" name="Slide Number Placeholder 7">
            <a:extLst>
              <a:ext uri="{FF2B5EF4-FFF2-40B4-BE49-F238E27FC236}">
                <a16:creationId xmlns:a16="http://schemas.microsoft.com/office/drawing/2014/main" id="{F783B684-E401-354C-165A-24B27B65084E}"/>
              </a:ext>
            </a:extLst>
          </p:cNvPr>
          <p:cNvSpPr>
            <a:spLocks noGrp="1"/>
          </p:cNvSpPr>
          <p:nvPr>
            <p:ph type="sldNum" sz="quarter" idx="25"/>
          </p:nvPr>
        </p:nvSpPr>
        <p:spPr/>
        <p:txBody>
          <a:bodyPr/>
          <a:lstStyle/>
          <a:p>
            <a:pPr>
              <a:defRPr/>
            </a:pPr>
            <a:fld id="{7B2119CD-3B2D-4CEB-B404-D2E3F8CD6D69}" type="slidenum">
              <a:rPr lang="en-IN" smtClean="0"/>
              <a:pPr>
                <a:defRPr/>
              </a:pPr>
              <a:t>‹#›</a:t>
            </a:fld>
            <a:endParaRPr lang="en-IN"/>
          </a:p>
        </p:txBody>
      </p:sp>
    </p:spTree>
    <p:extLst>
      <p:ext uri="{BB962C8B-B14F-4D97-AF65-F5344CB8AC3E}">
        <p14:creationId xmlns:p14="http://schemas.microsoft.com/office/powerpoint/2010/main" val="1144099758"/>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2_(L) Half-content &amp; image layout YW">
    <p:bg>
      <p:bgPr>
        <a:solidFill>
          <a:schemeClr val="tx2"/>
        </a:solidFill>
        <a:effectLst/>
      </p:bgPr>
    </p:bg>
    <p:spTree>
      <p:nvGrpSpPr>
        <p:cNvPr id="1" name=""/>
        <p:cNvGrpSpPr/>
        <p:nvPr/>
      </p:nvGrpSpPr>
      <p:grpSpPr>
        <a:xfrm>
          <a:off x="0" y="0"/>
          <a:ext cx="0" cy="0"/>
          <a:chOff x="0" y="0"/>
          <a:chExt cx="0" cy="0"/>
        </a:xfrm>
      </p:grpSpPr>
      <p:sp>
        <p:nvSpPr>
          <p:cNvPr id="10" name="Picture Placeholder 9"/>
          <p:cNvSpPr>
            <a:spLocks noGrp="1"/>
          </p:cNvSpPr>
          <p:nvPr>
            <p:ph type="pic" sz="quarter" idx="14" hasCustomPrompt="1"/>
          </p:nvPr>
        </p:nvSpPr>
        <p:spPr>
          <a:xfrm>
            <a:off x="6425186" y="0"/>
            <a:ext cx="5766815" cy="6858000"/>
          </a:xfrm>
          <a:prstGeom prst="rect">
            <a:avLst/>
          </a:prstGeom>
          <a:solidFill>
            <a:srgbClr val="EAEAEA"/>
          </a:solidFill>
          <a:ln>
            <a:noFill/>
          </a:ln>
          <a:effectLst/>
        </p:spPr>
        <p:txBody>
          <a:bodyPr lIns="365760" rIns="365760" anchor="ctr" anchorCtr="1"/>
          <a:lstStyle>
            <a:lvl1pPr algn="ctr">
              <a:defRPr sz="2400" b="0" baseline="0">
                <a:solidFill>
                  <a:schemeClr val="tx1"/>
                </a:solidFill>
                <a:latin typeface="+mn-lt"/>
              </a:defRPr>
            </a:lvl1pPr>
          </a:lstStyle>
          <a:p>
            <a:r>
              <a:rPr lang="en-US"/>
              <a:t>Insert an image</a:t>
            </a:r>
            <a:br>
              <a:rPr lang="en-US"/>
            </a:br>
            <a:r>
              <a:rPr lang="en-US"/>
              <a:t>within this placeholder </a:t>
            </a:r>
          </a:p>
        </p:txBody>
      </p:sp>
      <p:sp>
        <p:nvSpPr>
          <p:cNvPr id="14" name="Text Placeholder 9">
            <a:extLst>
              <a:ext uri="{FF2B5EF4-FFF2-40B4-BE49-F238E27FC236}">
                <a16:creationId xmlns:a16="http://schemas.microsoft.com/office/drawing/2014/main" id="{05D9C096-3ECB-4476-AF46-67B691208D52}"/>
              </a:ext>
            </a:extLst>
          </p:cNvPr>
          <p:cNvSpPr>
            <a:spLocks noGrp="1"/>
          </p:cNvSpPr>
          <p:nvPr>
            <p:ph type="body" sz="quarter" idx="18" hasCustomPrompt="1"/>
          </p:nvPr>
        </p:nvSpPr>
        <p:spPr>
          <a:xfrm>
            <a:off x="670563" y="355600"/>
            <a:ext cx="5613697" cy="348813"/>
          </a:xfrm>
          <a:prstGeom prst="rect">
            <a:avLst/>
          </a:prstGeom>
        </p:spPr>
        <p:txBody>
          <a:bodyPr wrap="square">
            <a:noAutofit/>
          </a:bodyPr>
          <a:lstStyle>
            <a:lvl1pPr>
              <a:defRPr sz="1200" b="0" cap="all" spc="200" baseline="0">
                <a:solidFill>
                  <a:srgbClr val="222731"/>
                </a:solidFill>
                <a:latin typeface="+mn-lt"/>
              </a:defRPr>
            </a:lvl1pPr>
            <a:lvl2pPr marL="0" indent="0">
              <a:buNone/>
              <a:defRPr/>
            </a:lvl2pPr>
          </a:lstStyle>
          <a:p>
            <a:pPr lvl="0"/>
            <a:r>
              <a:rPr lang="en-US"/>
              <a:t>Eyebrow CALIBRI LIGHT 9pt</a:t>
            </a:r>
          </a:p>
        </p:txBody>
      </p:sp>
      <p:sp>
        <p:nvSpPr>
          <p:cNvPr id="18" name="Text Placeholder 4">
            <a:extLst>
              <a:ext uri="{FF2B5EF4-FFF2-40B4-BE49-F238E27FC236}">
                <a16:creationId xmlns:a16="http://schemas.microsoft.com/office/drawing/2014/main" id="{98B40350-90AF-4369-8B21-A237E4585B43}"/>
              </a:ext>
            </a:extLst>
          </p:cNvPr>
          <p:cNvSpPr>
            <a:spLocks noGrp="1"/>
          </p:cNvSpPr>
          <p:nvPr>
            <p:ph type="body" sz="quarter" idx="13" hasCustomPrompt="1"/>
          </p:nvPr>
        </p:nvSpPr>
        <p:spPr>
          <a:xfrm>
            <a:off x="670984" y="2070100"/>
            <a:ext cx="5613701" cy="426720"/>
          </a:xfrm>
          <a:prstGeom prst="rect">
            <a:avLst/>
          </a:prstGeom>
        </p:spPr>
        <p:txBody>
          <a:bodyPr>
            <a:noAutofit/>
          </a:bodyPr>
          <a:lstStyle>
            <a:lvl1pPr>
              <a:defRPr sz="1867" b="1" cap="none" baseline="0">
                <a:solidFill>
                  <a:schemeClr val="accent3"/>
                </a:solidFill>
                <a:latin typeface="+mj-lt"/>
              </a:defRPr>
            </a:lvl1pPr>
          </a:lstStyle>
          <a:p>
            <a:pPr lvl="0"/>
            <a:r>
              <a:rPr lang="en-US"/>
              <a:t>Short Title, Calibri, 14pt, Bold</a:t>
            </a:r>
          </a:p>
        </p:txBody>
      </p:sp>
      <p:sp>
        <p:nvSpPr>
          <p:cNvPr id="19" name="Content Placeholder 5">
            <a:extLst>
              <a:ext uri="{FF2B5EF4-FFF2-40B4-BE49-F238E27FC236}">
                <a16:creationId xmlns:a16="http://schemas.microsoft.com/office/drawing/2014/main" id="{74DA2C74-7837-4DF6-A9E0-010AABA411BF}"/>
              </a:ext>
            </a:extLst>
          </p:cNvPr>
          <p:cNvSpPr>
            <a:spLocks noGrp="1"/>
          </p:cNvSpPr>
          <p:nvPr>
            <p:ph sz="quarter" idx="20"/>
          </p:nvPr>
        </p:nvSpPr>
        <p:spPr>
          <a:xfrm>
            <a:off x="670559" y="2590802"/>
            <a:ext cx="5613700" cy="1442031"/>
          </a:xfrm>
        </p:spPr>
        <p:txBody>
          <a:bodyPr>
            <a:noAutofit/>
          </a:bodyPr>
          <a:lstStyle>
            <a:lvl1pPr>
              <a:defRPr sz="1867"/>
            </a:lvl1pPr>
            <a:lvl2pPr>
              <a:defRPr/>
            </a:lvl2pPr>
            <a:lvl3pPr>
              <a:defRPr/>
            </a:lvl3pPr>
            <a:lvl4pPr>
              <a:defRPr/>
            </a:lvl4pPr>
          </a:lstStyle>
          <a:p>
            <a:pPr lvl="0"/>
            <a:r>
              <a:rPr lang="en-US"/>
              <a:t>Click to edit Master text styles</a:t>
            </a:r>
          </a:p>
          <a:p>
            <a:pPr lvl="1"/>
            <a:r>
              <a:rPr lang="en-US"/>
              <a:t>Second level</a:t>
            </a:r>
          </a:p>
          <a:p>
            <a:pPr lvl="2"/>
            <a:r>
              <a:rPr lang="en-US"/>
              <a:t>Third level</a:t>
            </a:r>
          </a:p>
        </p:txBody>
      </p:sp>
      <p:sp>
        <p:nvSpPr>
          <p:cNvPr id="3" name="Title 2">
            <a:extLst>
              <a:ext uri="{FF2B5EF4-FFF2-40B4-BE49-F238E27FC236}">
                <a16:creationId xmlns:a16="http://schemas.microsoft.com/office/drawing/2014/main" id="{9A67DE3C-68DE-43DF-A233-910AFDC7FBD6}"/>
              </a:ext>
            </a:extLst>
          </p:cNvPr>
          <p:cNvSpPr>
            <a:spLocks noGrp="1"/>
          </p:cNvSpPr>
          <p:nvPr>
            <p:ph type="title"/>
          </p:nvPr>
        </p:nvSpPr>
        <p:spPr>
          <a:xfrm>
            <a:off x="670561" y="759460"/>
            <a:ext cx="5613697" cy="520701"/>
          </a:xfrm>
        </p:spPr>
        <p:txBody>
          <a:bodyPr/>
          <a:lstStyle>
            <a:lvl1pPr>
              <a:defRPr>
                <a:solidFill>
                  <a:schemeClr val="tx1"/>
                </a:solidFill>
              </a:defRPr>
            </a:lvl1pPr>
          </a:lstStyle>
          <a:p>
            <a:r>
              <a:rPr lang="en-US"/>
              <a:t>Click to edit Master title</a:t>
            </a:r>
            <a:endParaRPr lang="en-IN"/>
          </a:p>
        </p:txBody>
      </p:sp>
      <p:sp>
        <p:nvSpPr>
          <p:cNvPr id="2" name="Date Placeholder 1">
            <a:extLst>
              <a:ext uri="{FF2B5EF4-FFF2-40B4-BE49-F238E27FC236}">
                <a16:creationId xmlns:a16="http://schemas.microsoft.com/office/drawing/2014/main" id="{DA930307-8F91-D521-5A9C-E1BC2FC84074}"/>
              </a:ext>
            </a:extLst>
          </p:cNvPr>
          <p:cNvSpPr>
            <a:spLocks noGrp="1"/>
          </p:cNvSpPr>
          <p:nvPr>
            <p:ph type="dt" sz="half" idx="23"/>
          </p:nvPr>
        </p:nvSpPr>
        <p:spPr>
          <a:xfrm>
            <a:off x="10439401" y="6419111"/>
            <a:ext cx="800099" cy="366183"/>
          </a:xfrm>
          <a:prstGeom prst="rect">
            <a:avLst/>
          </a:prstGeom>
        </p:spPr>
        <p:txBody>
          <a:bodyPr/>
          <a:lstStyle/>
          <a:p>
            <a:endParaRPr lang="en-IN"/>
          </a:p>
        </p:txBody>
      </p:sp>
      <p:sp>
        <p:nvSpPr>
          <p:cNvPr id="8" name="Slide Number Placeholder 7">
            <a:extLst>
              <a:ext uri="{FF2B5EF4-FFF2-40B4-BE49-F238E27FC236}">
                <a16:creationId xmlns:a16="http://schemas.microsoft.com/office/drawing/2014/main" id="{F783B684-E401-354C-165A-24B27B65084E}"/>
              </a:ext>
            </a:extLst>
          </p:cNvPr>
          <p:cNvSpPr>
            <a:spLocks noGrp="1"/>
          </p:cNvSpPr>
          <p:nvPr>
            <p:ph type="sldNum" sz="quarter" idx="25"/>
          </p:nvPr>
        </p:nvSpPr>
        <p:spPr/>
        <p:txBody>
          <a:bodyPr/>
          <a:lstStyle/>
          <a:p>
            <a:pPr>
              <a:defRPr/>
            </a:pPr>
            <a:fld id="{7B2119CD-3B2D-4CEB-B404-D2E3F8CD6D69}" type="slidenum">
              <a:rPr lang="en-IN" smtClean="0"/>
              <a:pPr>
                <a:defRPr/>
              </a:pPr>
              <a:t>‹#›</a:t>
            </a:fld>
            <a:endParaRPr lang="en-IN"/>
          </a:p>
        </p:txBody>
      </p:sp>
    </p:spTree>
    <p:extLst>
      <p:ext uri="{BB962C8B-B14F-4D97-AF65-F5344CB8AC3E}">
        <p14:creationId xmlns:p14="http://schemas.microsoft.com/office/powerpoint/2010/main" val="752726048"/>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3_(R) Half-content &amp; image layout">
    <p:spTree>
      <p:nvGrpSpPr>
        <p:cNvPr id="1" name=""/>
        <p:cNvGrpSpPr/>
        <p:nvPr/>
      </p:nvGrpSpPr>
      <p:grpSpPr>
        <a:xfrm>
          <a:off x="0" y="0"/>
          <a:ext cx="0" cy="0"/>
          <a:chOff x="0" y="0"/>
          <a:chExt cx="0" cy="0"/>
        </a:xfrm>
      </p:grpSpPr>
      <p:sp>
        <p:nvSpPr>
          <p:cNvPr id="10" name="Picture Placeholder 9"/>
          <p:cNvSpPr>
            <a:spLocks noGrp="1"/>
          </p:cNvSpPr>
          <p:nvPr>
            <p:ph type="pic" sz="quarter" idx="14" hasCustomPrompt="1"/>
          </p:nvPr>
        </p:nvSpPr>
        <p:spPr>
          <a:xfrm>
            <a:off x="2" y="0"/>
            <a:ext cx="5753292" cy="6858000"/>
          </a:xfrm>
          <a:prstGeom prst="rect">
            <a:avLst/>
          </a:prstGeom>
          <a:solidFill>
            <a:srgbClr val="EAEAEA"/>
          </a:solidFill>
          <a:ln>
            <a:noFill/>
          </a:ln>
          <a:effectLst/>
        </p:spPr>
        <p:txBody>
          <a:bodyPr lIns="365760" rIns="365760" anchor="ctr" anchorCtr="1"/>
          <a:lstStyle>
            <a:lvl1pPr algn="ctr">
              <a:defRPr sz="2400" b="0" baseline="0">
                <a:solidFill>
                  <a:schemeClr val="tx1"/>
                </a:solidFill>
                <a:latin typeface="+mn-lt"/>
              </a:defRPr>
            </a:lvl1pPr>
          </a:lstStyle>
          <a:p>
            <a:r>
              <a:rPr lang="en-US"/>
              <a:t>Insert an image</a:t>
            </a:r>
            <a:br>
              <a:rPr lang="en-US"/>
            </a:br>
            <a:r>
              <a:rPr lang="en-US"/>
              <a:t>within this placeholder </a:t>
            </a:r>
          </a:p>
        </p:txBody>
      </p:sp>
      <p:sp>
        <p:nvSpPr>
          <p:cNvPr id="15" name="Text Placeholder 9">
            <a:extLst>
              <a:ext uri="{FF2B5EF4-FFF2-40B4-BE49-F238E27FC236}">
                <a16:creationId xmlns:a16="http://schemas.microsoft.com/office/drawing/2014/main" id="{82FAC416-5A96-491E-91F4-37DD3C42AC2D}"/>
              </a:ext>
            </a:extLst>
          </p:cNvPr>
          <p:cNvSpPr>
            <a:spLocks noGrp="1"/>
          </p:cNvSpPr>
          <p:nvPr>
            <p:ph type="body" sz="quarter" idx="18" hasCustomPrompt="1"/>
          </p:nvPr>
        </p:nvSpPr>
        <p:spPr>
          <a:xfrm>
            <a:off x="6105890" y="355600"/>
            <a:ext cx="5463812" cy="348813"/>
          </a:xfrm>
          <a:prstGeom prst="rect">
            <a:avLst/>
          </a:prstGeom>
        </p:spPr>
        <p:txBody>
          <a:bodyPr wrap="square">
            <a:noAutofit/>
          </a:bodyPr>
          <a:lstStyle>
            <a:lvl1pPr>
              <a:defRPr sz="1200" b="0" cap="all" spc="200" baseline="0">
                <a:solidFill>
                  <a:srgbClr val="222731"/>
                </a:solidFill>
                <a:latin typeface="+mn-lt"/>
              </a:defRPr>
            </a:lvl1pPr>
            <a:lvl2pPr marL="0" indent="0">
              <a:buNone/>
              <a:defRPr/>
            </a:lvl2pPr>
          </a:lstStyle>
          <a:p>
            <a:pPr lvl="0"/>
            <a:r>
              <a:rPr lang="en-US"/>
              <a:t>Eyebrow CALIBRI LIGHT 9pt</a:t>
            </a:r>
          </a:p>
        </p:txBody>
      </p:sp>
      <p:sp>
        <p:nvSpPr>
          <p:cNvPr id="18" name="Text Placeholder 4">
            <a:extLst>
              <a:ext uri="{FF2B5EF4-FFF2-40B4-BE49-F238E27FC236}">
                <a16:creationId xmlns:a16="http://schemas.microsoft.com/office/drawing/2014/main" id="{EC4C2575-A445-43B7-875C-641A76884F26}"/>
              </a:ext>
            </a:extLst>
          </p:cNvPr>
          <p:cNvSpPr>
            <a:spLocks noGrp="1"/>
          </p:cNvSpPr>
          <p:nvPr>
            <p:ph type="body" sz="quarter" idx="13" hasCustomPrompt="1"/>
          </p:nvPr>
        </p:nvSpPr>
        <p:spPr>
          <a:xfrm>
            <a:off x="6106311" y="2082800"/>
            <a:ext cx="5463816" cy="426720"/>
          </a:xfrm>
          <a:prstGeom prst="rect">
            <a:avLst/>
          </a:prstGeom>
        </p:spPr>
        <p:txBody>
          <a:bodyPr>
            <a:noAutofit/>
          </a:bodyPr>
          <a:lstStyle>
            <a:lvl1pPr>
              <a:defRPr sz="1867" b="1" cap="none" baseline="0">
                <a:solidFill>
                  <a:schemeClr val="accent3"/>
                </a:solidFill>
                <a:latin typeface="+mj-lt"/>
              </a:defRPr>
            </a:lvl1pPr>
          </a:lstStyle>
          <a:p>
            <a:pPr lvl="0"/>
            <a:r>
              <a:rPr lang="en-US"/>
              <a:t>Short Title, Calibri, 14pt, Bold</a:t>
            </a:r>
          </a:p>
        </p:txBody>
      </p:sp>
      <p:sp>
        <p:nvSpPr>
          <p:cNvPr id="19" name="Content Placeholder 5">
            <a:extLst>
              <a:ext uri="{FF2B5EF4-FFF2-40B4-BE49-F238E27FC236}">
                <a16:creationId xmlns:a16="http://schemas.microsoft.com/office/drawing/2014/main" id="{E778DA63-FCCC-4EE0-AA5F-890A1063CF18}"/>
              </a:ext>
            </a:extLst>
          </p:cNvPr>
          <p:cNvSpPr>
            <a:spLocks noGrp="1"/>
          </p:cNvSpPr>
          <p:nvPr>
            <p:ph sz="quarter" idx="20"/>
          </p:nvPr>
        </p:nvSpPr>
        <p:spPr>
          <a:xfrm>
            <a:off x="6105887" y="2590801"/>
            <a:ext cx="5463815" cy="1766352"/>
          </a:xfrm>
        </p:spPr>
        <p:txBody>
          <a:bodyPr>
            <a:noAutofit/>
          </a:bodyPr>
          <a:lstStyle>
            <a:lvl1pPr>
              <a:defRPr sz="1867">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stStyle>
          <a:p>
            <a:pPr lvl="0"/>
            <a:r>
              <a:rPr lang="en-US"/>
              <a:t>Click to edit Master text styles</a:t>
            </a:r>
          </a:p>
          <a:p>
            <a:pPr lvl="1"/>
            <a:r>
              <a:rPr lang="en-US"/>
              <a:t>Second level</a:t>
            </a:r>
          </a:p>
          <a:p>
            <a:pPr lvl="2"/>
            <a:r>
              <a:rPr lang="en-US"/>
              <a:t>Third level</a:t>
            </a:r>
          </a:p>
        </p:txBody>
      </p:sp>
      <p:sp>
        <p:nvSpPr>
          <p:cNvPr id="3" name="Title 2">
            <a:extLst>
              <a:ext uri="{FF2B5EF4-FFF2-40B4-BE49-F238E27FC236}">
                <a16:creationId xmlns:a16="http://schemas.microsoft.com/office/drawing/2014/main" id="{40AE3F9D-0018-4E23-82DB-DD559B56D0D9}"/>
              </a:ext>
            </a:extLst>
          </p:cNvPr>
          <p:cNvSpPr>
            <a:spLocks noGrp="1"/>
          </p:cNvSpPr>
          <p:nvPr>
            <p:ph type="title"/>
          </p:nvPr>
        </p:nvSpPr>
        <p:spPr>
          <a:xfrm>
            <a:off x="6095728" y="759460"/>
            <a:ext cx="5892155" cy="520701"/>
          </a:xfrm>
        </p:spPr>
        <p:txBody>
          <a:bodyPr/>
          <a:lstStyle>
            <a:lvl1pPr>
              <a:defRPr>
                <a:solidFill>
                  <a:schemeClr val="tx1"/>
                </a:solidFill>
              </a:defRPr>
            </a:lvl1pPr>
          </a:lstStyle>
          <a:p>
            <a:r>
              <a:rPr lang="en-US"/>
              <a:t>Click to edit Master title</a:t>
            </a:r>
            <a:endParaRPr lang="en-IN"/>
          </a:p>
        </p:txBody>
      </p:sp>
      <p:sp>
        <p:nvSpPr>
          <p:cNvPr id="4" name="Content Placeholder 2">
            <a:extLst>
              <a:ext uri="{FF2B5EF4-FFF2-40B4-BE49-F238E27FC236}">
                <a16:creationId xmlns:a16="http://schemas.microsoft.com/office/drawing/2014/main" id="{5C9F7E1F-0ACF-5236-690F-5AE374F107C5}"/>
              </a:ext>
            </a:extLst>
          </p:cNvPr>
          <p:cNvSpPr txBox="1">
            <a:spLocks/>
          </p:cNvSpPr>
          <p:nvPr userDrawn="1"/>
        </p:nvSpPr>
        <p:spPr bwMode="gray">
          <a:xfrm>
            <a:off x="670562" y="6343414"/>
            <a:ext cx="5082732" cy="374895"/>
          </a:xfrm>
          <a:prstGeom prst="rect">
            <a:avLst/>
          </a:prstGeom>
        </p:spPr>
        <p:txBody>
          <a:bodyPr vert="horz" lIns="0" tIns="0" rIns="0" bIns="0" anchor="b" anchorCtr="0"/>
          <a:lstStyle>
            <a:lvl1pPr marL="0" indent="0" algn="l" defTabSz="457200" rtl="0" eaLnBrk="1" latinLnBrk="0" hangingPunct="1">
              <a:spcBef>
                <a:spcPct val="20000"/>
              </a:spcBef>
              <a:buFont typeface="Arial"/>
              <a:buNone/>
              <a:defRPr sz="900" kern="1200">
                <a:solidFill>
                  <a:schemeClr val="tx1"/>
                </a:solidFill>
                <a:latin typeface="Georgia"/>
                <a:ea typeface="+mn-ea"/>
                <a:cs typeface="Georgia"/>
              </a:defRPr>
            </a:lvl1pPr>
            <a:lvl2pPr marL="457200" indent="0" algn="l" defTabSz="457200" rtl="0" eaLnBrk="1" latinLnBrk="0" hangingPunct="1">
              <a:spcBef>
                <a:spcPct val="20000"/>
              </a:spcBef>
              <a:buFont typeface="Arial"/>
              <a:buNone/>
              <a:defRPr sz="900" kern="1200">
                <a:solidFill>
                  <a:schemeClr val="tx1"/>
                </a:solidFill>
                <a:latin typeface="Georgia"/>
                <a:ea typeface="+mn-ea"/>
                <a:cs typeface="Georgia"/>
              </a:defRPr>
            </a:lvl2pPr>
            <a:lvl3pPr marL="914400" indent="0" algn="l" defTabSz="457200" rtl="0" eaLnBrk="1" latinLnBrk="0" hangingPunct="1">
              <a:spcBef>
                <a:spcPct val="20000"/>
              </a:spcBef>
              <a:buFont typeface="Arial"/>
              <a:buNone/>
              <a:defRPr sz="900" kern="1200">
                <a:solidFill>
                  <a:schemeClr val="tx1"/>
                </a:solidFill>
                <a:latin typeface="Georgia"/>
                <a:ea typeface="+mn-ea"/>
                <a:cs typeface="Georgia"/>
              </a:defRPr>
            </a:lvl3pPr>
            <a:lvl4pPr marL="1371600" indent="0" algn="l" defTabSz="457200" rtl="0" eaLnBrk="1" latinLnBrk="0" hangingPunct="1">
              <a:spcBef>
                <a:spcPct val="20000"/>
              </a:spcBef>
              <a:buFont typeface="Arial"/>
              <a:buNone/>
              <a:defRPr sz="900" kern="1200">
                <a:solidFill>
                  <a:schemeClr val="tx1"/>
                </a:solidFill>
                <a:latin typeface="Georgia"/>
                <a:ea typeface="+mn-ea"/>
                <a:cs typeface="Georgia"/>
              </a:defRPr>
            </a:lvl4pPr>
            <a:lvl5pPr marL="1828800" indent="0" algn="l" defTabSz="457200" rtl="0" eaLnBrk="1" latinLnBrk="0" hangingPunct="1">
              <a:spcBef>
                <a:spcPct val="20000"/>
              </a:spcBef>
              <a:buFont typeface="Arial"/>
              <a:buNone/>
              <a:defRPr sz="900" kern="1200">
                <a:solidFill>
                  <a:schemeClr val="tx1"/>
                </a:solidFill>
                <a:latin typeface="Georgia"/>
                <a:ea typeface="+mn-ea"/>
                <a:cs typeface="Georgia"/>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l" defTabSz="609570" rtl="0" eaLnBrk="1" fontAlgn="auto" latinLnBrk="0" hangingPunct="1">
              <a:lnSpc>
                <a:spcPct val="100000"/>
              </a:lnSpc>
              <a:spcBef>
                <a:spcPts val="0"/>
              </a:spcBef>
              <a:spcAft>
                <a:spcPts val="0"/>
              </a:spcAft>
              <a:buClrTx/>
              <a:buSzTx/>
              <a:buFont typeface="Arial"/>
              <a:buNone/>
              <a:tabLst/>
              <a:defRPr/>
            </a:pPr>
            <a:r>
              <a:rPr lang="en-US" sz="933" kern="1200">
                <a:solidFill>
                  <a:schemeClr val="tx1"/>
                </a:solidFill>
                <a:latin typeface="+mn-lt"/>
                <a:ea typeface="+mn-ea"/>
                <a:cs typeface="Calibri" panose="020F0502020204030204" pitchFamily="34" charset="0"/>
              </a:rPr>
              <a:t>The sensor housing, FreeStyle, Libre, and related brand marks are marks of Abbott.</a:t>
            </a:r>
          </a:p>
          <a:p>
            <a:pPr>
              <a:spcBef>
                <a:spcPts val="0"/>
              </a:spcBef>
            </a:pPr>
            <a:r>
              <a:rPr lang="en-US" sz="933" kern="1200">
                <a:solidFill>
                  <a:schemeClr val="tx1"/>
                </a:solidFill>
                <a:latin typeface="+mn-lt"/>
                <a:ea typeface="+mn-ea"/>
                <a:cs typeface="Calibri" panose="020F0502020204030204" pitchFamily="34" charset="0"/>
              </a:rPr>
              <a:t>Proprietary and confidential — do not distribute. ADC-XXXXX v1.0</a:t>
            </a:r>
          </a:p>
        </p:txBody>
      </p:sp>
      <p:sp>
        <p:nvSpPr>
          <p:cNvPr id="11" name="Date Placeholder 10">
            <a:extLst>
              <a:ext uri="{FF2B5EF4-FFF2-40B4-BE49-F238E27FC236}">
                <a16:creationId xmlns:a16="http://schemas.microsoft.com/office/drawing/2014/main" id="{CCEDE5DA-36BB-9998-A2C5-7A87490DDC32}"/>
              </a:ext>
            </a:extLst>
          </p:cNvPr>
          <p:cNvSpPr>
            <a:spLocks noGrp="1"/>
          </p:cNvSpPr>
          <p:nvPr>
            <p:ph type="dt" sz="half" idx="23"/>
          </p:nvPr>
        </p:nvSpPr>
        <p:spPr>
          <a:xfrm>
            <a:off x="10439401" y="6419111"/>
            <a:ext cx="800099" cy="366183"/>
          </a:xfrm>
          <a:prstGeom prst="rect">
            <a:avLst/>
          </a:prstGeom>
        </p:spPr>
        <p:txBody>
          <a:bodyPr/>
          <a:lstStyle/>
          <a:p>
            <a:endParaRPr lang="en-IN"/>
          </a:p>
        </p:txBody>
      </p:sp>
      <p:sp>
        <p:nvSpPr>
          <p:cNvPr id="13" name="Slide Number Placeholder 12">
            <a:extLst>
              <a:ext uri="{FF2B5EF4-FFF2-40B4-BE49-F238E27FC236}">
                <a16:creationId xmlns:a16="http://schemas.microsoft.com/office/drawing/2014/main" id="{63B9C534-73A7-00C0-5DDE-48ADCBFE3D83}"/>
              </a:ext>
            </a:extLst>
          </p:cNvPr>
          <p:cNvSpPr>
            <a:spLocks noGrp="1"/>
          </p:cNvSpPr>
          <p:nvPr>
            <p:ph type="sldNum" sz="quarter" idx="25"/>
          </p:nvPr>
        </p:nvSpPr>
        <p:spPr/>
        <p:txBody>
          <a:bodyPr/>
          <a:lstStyle/>
          <a:p>
            <a:pPr>
              <a:defRPr/>
            </a:pPr>
            <a:fld id="{7B2119CD-3B2D-4CEB-B404-D2E3F8CD6D69}" type="slidenum">
              <a:rPr lang="en-IN" smtClean="0"/>
              <a:pPr>
                <a:defRPr/>
              </a:pPr>
              <a:t>‹#›</a:t>
            </a:fld>
            <a:endParaRPr lang="en-IN"/>
          </a:p>
        </p:txBody>
      </p:sp>
    </p:spTree>
    <p:extLst>
      <p:ext uri="{BB962C8B-B14F-4D97-AF65-F5344CB8AC3E}">
        <p14:creationId xmlns:p14="http://schemas.microsoft.com/office/powerpoint/2010/main" val="3620149229"/>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3_(R) Half-content &amp; image layout YW">
    <p:bg>
      <p:bgPr>
        <a:solidFill>
          <a:schemeClr val="tx2"/>
        </a:solidFill>
        <a:effectLst/>
      </p:bgPr>
    </p:bg>
    <p:spTree>
      <p:nvGrpSpPr>
        <p:cNvPr id="1" name=""/>
        <p:cNvGrpSpPr/>
        <p:nvPr/>
      </p:nvGrpSpPr>
      <p:grpSpPr>
        <a:xfrm>
          <a:off x="0" y="0"/>
          <a:ext cx="0" cy="0"/>
          <a:chOff x="0" y="0"/>
          <a:chExt cx="0" cy="0"/>
        </a:xfrm>
      </p:grpSpPr>
      <p:sp>
        <p:nvSpPr>
          <p:cNvPr id="10" name="Picture Placeholder 9"/>
          <p:cNvSpPr>
            <a:spLocks noGrp="1"/>
          </p:cNvSpPr>
          <p:nvPr>
            <p:ph type="pic" sz="quarter" idx="14" hasCustomPrompt="1"/>
          </p:nvPr>
        </p:nvSpPr>
        <p:spPr>
          <a:xfrm>
            <a:off x="2" y="0"/>
            <a:ext cx="5753292" cy="6858000"/>
          </a:xfrm>
          <a:prstGeom prst="rect">
            <a:avLst/>
          </a:prstGeom>
          <a:solidFill>
            <a:srgbClr val="EAEAEA"/>
          </a:solidFill>
          <a:ln>
            <a:noFill/>
          </a:ln>
          <a:effectLst/>
        </p:spPr>
        <p:txBody>
          <a:bodyPr lIns="365760" rIns="365760" anchor="ctr" anchorCtr="1"/>
          <a:lstStyle>
            <a:lvl1pPr algn="ctr">
              <a:defRPr sz="2400" b="0" baseline="0">
                <a:solidFill>
                  <a:schemeClr val="tx1"/>
                </a:solidFill>
                <a:latin typeface="+mn-lt"/>
              </a:defRPr>
            </a:lvl1pPr>
          </a:lstStyle>
          <a:p>
            <a:r>
              <a:rPr lang="en-US"/>
              <a:t>Insert an image</a:t>
            </a:r>
            <a:br>
              <a:rPr lang="en-US"/>
            </a:br>
            <a:r>
              <a:rPr lang="en-US"/>
              <a:t>within this placeholder </a:t>
            </a:r>
          </a:p>
        </p:txBody>
      </p:sp>
      <p:sp>
        <p:nvSpPr>
          <p:cNvPr id="15" name="Text Placeholder 9">
            <a:extLst>
              <a:ext uri="{FF2B5EF4-FFF2-40B4-BE49-F238E27FC236}">
                <a16:creationId xmlns:a16="http://schemas.microsoft.com/office/drawing/2014/main" id="{82FAC416-5A96-491E-91F4-37DD3C42AC2D}"/>
              </a:ext>
            </a:extLst>
          </p:cNvPr>
          <p:cNvSpPr>
            <a:spLocks noGrp="1"/>
          </p:cNvSpPr>
          <p:nvPr>
            <p:ph type="body" sz="quarter" idx="18" hasCustomPrompt="1"/>
          </p:nvPr>
        </p:nvSpPr>
        <p:spPr>
          <a:xfrm>
            <a:off x="6105890" y="355600"/>
            <a:ext cx="5463812" cy="348813"/>
          </a:xfrm>
          <a:prstGeom prst="rect">
            <a:avLst/>
          </a:prstGeom>
        </p:spPr>
        <p:txBody>
          <a:bodyPr wrap="square">
            <a:noAutofit/>
          </a:bodyPr>
          <a:lstStyle>
            <a:lvl1pPr>
              <a:defRPr sz="1200" b="0" cap="all" spc="200" baseline="0">
                <a:solidFill>
                  <a:srgbClr val="222731"/>
                </a:solidFill>
                <a:latin typeface="+mn-lt"/>
              </a:defRPr>
            </a:lvl1pPr>
            <a:lvl2pPr marL="0" indent="0">
              <a:buNone/>
              <a:defRPr/>
            </a:lvl2pPr>
          </a:lstStyle>
          <a:p>
            <a:pPr lvl="0"/>
            <a:r>
              <a:rPr lang="en-US"/>
              <a:t>Eyebrow CALIBRI LIGHT 9pt</a:t>
            </a:r>
          </a:p>
        </p:txBody>
      </p:sp>
      <p:sp>
        <p:nvSpPr>
          <p:cNvPr id="18" name="Text Placeholder 4">
            <a:extLst>
              <a:ext uri="{FF2B5EF4-FFF2-40B4-BE49-F238E27FC236}">
                <a16:creationId xmlns:a16="http://schemas.microsoft.com/office/drawing/2014/main" id="{EC4C2575-A445-43B7-875C-641A76884F26}"/>
              </a:ext>
            </a:extLst>
          </p:cNvPr>
          <p:cNvSpPr>
            <a:spLocks noGrp="1"/>
          </p:cNvSpPr>
          <p:nvPr>
            <p:ph type="body" sz="quarter" idx="13" hasCustomPrompt="1"/>
          </p:nvPr>
        </p:nvSpPr>
        <p:spPr>
          <a:xfrm>
            <a:off x="6106311" y="2070100"/>
            <a:ext cx="5463816" cy="426720"/>
          </a:xfrm>
          <a:prstGeom prst="rect">
            <a:avLst/>
          </a:prstGeom>
        </p:spPr>
        <p:txBody>
          <a:bodyPr>
            <a:noAutofit/>
          </a:bodyPr>
          <a:lstStyle>
            <a:lvl1pPr>
              <a:defRPr sz="1867" b="1" cap="none" baseline="0">
                <a:solidFill>
                  <a:schemeClr val="accent3"/>
                </a:solidFill>
                <a:latin typeface="+mj-lt"/>
              </a:defRPr>
            </a:lvl1pPr>
          </a:lstStyle>
          <a:p>
            <a:pPr lvl="0"/>
            <a:r>
              <a:rPr lang="en-US"/>
              <a:t>Short Title, Calibri, 14pt, Bold</a:t>
            </a:r>
          </a:p>
        </p:txBody>
      </p:sp>
      <p:sp>
        <p:nvSpPr>
          <p:cNvPr id="19" name="Content Placeholder 5">
            <a:extLst>
              <a:ext uri="{FF2B5EF4-FFF2-40B4-BE49-F238E27FC236}">
                <a16:creationId xmlns:a16="http://schemas.microsoft.com/office/drawing/2014/main" id="{E778DA63-FCCC-4EE0-AA5F-890A1063CF18}"/>
              </a:ext>
            </a:extLst>
          </p:cNvPr>
          <p:cNvSpPr>
            <a:spLocks noGrp="1"/>
          </p:cNvSpPr>
          <p:nvPr>
            <p:ph sz="quarter" idx="20"/>
          </p:nvPr>
        </p:nvSpPr>
        <p:spPr>
          <a:xfrm>
            <a:off x="6105887" y="2590800"/>
            <a:ext cx="5463815" cy="1766352"/>
          </a:xfrm>
        </p:spPr>
        <p:txBody>
          <a:bodyPr>
            <a:noAutofit/>
          </a:bodyPr>
          <a:lstStyle>
            <a:lvl1pPr>
              <a:defRPr sz="1867">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stStyle>
          <a:p>
            <a:pPr lvl="0"/>
            <a:r>
              <a:rPr lang="en-US"/>
              <a:t>Click to edit Master text styles</a:t>
            </a:r>
          </a:p>
          <a:p>
            <a:pPr lvl="1"/>
            <a:r>
              <a:rPr lang="en-US"/>
              <a:t>Second level</a:t>
            </a:r>
          </a:p>
          <a:p>
            <a:pPr lvl="2"/>
            <a:r>
              <a:rPr lang="en-US"/>
              <a:t>Third level</a:t>
            </a:r>
          </a:p>
        </p:txBody>
      </p:sp>
      <p:sp>
        <p:nvSpPr>
          <p:cNvPr id="3" name="Title 2">
            <a:extLst>
              <a:ext uri="{FF2B5EF4-FFF2-40B4-BE49-F238E27FC236}">
                <a16:creationId xmlns:a16="http://schemas.microsoft.com/office/drawing/2014/main" id="{40AE3F9D-0018-4E23-82DB-DD559B56D0D9}"/>
              </a:ext>
            </a:extLst>
          </p:cNvPr>
          <p:cNvSpPr>
            <a:spLocks noGrp="1"/>
          </p:cNvSpPr>
          <p:nvPr>
            <p:ph type="title"/>
          </p:nvPr>
        </p:nvSpPr>
        <p:spPr>
          <a:xfrm>
            <a:off x="6095728" y="759460"/>
            <a:ext cx="5892155" cy="520701"/>
          </a:xfrm>
        </p:spPr>
        <p:txBody>
          <a:bodyPr/>
          <a:lstStyle>
            <a:lvl1pPr>
              <a:defRPr>
                <a:solidFill>
                  <a:schemeClr val="tx1"/>
                </a:solidFill>
              </a:defRPr>
            </a:lvl1pPr>
          </a:lstStyle>
          <a:p>
            <a:r>
              <a:rPr lang="en-US"/>
              <a:t>Click to edit Master title</a:t>
            </a:r>
            <a:endParaRPr lang="en-IN"/>
          </a:p>
        </p:txBody>
      </p:sp>
      <p:sp>
        <p:nvSpPr>
          <p:cNvPr id="4" name="Content Placeholder 2">
            <a:extLst>
              <a:ext uri="{FF2B5EF4-FFF2-40B4-BE49-F238E27FC236}">
                <a16:creationId xmlns:a16="http://schemas.microsoft.com/office/drawing/2014/main" id="{5C9F7E1F-0ACF-5236-690F-5AE374F107C5}"/>
              </a:ext>
            </a:extLst>
          </p:cNvPr>
          <p:cNvSpPr txBox="1">
            <a:spLocks/>
          </p:cNvSpPr>
          <p:nvPr userDrawn="1"/>
        </p:nvSpPr>
        <p:spPr bwMode="gray">
          <a:xfrm>
            <a:off x="670562" y="6343414"/>
            <a:ext cx="5082732" cy="374895"/>
          </a:xfrm>
          <a:prstGeom prst="rect">
            <a:avLst/>
          </a:prstGeom>
        </p:spPr>
        <p:txBody>
          <a:bodyPr vert="horz" lIns="0" tIns="0" rIns="0" bIns="0" anchor="b" anchorCtr="0"/>
          <a:lstStyle>
            <a:lvl1pPr marL="0" indent="0" algn="l" defTabSz="457200" rtl="0" eaLnBrk="1" latinLnBrk="0" hangingPunct="1">
              <a:spcBef>
                <a:spcPct val="20000"/>
              </a:spcBef>
              <a:buFont typeface="Arial"/>
              <a:buNone/>
              <a:defRPr sz="900" kern="1200">
                <a:solidFill>
                  <a:schemeClr val="tx1"/>
                </a:solidFill>
                <a:latin typeface="Georgia"/>
                <a:ea typeface="+mn-ea"/>
                <a:cs typeface="Georgia"/>
              </a:defRPr>
            </a:lvl1pPr>
            <a:lvl2pPr marL="457200" indent="0" algn="l" defTabSz="457200" rtl="0" eaLnBrk="1" latinLnBrk="0" hangingPunct="1">
              <a:spcBef>
                <a:spcPct val="20000"/>
              </a:spcBef>
              <a:buFont typeface="Arial"/>
              <a:buNone/>
              <a:defRPr sz="900" kern="1200">
                <a:solidFill>
                  <a:schemeClr val="tx1"/>
                </a:solidFill>
                <a:latin typeface="Georgia"/>
                <a:ea typeface="+mn-ea"/>
                <a:cs typeface="Georgia"/>
              </a:defRPr>
            </a:lvl2pPr>
            <a:lvl3pPr marL="914400" indent="0" algn="l" defTabSz="457200" rtl="0" eaLnBrk="1" latinLnBrk="0" hangingPunct="1">
              <a:spcBef>
                <a:spcPct val="20000"/>
              </a:spcBef>
              <a:buFont typeface="Arial"/>
              <a:buNone/>
              <a:defRPr sz="900" kern="1200">
                <a:solidFill>
                  <a:schemeClr val="tx1"/>
                </a:solidFill>
                <a:latin typeface="Georgia"/>
                <a:ea typeface="+mn-ea"/>
                <a:cs typeface="Georgia"/>
              </a:defRPr>
            </a:lvl3pPr>
            <a:lvl4pPr marL="1371600" indent="0" algn="l" defTabSz="457200" rtl="0" eaLnBrk="1" latinLnBrk="0" hangingPunct="1">
              <a:spcBef>
                <a:spcPct val="20000"/>
              </a:spcBef>
              <a:buFont typeface="Arial"/>
              <a:buNone/>
              <a:defRPr sz="900" kern="1200">
                <a:solidFill>
                  <a:schemeClr val="tx1"/>
                </a:solidFill>
                <a:latin typeface="Georgia"/>
                <a:ea typeface="+mn-ea"/>
                <a:cs typeface="Georgia"/>
              </a:defRPr>
            </a:lvl4pPr>
            <a:lvl5pPr marL="1828800" indent="0" algn="l" defTabSz="457200" rtl="0" eaLnBrk="1" latinLnBrk="0" hangingPunct="1">
              <a:spcBef>
                <a:spcPct val="20000"/>
              </a:spcBef>
              <a:buFont typeface="Arial"/>
              <a:buNone/>
              <a:defRPr sz="900" kern="1200">
                <a:solidFill>
                  <a:schemeClr val="tx1"/>
                </a:solidFill>
                <a:latin typeface="Georgia"/>
                <a:ea typeface="+mn-ea"/>
                <a:cs typeface="Georgia"/>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l" defTabSz="609570" rtl="0" eaLnBrk="1" fontAlgn="auto" latinLnBrk="0" hangingPunct="1">
              <a:lnSpc>
                <a:spcPct val="100000"/>
              </a:lnSpc>
              <a:spcBef>
                <a:spcPts val="0"/>
              </a:spcBef>
              <a:spcAft>
                <a:spcPts val="0"/>
              </a:spcAft>
              <a:buClrTx/>
              <a:buSzTx/>
              <a:buFont typeface="Arial"/>
              <a:buNone/>
              <a:tabLst/>
              <a:defRPr/>
            </a:pPr>
            <a:r>
              <a:rPr lang="en-US" sz="933" kern="1200">
                <a:solidFill>
                  <a:schemeClr val="tx1"/>
                </a:solidFill>
                <a:latin typeface="+mn-lt"/>
                <a:ea typeface="+mn-ea"/>
                <a:cs typeface="Calibri" panose="020F0502020204030204" pitchFamily="34" charset="0"/>
              </a:rPr>
              <a:t>The sensor housing, FreeStyle, Libre, and related brand marks are marks of Abbott.</a:t>
            </a:r>
          </a:p>
          <a:p>
            <a:pPr>
              <a:spcBef>
                <a:spcPts val="0"/>
              </a:spcBef>
            </a:pPr>
            <a:r>
              <a:rPr lang="en-US" sz="933" kern="1200">
                <a:solidFill>
                  <a:schemeClr val="tx1"/>
                </a:solidFill>
                <a:latin typeface="+mn-lt"/>
                <a:ea typeface="+mn-ea"/>
                <a:cs typeface="Calibri" panose="020F0502020204030204" pitchFamily="34" charset="0"/>
              </a:rPr>
              <a:t>Proprietary and confidential — do not distribute. ADC-XXXXX v1.0</a:t>
            </a:r>
          </a:p>
        </p:txBody>
      </p:sp>
      <p:sp>
        <p:nvSpPr>
          <p:cNvPr id="11" name="Date Placeholder 10">
            <a:extLst>
              <a:ext uri="{FF2B5EF4-FFF2-40B4-BE49-F238E27FC236}">
                <a16:creationId xmlns:a16="http://schemas.microsoft.com/office/drawing/2014/main" id="{CCEDE5DA-36BB-9998-A2C5-7A87490DDC32}"/>
              </a:ext>
            </a:extLst>
          </p:cNvPr>
          <p:cNvSpPr>
            <a:spLocks noGrp="1"/>
          </p:cNvSpPr>
          <p:nvPr>
            <p:ph type="dt" sz="half" idx="23"/>
          </p:nvPr>
        </p:nvSpPr>
        <p:spPr>
          <a:xfrm>
            <a:off x="10439401" y="6419111"/>
            <a:ext cx="800099" cy="366183"/>
          </a:xfrm>
          <a:prstGeom prst="rect">
            <a:avLst/>
          </a:prstGeom>
        </p:spPr>
        <p:txBody>
          <a:bodyPr/>
          <a:lstStyle/>
          <a:p>
            <a:endParaRPr lang="en-IN"/>
          </a:p>
        </p:txBody>
      </p:sp>
      <p:sp>
        <p:nvSpPr>
          <p:cNvPr id="13" name="Slide Number Placeholder 12">
            <a:extLst>
              <a:ext uri="{FF2B5EF4-FFF2-40B4-BE49-F238E27FC236}">
                <a16:creationId xmlns:a16="http://schemas.microsoft.com/office/drawing/2014/main" id="{63B9C534-73A7-00C0-5DDE-48ADCBFE3D83}"/>
              </a:ext>
            </a:extLst>
          </p:cNvPr>
          <p:cNvSpPr>
            <a:spLocks noGrp="1"/>
          </p:cNvSpPr>
          <p:nvPr>
            <p:ph type="sldNum" sz="quarter" idx="25"/>
          </p:nvPr>
        </p:nvSpPr>
        <p:spPr/>
        <p:txBody>
          <a:bodyPr/>
          <a:lstStyle/>
          <a:p>
            <a:pPr>
              <a:defRPr/>
            </a:pPr>
            <a:fld id="{7B2119CD-3B2D-4CEB-B404-D2E3F8CD6D69}" type="slidenum">
              <a:rPr lang="en-IN" smtClean="0"/>
              <a:pPr>
                <a:defRPr/>
              </a:pPr>
              <a:t>‹#›</a:t>
            </a:fld>
            <a:endParaRPr lang="en-IN"/>
          </a:p>
        </p:txBody>
      </p:sp>
    </p:spTree>
    <p:extLst>
      <p:ext uri="{BB962C8B-B14F-4D97-AF65-F5344CB8AC3E}">
        <p14:creationId xmlns:p14="http://schemas.microsoft.com/office/powerpoint/2010/main" val="490886512"/>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2_Divider Yellow Square Image">
    <p:bg>
      <p:bgPr>
        <a:solidFill>
          <a:schemeClr val="tx2"/>
        </a:solidFill>
        <a:effectLst/>
      </p:bgPr>
    </p:bg>
    <p:spTree>
      <p:nvGrpSpPr>
        <p:cNvPr id="1" name=""/>
        <p:cNvGrpSpPr/>
        <p:nvPr/>
      </p:nvGrpSpPr>
      <p:grpSpPr>
        <a:xfrm>
          <a:off x="0" y="0"/>
          <a:ext cx="0" cy="0"/>
          <a:chOff x="0" y="0"/>
          <a:chExt cx="0" cy="0"/>
        </a:xfrm>
      </p:grpSpPr>
      <p:sp>
        <p:nvSpPr>
          <p:cNvPr id="4" name="Picture Placeholder 9">
            <a:extLst>
              <a:ext uri="{FF2B5EF4-FFF2-40B4-BE49-F238E27FC236}">
                <a16:creationId xmlns:a16="http://schemas.microsoft.com/office/drawing/2014/main" id="{B3F1A411-FC55-C062-0733-075AD0F006B8}"/>
              </a:ext>
            </a:extLst>
          </p:cNvPr>
          <p:cNvSpPr>
            <a:spLocks noGrp="1"/>
          </p:cNvSpPr>
          <p:nvPr>
            <p:ph type="pic" sz="quarter" idx="14" hasCustomPrompt="1"/>
          </p:nvPr>
        </p:nvSpPr>
        <p:spPr>
          <a:xfrm>
            <a:off x="6111979" y="0"/>
            <a:ext cx="6080020" cy="6858000"/>
          </a:xfrm>
          <a:prstGeom prst="rect">
            <a:avLst/>
          </a:prstGeom>
          <a:solidFill>
            <a:srgbClr val="EAEAEA"/>
          </a:solidFill>
          <a:ln>
            <a:noFill/>
          </a:ln>
          <a:effectLst/>
        </p:spPr>
        <p:txBody>
          <a:bodyPr lIns="365760" rIns="365760" anchor="ctr" anchorCtr="1"/>
          <a:lstStyle>
            <a:lvl1pPr algn="ctr">
              <a:defRPr sz="2400" b="0" baseline="0">
                <a:solidFill>
                  <a:schemeClr val="tx1"/>
                </a:solidFill>
                <a:latin typeface="+mn-lt"/>
              </a:defRPr>
            </a:lvl1pPr>
          </a:lstStyle>
          <a:p>
            <a:r>
              <a:rPr lang="en-US"/>
              <a:t>Insert an image</a:t>
            </a:r>
            <a:br>
              <a:rPr lang="en-US"/>
            </a:br>
            <a:r>
              <a:rPr lang="en-US"/>
              <a:t>within this placeholder </a:t>
            </a:r>
          </a:p>
        </p:txBody>
      </p:sp>
      <p:sp>
        <p:nvSpPr>
          <p:cNvPr id="14" name="Text Placeholder 9">
            <a:extLst>
              <a:ext uri="{FF2B5EF4-FFF2-40B4-BE49-F238E27FC236}">
                <a16:creationId xmlns:a16="http://schemas.microsoft.com/office/drawing/2014/main" id="{05D9C096-3ECB-4476-AF46-67B691208D52}"/>
              </a:ext>
            </a:extLst>
          </p:cNvPr>
          <p:cNvSpPr>
            <a:spLocks noGrp="1"/>
          </p:cNvSpPr>
          <p:nvPr>
            <p:ph type="body" sz="quarter" idx="18" hasCustomPrompt="1"/>
          </p:nvPr>
        </p:nvSpPr>
        <p:spPr>
          <a:xfrm>
            <a:off x="670562" y="355600"/>
            <a:ext cx="5285739" cy="348813"/>
          </a:xfrm>
          <a:prstGeom prst="rect">
            <a:avLst/>
          </a:prstGeom>
        </p:spPr>
        <p:txBody>
          <a:bodyPr wrap="square">
            <a:noAutofit/>
          </a:bodyPr>
          <a:lstStyle>
            <a:lvl1pPr>
              <a:defRPr sz="1200" b="0" cap="all" spc="200" baseline="0">
                <a:solidFill>
                  <a:srgbClr val="222731"/>
                </a:solidFill>
                <a:latin typeface="+mn-lt"/>
              </a:defRPr>
            </a:lvl1pPr>
            <a:lvl2pPr marL="0" indent="0">
              <a:buNone/>
              <a:defRPr/>
            </a:lvl2pPr>
          </a:lstStyle>
          <a:p>
            <a:pPr lvl="0"/>
            <a:r>
              <a:rPr lang="en-US"/>
              <a:t>Eyebrow CALIBRI LIGHT 9PT</a:t>
            </a:r>
          </a:p>
        </p:txBody>
      </p:sp>
      <p:sp>
        <p:nvSpPr>
          <p:cNvPr id="3" name="Title 2">
            <a:extLst>
              <a:ext uri="{FF2B5EF4-FFF2-40B4-BE49-F238E27FC236}">
                <a16:creationId xmlns:a16="http://schemas.microsoft.com/office/drawing/2014/main" id="{9A67DE3C-68DE-43DF-A233-910AFDC7FBD6}"/>
              </a:ext>
            </a:extLst>
          </p:cNvPr>
          <p:cNvSpPr>
            <a:spLocks noGrp="1"/>
          </p:cNvSpPr>
          <p:nvPr>
            <p:ph type="title"/>
          </p:nvPr>
        </p:nvSpPr>
        <p:spPr>
          <a:xfrm>
            <a:off x="670561" y="2870200"/>
            <a:ext cx="5044441" cy="1117600"/>
          </a:xfrm>
        </p:spPr>
        <p:txBody>
          <a:bodyPr anchor="ctr"/>
          <a:lstStyle>
            <a:lvl1pPr>
              <a:defRPr sz="4800">
                <a:solidFill>
                  <a:schemeClr val="tx1"/>
                </a:solidFill>
              </a:defRPr>
            </a:lvl1pPr>
          </a:lstStyle>
          <a:p>
            <a:r>
              <a:rPr lang="en-US"/>
              <a:t>Click to edit Master title style</a:t>
            </a:r>
            <a:endParaRPr lang="en-IN"/>
          </a:p>
        </p:txBody>
      </p:sp>
      <p:sp>
        <p:nvSpPr>
          <p:cNvPr id="2" name="Date Placeholder 1">
            <a:extLst>
              <a:ext uri="{FF2B5EF4-FFF2-40B4-BE49-F238E27FC236}">
                <a16:creationId xmlns:a16="http://schemas.microsoft.com/office/drawing/2014/main" id="{86DD1931-D213-3A4A-039E-9754B6FC5D80}"/>
              </a:ext>
            </a:extLst>
          </p:cNvPr>
          <p:cNvSpPr>
            <a:spLocks noGrp="1"/>
          </p:cNvSpPr>
          <p:nvPr>
            <p:ph type="dt" sz="half" idx="27"/>
          </p:nvPr>
        </p:nvSpPr>
        <p:spPr>
          <a:xfrm>
            <a:off x="10439401" y="6419111"/>
            <a:ext cx="800099" cy="366183"/>
          </a:xfrm>
          <a:prstGeom prst="rect">
            <a:avLst/>
          </a:prstGeom>
        </p:spPr>
        <p:txBody>
          <a:bodyPr/>
          <a:lstStyle/>
          <a:p>
            <a:endParaRPr lang="en-IN"/>
          </a:p>
        </p:txBody>
      </p:sp>
      <p:sp>
        <p:nvSpPr>
          <p:cNvPr id="8" name="Slide Number Placeholder 7">
            <a:extLst>
              <a:ext uri="{FF2B5EF4-FFF2-40B4-BE49-F238E27FC236}">
                <a16:creationId xmlns:a16="http://schemas.microsoft.com/office/drawing/2014/main" id="{AD8F7A3C-9103-DB22-927B-66B30E49938D}"/>
              </a:ext>
            </a:extLst>
          </p:cNvPr>
          <p:cNvSpPr>
            <a:spLocks noGrp="1"/>
          </p:cNvSpPr>
          <p:nvPr>
            <p:ph type="sldNum" sz="quarter" idx="29"/>
          </p:nvPr>
        </p:nvSpPr>
        <p:spPr/>
        <p:txBody>
          <a:bodyPr/>
          <a:lstStyle/>
          <a:p>
            <a:pPr>
              <a:defRPr/>
            </a:pPr>
            <a:fld id="{7B2119CD-3B2D-4CEB-B404-D2E3F8CD6D69}" type="slidenum">
              <a:rPr lang="en-IN" smtClean="0"/>
              <a:pPr>
                <a:defRPr/>
              </a:pPr>
              <a:t>‹#›</a:t>
            </a:fld>
            <a:endParaRPr lang="en-IN"/>
          </a:p>
        </p:txBody>
      </p:sp>
    </p:spTree>
    <p:extLst>
      <p:ext uri="{BB962C8B-B14F-4D97-AF65-F5344CB8AC3E}">
        <p14:creationId xmlns:p14="http://schemas.microsoft.com/office/powerpoint/2010/main" val="451313714"/>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2_Title and Content YW">
    <p:bg>
      <p:bgPr>
        <a:solidFill>
          <a:schemeClr val="tx2"/>
        </a:solidFill>
        <a:effectLst/>
      </p:bgPr>
    </p:bg>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E16D6E74-3911-4251-9210-E9AF0CB4653E}"/>
              </a:ext>
            </a:extLst>
          </p:cNvPr>
          <p:cNvSpPr>
            <a:spLocks noGrp="1"/>
          </p:cNvSpPr>
          <p:nvPr>
            <p:ph type="body" sz="quarter" idx="10" hasCustomPrompt="1"/>
          </p:nvPr>
        </p:nvSpPr>
        <p:spPr>
          <a:xfrm>
            <a:off x="670564" y="355600"/>
            <a:ext cx="6989233" cy="348813"/>
          </a:xfrm>
          <a:prstGeom prst="rect">
            <a:avLst/>
          </a:prstGeom>
        </p:spPr>
        <p:txBody>
          <a:bodyPr>
            <a:noAutofit/>
          </a:bodyPr>
          <a:lstStyle>
            <a:lvl1pPr>
              <a:defRPr sz="1200" b="0" cap="all" spc="200" baseline="0">
                <a:solidFill>
                  <a:srgbClr val="222731"/>
                </a:solidFill>
                <a:latin typeface="+mn-lt"/>
              </a:defRPr>
            </a:lvl1pPr>
            <a:lvl2pPr marL="0" indent="0">
              <a:buNone/>
              <a:defRPr/>
            </a:lvl2pPr>
          </a:lstStyle>
          <a:p>
            <a:pPr lvl="0"/>
            <a:r>
              <a:rPr lang="en-US"/>
              <a:t>Eyebrow CALIBRI LIGHT 9Pt</a:t>
            </a:r>
          </a:p>
        </p:txBody>
      </p:sp>
      <p:sp>
        <p:nvSpPr>
          <p:cNvPr id="15" name="Content Placeholder 9">
            <a:extLst>
              <a:ext uri="{FF2B5EF4-FFF2-40B4-BE49-F238E27FC236}">
                <a16:creationId xmlns:a16="http://schemas.microsoft.com/office/drawing/2014/main" id="{DCEC16E3-E9C3-470B-B2C9-CBD23EA9860F}"/>
              </a:ext>
            </a:extLst>
          </p:cNvPr>
          <p:cNvSpPr>
            <a:spLocks noGrp="1"/>
          </p:cNvSpPr>
          <p:nvPr>
            <p:ph sz="quarter" idx="14"/>
          </p:nvPr>
        </p:nvSpPr>
        <p:spPr>
          <a:xfrm>
            <a:off x="670560" y="2289453"/>
            <a:ext cx="10861040" cy="3927515"/>
          </a:xfrm>
        </p:spPr>
        <p:txBody>
          <a:bodyPr/>
          <a:lstStyle>
            <a:lvl2pPr>
              <a:defRPr sz="2133"/>
            </a:lvl2pPr>
            <a:lvl3pPr>
              <a:defRPr sz="1867"/>
            </a:lvl3pPr>
            <a:lvl4pPr>
              <a:defRPr sz="1600"/>
            </a:lvl4pPr>
            <a:lvl5pPr>
              <a:defRPr sz="1600"/>
            </a:lvl5pPr>
          </a:lstStyle>
          <a:p>
            <a:pPr lvl="0"/>
            <a:r>
              <a:rPr lang="en-US"/>
              <a:t>Click to edit Master text styles</a:t>
            </a:r>
          </a:p>
          <a:p>
            <a:pPr lvl="1"/>
            <a:r>
              <a:rPr lang="en-US"/>
              <a:t>Second level</a:t>
            </a:r>
          </a:p>
          <a:p>
            <a:pPr lvl="2"/>
            <a:r>
              <a:rPr lang="en-US"/>
              <a:t>Third level</a:t>
            </a:r>
          </a:p>
        </p:txBody>
      </p:sp>
      <p:sp>
        <p:nvSpPr>
          <p:cNvPr id="16" name="Text Placeholder 4">
            <a:extLst>
              <a:ext uri="{FF2B5EF4-FFF2-40B4-BE49-F238E27FC236}">
                <a16:creationId xmlns:a16="http://schemas.microsoft.com/office/drawing/2014/main" id="{5D5EEAD8-45FF-4137-A993-0E3B0A63B7A6}"/>
              </a:ext>
            </a:extLst>
          </p:cNvPr>
          <p:cNvSpPr>
            <a:spLocks noGrp="1"/>
          </p:cNvSpPr>
          <p:nvPr>
            <p:ph type="body" sz="quarter" idx="15" hasCustomPrompt="1"/>
          </p:nvPr>
        </p:nvSpPr>
        <p:spPr>
          <a:xfrm>
            <a:off x="670984" y="1778002"/>
            <a:ext cx="10860616" cy="520700"/>
          </a:xfrm>
          <a:prstGeom prst="rect">
            <a:avLst/>
          </a:prstGeom>
        </p:spPr>
        <p:txBody>
          <a:bodyPr>
            <a:noAutofit/>
          </a:bodyPr>
          <a:lstStyle>
            <a:lvl1pPr>
              <a:defRPr sz="2133" b="1" cap="none" baseline="0">
                <a:solidFill>
                  <a:schemeClr val="accent3"/>
                </a:solidFill>
                <a:latin typeface="+mj-lt"/>
              </a:defRPr>
            </a:lvl1pPr>
          </a:lstStyle>
          <a:p>
            <a:pPr lvl="0"/>
            <a:r>
              <a:rPr lang="en-US"/>
              <a:t>Subtitle Calibri 16pt Bold, Blue</a:t>
            </a:r>
          </a:p>
        </p:txBody>
      </p:sp>
      <p:sp>
        <p:nvSpPr>
          <p:cNvPr id="7" name="Title 6">
            <a:extLst>
              <a:ext uri="{FF2B5EF4-FFF2-40B4-BE49-F238E27FC236}">
                <a16:creationId xmlns:a16="http://schemas.microsoft.com/office/drawing/2014/main" id="{1B071053-E294-48B6-82D4-81528F06E152}"/>
              </a:ext>
            </a:extLst>
          </p:cNvPr>
          <p:cNvSpPr>
            <a:spLocks noGrp="1"/>
          </p:cNvSpPr>
          <p:nvPr>
            <p:ph type="title"/>
          </p:nvPr>
        </p:nvSpPr>
        <p:spPr/>
        <p:txBody>
          <a:bodyPr/>
          <a:lstStyle>
            <a:lvl1pPr>
              <a:defRPr>
                <a:solidFill>
                  <a:schemeClr val="tx1"/>
                </a:solidFill>
              </a:defRPr>
            </a:lvl1pPr>
          </a:lstStyle>
          <a:p>
            <a:r>
              <a:rPr lang="en-US"/>
              <a:t>Click to edit Master title style</a:t>
            </a:r>
            <a:endParaRPr lang="en-IN"/>
          </a:p>
        </p:txBody>
      </p:sp>
      <p:sp>
        <p:nvSpPr>
          <p:cNvPr id="2" name="Date Placeholder 1">
            <a:extLst>
              <a:ext uri="{FF2B5EF4-FFF2-40B4-BE49-F238E27FC236}">
                <a16:creationId xmlns:a16="http://schemas.microsoft.com/office/drawing/2014/main" id="{DFC00226-31E1-3AB5-4194-94C2D4E2FD7B}"/>
              </a:ext>
            </a:extLst>
          </p:cNvPr>
          <p:cNvSpPr>
            <a:spLocks noGrp="1"/>
          </p:cNvSpPr>
          <p:nvPr>
            <p:ph type="dt" sz="half" idx="16"/>
          </p:nvPr>
        </p:nvSpPr>
        <p:spPr>
          <a:xfrm>
            <a:off x="10439401" y="6419111"/>
            <a:ext cx="800099" cy="366183"/>
          </a:xfrm>
          <a:prstGeom prst="rect">
            <a:avLst/>
          </a:prstGeom>
        </p:spPr>
        <p:txBody>
          <a:bodyPr/>
          <a:lstStyle/>
          <a:p>
            <a:endParaRPr lang="en-IN"/>
          </a:p>
        </p:txBody>
      </p:sp>
      <p:sp>
        <p:nvSpPr>
          <p:cNvPr id="5" name="Slide Number Placeholder 4">
            <a:extLst>
              <a:ext uri="{FF2B5EF4-FFF2-40B4-BE49-F238E27FC236}">
                <a16:creationId xmlns:a16="http://schemas.microsoft.com/office/drawing/2014/main" id="{FE19A2EC-AC9D-E1AE-A7D9-2E9D5B9D1094}"/>
              </a:ext>
            </a:extLst>
          </p:cNvPr>
          <p:cNvSpPr>
            <a:spLocks noGrp="1"/>
          </p:cNvSpPr>
          <p:nvPr>
            <p:ph type="sldNum" sz="quarter" idx="18"/>
          </p:nvPr>
        </p:nvSpPr>
        <p:spPr/>
        <p:txBody>
          <a:bodyPr/>
          <a:lstStyle/>
          <a:p>
            <a:pPr>
              <a:defRPr/>
            </a:pPr>
            <a:fld id="{7B2119CD-3B2D-4CEB-B404-D2E3F8CD6D69}" type="slidenum">
              <a:rPr lang="en-IN" smtClean="0"/>
              <a:pPr>
                <a:defRPr/>
              </a:pPr>
              <a:t>‹#›</a:t>
            </a:fld>
            <a:endParaRPr lang="en-IN"/>
          </a:p>
        </p:txBody>
      </p:sp>
    </p:spTree>
    <p:extLst>
      <p:ext uri="{BB962C8B-B14F-4D97-AF65-F5344CB8AC3E}">
        <p14:creationId xmlns:p14="http://schemas.microsoft.com/office/powerpoint/2010/main" val="1201125916"/>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111.xml><?xml version="1.0" encoding="utf-8"?>
<p:sldLayout xmlns:a="http://schemas.openxmlformats.org/drawingml/2006/main" xmlns:r="http://schemas.openxmlformats.org/officeDocument/2006/relationships" xmlns:p="http://schemas.openxmlformats.org/presentationml/2006/main" showMasterSp="0" preserve="1" userDrawn="1">
  <p:cSld name="3_Title and Content Charcoal">
    <p:bg>
      <p:bgPr>
        <a:solidFill>
          <a:schemeClr val="tx1"/>
        </a:solidFill>
        <a:effectLst/>
      </p:bgPr>
    </p:bg>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E16D6E74-3911-4251-9210-E9AF0CB4653E}"/>
              </a:ext>
            </a:extLst>
          </p:cNvPr>
          <p:cNvSpPr>
            <a:spLocks noGrp="1"/>
          </p:cNvSpPr>
          <p:nvPr>
            <p:ph type="body" sz="quarter" idx="10" hasCustomPrompt="1"/>
          </p:nvPr>
        </p:nvSpPr>
        <p:spPr>
          <a:xfrm>
            <a:off x="670564" y="355600"/>
            <a:ext cx="6989233" cy="348813"/>
          </a:xfrm>
          <a:prstGeom prst="rect">
            <a:avLst/>
          </a:prstGeom>
        </p:spPr>
        <p:txBody>
          <a:bodyPr>
            <a:noAutofit/>
          </a:bodyPr>
          <a:lstStyle>
            <a:lvl1pPr>
              <a:defRPr sz="1200" b="0" cap="all" spc="200" baseline="0">
                <a:solidFill>
                  <a:schemeClr val="bg1"/>
                </a:solidFill>
                <a:latin typeface="+mn-lt"/>
              </a:defRPr>
            </a:lvl1pPr>
            <a:lvl2pPr marL="0" indent="0">
              <a:buNone/>
              <a:defRPr/>
            </a:lvl2pPr>
          </a:lstStyle>
          <a:p>
            <a:pPr lvl="0"/>
            <a:r>
              <a:rPr lang="en-US"/>
              <a:t>Eyebrow CALIBRI LIGHT 9Pt</a:t>
            </a:r>
          </a:p>
        </p:txBody>
      </p:sp>
      <p:sp>
        <p:nvSpPr>
          <p:cNvPr id="15" name="Content Placeholder 9">
            <a:extLst>
              <a:ext uri="{FF2B5EF4-FFF2-40B4-BE49-F238E27FC236}">
                <a16:creationId xmlns:a16="http://schemas.microsoft.com/office/drawing/2014/main" id="{DCEC16E3-E9C3-470B-B2C9-CBD23EA9860F}"/>
              </a:ext>
            </a:extLst>
          </p:cNvPr>
          <p:cNvSpPr>
            <a:spLocks noGrp="1"/>
          </p:cNvSpPr>
          <p:nvPr>
            <p:ph sz="quarter" idx="14"/>
          </p:nvPr>
        </p:nvSpPr>
        <p:spPr>
          <a:xfrm>
            <a:off x="670560" y="2289453"/>
            <a:ext cx="10861040" cy="3927515"/>
          </a:xfrm>
        </p:spPr>
        <p:txBody>
          <a:bodyPr/>
          <a:lstStyle>
            <a:lvl1pPr>
              <a:defRPr>
                <a:solidFill>
                  <a:schemeClr val="bg1"/>
                </a:solidFill>
              </a:defRPr>
            </a:lvl1pPr>
            <a:lvl2pPr>
              <a:defRPr sz="2133">
                <a:solidFill>
                  <a:schemeClr val="bg1"/>
                </a:solidFill>
              </a:defRPr>
            </a:lvl2pPr>
            <a:lvl3pPr>
              <a:defRPr sz="1867">
                <a:solidFill>
                  <a:schemeClr val="bg1"/>
                </a:solidFill>
              </a:defRPr>
            </a:lvl3pPr>
            <a:lvl4pPr>
              <a:defRPr sz="1600"/>
            </a:lvl4pPr>
            <a:lvl5pPr>
              <a:defRPr sz="1600"/>
            </a:lvl5pPr>
          </a:lstStyle>
          <a:p>
            <a:pPr lvl="0"/>
            <a:r>
              <a:rPr lang="en-US"/>
              <a:t>Click to edit Master text styles</a:t>
            </a:r>
          </a:p>
          <a:p>
            <a:pPr lvl="1"/>
            <a:r>
              <a:rPr lang="en-US"/>
              <a:t>Second level</a:t>
            </a:r>
          </a:p>
          <a:p>
            <a:pPr lvl="2"/>
            <a:r>
              <a:rPr lang="en-US"/>
              <a:t>Third level</a:t>
            </a:r>
          </a:p>
        </p:txBody>
      </p:sp>
      <p:sp>
        <p:nvSpPr>
          <p:cNvPr id="16" name="Text Placeholder 4">
            <a:extLst>
              <a:ext uri="{FF2B5EF4-FFF2-40B4-BE49-F238E27FC236}">
                <a16:creationId xmlns:a16="http://schemas.microsoft.com/office/drawing/2014/main" id="{5D5EEAD8-45FF-4137-A993-0E3B0A63B7A6}"/>
              </a:ext>
            </a:extLst>
          </p:cNvPr>
          <p:cNvSpPr>
            <a:spLocks noGrp="1"/>
          </p:cNvSpPr>
          <p:nvPr>
            <p:ph type="body" sz="quarter" idx="15" hasCustomPrompt="1"/>
          </p:nvPr>
        </p:nvSpPr>
        <p:spPr>
          <a:xfrm>
            <a:off x="670984" y="1778002"/>
            <a:ext cx="10860616" cy="520700"/>
          </a:xfrm>
          <a:prstGeom prst="rect">
            <a:avLst/>
          </a:prstGeom>
        </p:spPr>
        <p:txBody>
          <a:bodyPr>
            <a:noAutofit/>
          </a:bodyPr>
          <a:lstStyle>
            <a:lvl1pPr>
              <a:defRPr sz="2133" b="1" cap="none" baseline="0">
                <a:solidFill>
                  <a:schemeClr val="tx2"/>
                </a:solidFill>
                <a:latin typeface="+mj-lt"/>
              </a:defRPr>
            </a:lvl1pPr>
          </a:lstStyle>
          <a:p>
            <a:pPr lvl="0"/>
            <a:r>
              <a:rPr lang="en-US"/>
              <a:t>Subtitle Calibri 16pt Bold, Yellow</a:t>
            </a:r>
          </a:p>
        </p:txBody>
      </p:sp>
      <p:sp>
        <p:nvSpPr>
          <p:cNvPr id="7" name="Title 6">
            <a:extLst>
              <a:ext uri="{FF2B5EF4-FFF2-40B4-BE49-F238E27FC236}">
                <a16:creationId xmlns:a16="http://schemas.microsoft.com/office/drawing/2014/main" id="{1B071053-E294-48B6-82D4-81528F06E152}"/>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en-IN"/>
          </a:p>
        </p:txBody>
      </p:sp>
      <p:sp>
        <p:nvSpPr>
          <p:cNvPr id="2" name="Date Placeholder 1">
            <a:extLst>
              <a:ext uri="{FF2B5EF4-FFF2-40B4-BE49-F238E27FC236}">
                <a16:creationId xmlns:a16="http://schemas.microsoft.com/office/drawing/2014/main" id="{DFC00226-31E1-3AB5-4194-94C2D4E2FD7B}"/>
              </a:ext>
            </a:extLst>
          </p:cNvPr>
          <p:cNvSpPr>
            <a:spLocks noGrp="1"/>
          </p:cNvSpPr>
          <p:nvPr>
            <p:ph type="dt" sz="half" idx="16"/>
          </p:nvPr>
        </p:nvSpPr>
        <p:spPr>
          <a:xfrm>
            <a:off x="10439401" y="6419111"/>
            <a:ext cx="800099" cy="366183"/>
          </a:xfrm>
          <a:prstGeom prst="rect">
            <a:avLst/>
          </a:prstGeom>
        </p:spPr>
        <p:txBody>
          <a:bodyPr/>
          <a:lstStyle>
            <a:lvl1pPr>
              <a:defRPr>
                <a:solidFill>
                  <a:schemeClr val="bg1"/>
                </a:solidFill>
              </a:defRPr>
            </a:lvl1pPr>
          </a:lstStyle>
          <a:p>
            <a:endParaRPr lang="en-IN"/>
          </a:p>
        </p:txBody>
      </p:sp>
      <p:sp>
        <p:nvSpPr>
          <p:cNvPr id="5" name="Slide Number Placeholder 4">
            <a:extLst>
              <a:ext uri="{FF2B5EF4-FFF2-40B4-BE49-F238E27FC236}">
                <a16:creationId xmlns:a16="http://schemas.microsoft.com/office/drawing/2014/main" id="{FE19A2EC-AC9D-E1AE-A7D9-2E9D5B9D1094}"/>
              </a:ext>
            </a:extLst>
          </p:cNvPr>
          <p:cNvSpPr>
            <a:spLocks noGrp="1"/>
          </p:cNvSpPr>
          <p:nvPr>
            <p:ph type="sldNum" sz="quarter" idx="18"/>
          </p:nvPr>
        </p:nvSpPr>
        <p:spPr/>
        <p:txBody>
          <a:bodyPr/>
          <a:lstStyle>
            <a:lvl1pPr>
              <a:defRPr>
                <a:solidFill>
                  <a:schemeClr val="bg1"/>
                </a:solidFill>
              </a:defRPr>
            </a:lvl1pPr>
          </a:lstStyle>
          <a:p>
            <a:pPr>
              <a:defRPr/>
            </a:pPr>
            <a:fld id="{7B2119CD-3B2D-4CEB-B404-D2E3F8CD6D69}" type="slidenum">
              <a:rPr lang="en-IN" smtClean="0"/>
              <a:pPr>
                <a:defRPr/>
              </a:pPr>
              <a:t>‹#›</a:t>
            </a:fld>
            <a:endParaRPr lang="en-IN"/>
          </a:p>
        </p:txBody>
      </p:sp>
      <p:sp>
        <p:nvSpPr>
          <p:cNvPr id="3" name="Content Placeholder 2">
            <a:extLst>
              <a:ext uri="{FF2B5EF4-FFF2-40B4-BE49-F238E27FC236}">
                <a16:creationId xmlns:a16="http://schemas.microsoft.com/office/drawing/2014/main" id="{C44062AF-B517-84E4-CA46-7BAAC292DABB}"/>
              </a:ext>
            </a:extLst>
          </p:cNvPr>
          <p:cNvSpPr txBox="1">
            <a:spLocks/>
          </p:cNvSpPr>
          <p:nvPr userDrawn="1"/>
        </p:nvSpPr>
        <p:spPr bwMode="gray">
          <a:xfrm>
            <a:off x="670562" y="6344073"/>
            <a:ext cx="5082732" cy="374235"/>
          </a:xfrm>
          <a:prstGeom prst="rect">
            <a:avLst/>
          </a:prstGeom>
        </p:spPr>
        <p:txBody>
          <a:bodyPr vert="horz" lIns="0" tIns="0" rIns="0" bIns="0" anchor="b" anchorCtr="0"/>
          <a:lstStyle>
            <a:lvl1pPr marL="0" indent="0" algn="l" defTabSz="457200" rtl="0" eaLnBrk="1" latinLnBrk="0" hangingPunct="1">
              <a:spcBef>
                <a:spcPct val="20000"/>
              </a:spcBef>
              <a:buFont typeface="Arial"/>
              <a:buNone/>
              <a:defRPr sz="900" kern="1200">
                <a:solidFill>
                  <a:schemeClr val="tx1"/>
                </a:solidFill>
                <a:latin typeface="Georgia"/>
                <a:ea typeface="+mn-ea"/>
                <a:cs typeface="Georgia"/>
              </a:defRPr>
            </a:lvl1pPr>
            <a:lvl2pPr marL="457200" indent="0" algn="l" defTabSz="457200" rtl="0" eaLnBrk="1" latinLnBrk="0" hangingPunct="1">
              <a:spcBef>
                <a:spcPct val="20000"/>
              </a:spcBef>
              <a:buFont typeface="Arial"/>
              <a:buNone/>
              <a:defRPr sz="900" kern="1200">
                <a:solidFill>
                  <a:schemeClr val="tx1"/>
                </a:solidFill>
                <a:latin typeface="Georgia"/>
                <a:ea typeface="+mn-ea"/>
                <a:cs typeface="Georgia"/>
              </a:defRPr>
            </a:lvl2pPr>
            <a:lvl3pPr marL="914400" indent="0" algn="l" defTabSz="457200" rtl="0" eaLnBrk="1" latinLnBrk="0" hangingPunct="1">
              <a:spcBef>
                <a:spcPct val="20000"/>
              </a:spcBef>
              <a:buFont typeface="Arial"/>
              <a:buNone/>
              <a:defRPr sz="900" kern="1200">
                <a:solidFill>
                  <a:schemeClr val="tx1"/>
                </a:solidFill>
                <a:latin typeface="Georgia"/>
                <a:ea typeface="+mn-ea"/>
                <a:cs typeface="Georgia"/>
              </a:defRPr>
            </a:lvl3pPr>
            <a:lvl4pPr marL="1371600" indent="0" algn="l" defTabSz="457200" rtl="0" eaLnBrk="1" latinLnBrk="0" hangingPunct="1">
              <a:spcBef>
                <a:spcPct val="20000"/>
              </a:spcBef>
              <a:buFont typeface="Arial"/>
              <a:buNone/>
              <a:defRPr sz="900" kern="1200">
                <a:solidFill>
                  <a:schemeClr val="tx1"/>
                </a:solidFill>
                <a:latin typeface="Georgia"/>
                <a:ea typeface="+mn-ea"/>
                <a:cs typeface="Georgia"/>
              </a:defRPr>
            </a:lvl4pPr>
            <a:lvl5pPr marL="1828800" indent="0" algn="l" defTabSz="457200" rtl="0" eaLnBrk="1" latinLnBrk="0" hangingPunct="1">
              <a:spcBef>
                <a:spcPct val="20000"/>
              </a:spcBef>
              <a:buFont typeface="Arial"/>
              <a:buNone/>
              <a:defRPr sz="900" kern="1200">
                <a:solidFill>
                  <a:schemeClr val="tx1"/>
                </a:solidFill>
                <a:latin typeface="Georgia"/>
                <a:ea typeface="+mn-ea"/>
                <a:cs typeface="Georgia"/>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l" defTabSz="609570" rtl="0" eaLnBrk="1" fontAlgn="auto" latinLnBrk="0" hangingPunct="1">
              <a:lnSpc>
                <a:spcPct val="100000"/>
              </a:lnSpc>
              <a:spcBef>
                <a:spcPts val="0"/>
              </a:spcBef>
              <a:spcAft>
                <a:spcPts val="0"/>
              </a:spcAft>
              <a:buClrTx/>
              <a:buSzTx/>
              <a:buFont typeface="Arial"/>
              <a:buNone/>
              <a:tabLst/>
              <a:defRPr/>
            </a:pPr>
            <a:r>
              <a:rPr lang="en-US" sz="933" kern="1200">
                <a:solidFill>
                  <a:schemeClr val="bg2"/>
                </a:solidFill>
                <a:latin typeface="+mn-lt"/>
                <a:ea typeface="+mn-ea"/>
                <a:cs typeface="Calibri" panose="020F0502020204030204" pitchFamily="34" charset="0"/>
              </a:rPr>
              <a:t>The sensor housing, FreeStyle, Libre, and related brand marks are marks of Abbott.</a:t>
            </a:r>
          </a:p>
          <a:p>
            <a:pPr>
              <a:spcBef>
                <a:spcPts val="0"/>
              </a:spcBef>
            </a:pPr>
            <a:r>
              <a:rPr lang="en-US" sz="933" kern="1200">
                <a:solidFill>
                  <a:schemeClr val="bg2"/>
                </a:solidFill>
                <a:latin typeface="+mn-lt"/>
                <a:ea typeface="+mn-ea"/>
                <a:cs typeface="Calibri" panose="020F0502020204030204" pitchFamily="34" charset="0"/>
              </a:rPr>
              <a:t>Proprietary and confidential — do not distribute. ADC-XXXXX v1.0</a:t>
            </a:r>
          </a:p>
        </p:txBody>
      </p:sp>
    </p:spTree>
    <p:extLst>
      <p:ext uri="{BB962C8B-B14F-4D97-AF65-F5344CB8AC3E}">
        <p14:creationId xmlns:p14="http://schemas.microsoft.com/office/powerpoint/2010/main" val="657282277"/>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112.xml><?xml version="1.0" encoding="utf-8"?>
<p:sldLayout xmlns:a="http://schemas.openxmlformats.org/drawingml/2006/main" xmlns:r="http://schemas.openxmlformats.org/officeDocument/2006/relationships" xmlns:p="http://schemas.openxmlformats.org/presentationml/2006/main" showMasterSp="0" preserve="1" userDrawn="1">
  <p:cSld name="3_ToC Charcoal ">
    <p:bg>
      <p:bgPr>
        <a:solidFill>
          <a:schemeClr val="tx1"/>
        </a:solidFill>
        <a:effectLst/>
      </p:bgPr>
    </p:bg>
    <p:spTree>
      <p:nvGrpSpPr>
        <p:cNvPr id="1" name=""/>
        <p:cNvGrpSpPr/>
        <p:nvPr/>
      </p:nvGrpSpPr>
      <p:grpSpPr>
        <a:xfrm>
          <a:off x="0" y="0"/>
          <a:ext cx="0" cy="0"/>
          <a:chOff x="0" y="0"/>
          <a:chExt cx="0" cy="0"/>
        </a:xfrm>
      </p:grpSpPr>
      <p:sp>
        <p:nvSpPr>
          <p:cNvPr id="14" name="Text Placeholder 9">
            <a:extLst>
              <a:ext uri="{FF2B5EF4-FFF2-40B4-BE49-F238E27FC236}">
                <a16:creationId xmlns:a16="http://schemas.microsoft.com/office/drawing/2014/main" id="{05D9C096-3ECB-4476-AF46-67B691208D52}"/>
              </a:ext>
            </a:extLst>
          </p:cNvPr>
          <p:cNvSpPr>
            <a:spLocks noGrp="1"/>
          </p:cNvSpPr>
          <p:nvPr>
            <p:ph type="body" sz="quarter" idx="18" hasCustomPrompt="1"/>
          </p:nvPr>
        </p:nvSpPr>
        <p:spPr>
          <a:xfrm>
            <a:off x="670564" y="355600"/>
            <a:ext cx="5873673" cy="348813"/>
          </a:xfrm>
          <a:prstGeom prst="rect">
            <a:avLst/>
          </a:prstGeom>
        </p:spPr>
        <p:txBody>
          <a:bodyPr wrap="square">
            <a:noAutofit/>
          </a:bodyPr>
          <a:lstStyle>
            <a:lvl1pPr>
              <a:defRPr sz="1200" b="0" cap="all" spc="200" baseline="0">
                <a:solidFill>
                  <a:schemeClr val="bg1"/>
                </a:solidFill>
                <a:latin typeface="+mn-lt"/>
              </a:defRPr>
            </a:lvl1pPr>
            <a:lvl2pPr marL="0" indent="0">
              <a:buNone/>
              <a:defRPr/>
            </a:lvl2pPr>
          </a:lstStyle>
          <a:p>
            <a:pPr lvl="0"/>
            <a:r>
              <a:rPr lang="en-US"/>
              <a:t>Eyebrow CALIBRI LIGHT 9PT</a:t>
            </a:r>
          </a:p>
        </p:txBody>
      </p:sp>
      <p:sp>
        <p:nvSpPr>
          <p:cNvPr id="3" name="Title 2">
            <a:extLst>
              <a:ext uri="{FF2B5EF4-FFF2-40B4-BE49-F238E27FC236}">
                <a16:creationId xmlns:a16="http://schemas.microsoft.com/office/drawing/2014/main" id="{9A67DE3C-68DE-43DF-A233-910AFDC7FBD6}"/>
              </a:ext>
            </a:extLst>
          </p:cNvPr>
          <p:cNvSpPr>
            <a:spLocks noGrp="1"/>
          </p:cNvSpPr>
          <p:nvPr>
            <p:ph type="title"/>
          </p:nvPr>
        </p:nvSpPr>
        <p:spPr>
          <a:xfrm>
            <a:off x="670561" y="3581400"/>
            <a:ext cx="5044441" cy="2472267"/>
          </a:xfrm>
        </p:spPr>
        <p:txBody>
          <a:bodyPr anchor="b"/>
          <a:lstStyle>
            <a:lvl1pPr>
              <a:lnSpc>
                <a:spcPct val="80000"/>
              </a:lnSpc>
              <a:defRPr sz="5867" b="0">
                <a:solidFill>
                  <a:schemeClr val="tx2"/>
                </a:solidFill>
              </a:defRPr>
            </a:lvl1pPr>
          </a:lstStyle>
          <a:p>
            <a:r>
              <a:rPr lang="en-US"/>
              <a:t>Click to edit Master title style</a:t>
            </a:r>
            <a:endParaRPr lang="en-IN"/>
          </a:p>
        </p:txBody>
      </p:sp>
      <p:sp>
        <p:nvSpPr>
          <p:cNvPr id="2" name="Content Placeholder 2">
            <a:extLst>
              <a:ext uri="{FF2B5EF4-FFF2-40B4-BE49-F238E27FC236}">
                <a16:creationId xmlns:a16="http://schemas.microsoft.com/office/drawing/2014/main" id="{C563C71B-4B5A-DDA9-9DDB-2AA40696E52C}"/>
              </a:ext>
            </a:extLst>
          </p:cNvPr>
          <p:cNvSpPr txBox="1">
            <a:spLocks/>
          </p:cNvSpPr>
          <p:nvPr userDrawn="1"/>
        </p:nvSpPr>
        <p:spPr bwMode="gray">
          <a:xfrm>
            <a:off x="670562" y="6344073"/>
            <a:ext cx="5082732" cy="374235"/>
          </a:xfrm>
          <a:prstGeom prst="rect">
            <a:avLst/>
          </a:prstGeom>
        </p:spPr>
        <p:txBody>
          <a:bodyPr vert="horz" lIns="0" tIns="0" rIns="0" bIns="0" anchor="b" anchorCtr="0"/>
          <a:lstStyle>
            <a:lvl1pPr marL="0" indent="0" algn="l" defTabSz="457200" rtl="0" eaLnBrk="1" latinLnBrk="0" hangingPunct="1">
              <a:spcBef>
                <a:spcPct val="20000"/>
              </a:spcBef>
              <a:buFont typeface="Arial"/>
              <a:buNone/>
              <a:defRPr sz="900" kern="1200">
                <a:solidFill>
                  <a:schemeClr val="tx1"/>
                </a:solidFill>
                <a:latin typeface="Georgia"/>
                <a:ea typeface="+mn-ea"/>
                <a:cs typeface="Georgia"/>
              </a:defRPr>
            </a:lvl1pPr>
            <a:lvl2pPr marL="457200" indent="0" algn="l" defTabSz="457200" rtl="0" eaLnBrk="1" latinLnBrk="0" hangingPunct="1">
              <a:spcBef>
                <a:spcPct val="20000"/>
              </a:spcBef>
              <a:buFont typeface="Arial"/>
              <a:buNone/>
              <a:defRPr sz="900" kern="1200">
                <a:solidFill>
                  <a:schemeClr val="tx1"/>
                </a:solidFill>
                <a:latin typeface="Georgia"/>
                <a:ea typeface="+mn-ea"/>
                <a:cs typeface="Georgia"/>
              </a:defRPr>
            </a:lvl2pPr>
            <a:lvl3pPr marL="914400" indent="0" algn="l" defTabSz="457200" rtl="0" eaLnBrk="1" latinLnBrk="0" hangingPunct="1">
              <a:spcBef>
                <a:spcPct val="20000"/>
              </a:spcBef>
              <a:buFont typeface="Arial"/>
              <a:buNone/>
              <a:defRPr sz="900" kern="1200">
                <a:solidFill>
                  <a:schemeClr val="tx1"/>
                </a:solidFill>
                <a:latin typeface="Georgia"/>
                <a:ea typeface="+mn-ea"/>
                <a:cs typeface="Georgia"/>
              </a:defRPr>
            </a:lvl3pPr>
            <a:lvl4pPr marL="1371600" indent="0" algn="l" defTabSz="457200" rtl="0" eaLnBrk="1" latinLnBrk="0" hangingPunct="1">
              <a:spcBef>
                <a:spcPct val="20000"/>
              </a:spcBef>
              <a:buFont typeface="Arial"/>
              <a:buNone/>
              <a:defRPr sz="900" kern="1200">
                <a:solidFill>
                  <a:schemeClr val="tx1"/>
                </a:solidFill>
                <a:latin typeface="Georgia"/>
                <a:ea typeface="+mn-ea"/>
                <a:cs typeface="Georgia"/>
              </a:defRPr>
            </a:lvl4pPr>
            <a:lvl5pPr marL="1828800" indent="0" algn="l" defTabSz="457200" rtl="0" eaLnBrk="1" latinLnBrk="0" hangingPunct="1">
              <a:spcBef>
                <a:spcPct val="20000"/>
              </a:spcBef>
              <a:buFont typeface="Arial"/>
              <a:buNone/>
              <a:defRPr sz="900" kern="1200">
                <a:solidFill>
                  <a:schemeClr val="tx1"/>
                </a:solidFill>
                <a:latin typeface="Georgia"/>
                <a:ea typeface="+mn-ea"/>
                <a:cs typeface="Georgia"/>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l" defTabSz="609570" rtl="0" eaLnBrk="1" fontAlgn="auto" latinLnBrk="0" hangingPunct="1">
              <a:lnSpc>
                <a:spcPct val="100000"/>
              </a:lnSpc>
              <a:spcBef>
                <a:spcPts val="0"/>
              </a:spcBef>
              <a:spcAft>
                <a:spcPts val="0"/>
              </a:spcAft>
              <a:buClrTx/>
              <a:buSzTx/>
              <a:buFont typeface="Arial"/>
              <a:buNone/>
              <a:tabLst/>
              <a:defRPr/>
            </a:pPr>
            <a:r>
              <a:rPr lang="en-US" sz="933" kern="1200">
                <a:solidFill>
                  <a:schemeClr val="bg2"/>
                </a:solidFill>
                <a:latin typeface="+mn-lt"/>
                <a:ea typeface="+mn-ea"/>
                <a:cs typeface="Calibri" panose="020F0502020204030204" pitchFamily="34" charset="0"/>
              </a:rPr>
              <a:t>The sensor housing, FreeStyle, Libre, and related brand marks are marks of Abbott.</a:t>
            </a:r>
          </a:p>
          <a:p>
            <a:pPr>
              <a:spcBef>
                <a:spcPts val="0"/>
              </a:spcBef>
            </a:pPr>
            <a:r>
              <a:rPr lang="en-US" sz="933" kern="1200">
                <a:solidFill>
                  <a:schemeClr val="bg2"/>
                </a:solidFill>
                <a:latin typeface="+mn-lt"/>
                <a:ea typeface="+mn-ea"/>
                <a:cs typeface="Calibri" panose="020F0502020204030204" pitchFamily="34" charset="0"/>
              </a:rPr>
              <a:t>Proprietary and confidential — do not distribute. ADC-XXXXX v1.0</a:t>
            </a:r>
          </a:p>
        </p:txBody>
      </p:sp>
      <p:sp>
        <p:nvSpPr>
          <p:cNvPr id="4" name="Date Placeholder 3">
            <a:extLst>
              <a:ext uri="{FF2B5EF4-FFF2-40B4-BE49-F238E27FC236}">
                <a16:creationId xmlns:a16="http://schemas.microsoft.com/office/drawing/2014/main" id="{5738700B-D258-949F-207E-EB67DA60B2B8}"/>
              </a:ext>
            </a:extLst>
          </p:cNvPr>
          <p:cNvSpPr>
            <a:spLocks noGrp="1"/>
          </p:cNvSpPr>
          <p:nvPr>
            <p:ph type="dt" sz="half" idx="27"/>
          </p:nvPr>
        </p:nvSpPr>
        <p:spPr>
          <a:xfrm>
            <a:off x="10439401" y="6419111"/>
            <a:ext cx="800099" cy="366183"/>
          </a:xfrm>
          <a:prstGeom prst="rect">
            <a:avLst/>
          </a:prstGeom>
        </p:spPr>
        <p:txBody>
          <a:bodyPr/>
          <a:lstStyle>
            <a:lvl1pPr>
              <a:defRPr>
                <a:solidFill>
                  <a:srgbClr val="FFFFFF"/>
                </a:solidFill>
              </a:defRPr>
            </a:lvl1pPr>
          </a:lstStyle>
          <a:p>
            <a:endParaRPr lang="en-IN"/>
          </a:p>
        </p:txBody>
      </p:sp>
      <p:sp>
        <p:nvSpPr>
          <p:cNvPr id="11" name="Slide Number Placeholder 10">
            <a:extLst>
              <a:ext uri="{FF2B5EF4-FFF2-40B4-BE49-F238E27FC236}">
                <a16:creationId xmlns:a16="http://schemas.microsoft.com/office/drawing/2014/main" id="{56174A8B-E7BA-0B3C-4577-039B1E269150}"/>
              </a:ext>
            </a:extLst>
          </p:cNvPr>
          <p:cNvSpPr>
            <a:spLocks noGrp="1"/>
          </p:cNvSpPr>
          <p:nvPr>
            <p:ph type="sldNum" sz="quarter" idx="29"/>
          </p:nvPr>
        </p:nvSpPr>
        <p:spPr/>
        <p:txBody>
          <a:bodyPr/>
          <a:lstStyle>
            <a:lvl1pPr>
              <a:defRPr>
                <a:solidFill>
                  <a:srgbClr val="FFFFFF"/>
                </a:solidFill>
              </a:defRPr>
            </a:lvl1pPr>
          </a:lstStyle>
          <a:p>
            <a:pPr>
              <a:defRPr/>
            </a:pPr>
            <a:fld id="{7B2119CD-3B2D-4CEB-B404-D2E3F8CD6D69}" type="slidenum">
              <a:rPr lang="en-IN" smtClean="0"/>
              <a:pPr>
                <a:defRPr/>
              </a:pPr>
              <a:t>‹#›</a:t>
            </a:fld>
            <a:endParaRPr lang="en-IN"/>
          </a:p>
        </p:txBody>
      </p:sp>
    </p:spTree>
    <p:extLst>
      <p:ext uri="{BB962C8B-B14F-4D97-AF65-F5344CB8AC3E}">
        <p14:creationId xmlns:p14="http://schemas.microsoft.com/office/powerpoint/2010/main" val="222239532"/>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2_ToC White">
    <p:bg>
      <p:bgPr>
        <a:solidFill>
          <a:schemeClr val="bg1"/>
        </a:solidFill>
        <a:effectLst/>
      </p:bgPr>
    </p:bg>
    <p:spTree>
      <p:nvGrpSpPr>
        <p:cNvPr id="1" name=""/>
        <p:cNvGrpSpPr/>
        <p:nvPr/>
      </p:nvGrpSpPr>
      <p:grpSpPr>
        <a:xfrm>
          <a:off x="0" y="0"/>
          <a:ext cx="0" cy="0"/>
          <a:chOff x="0" y="0"/>
          <a:chExt cx="0" cy="0"/>
        </a:xfrm>
      </p:grpSpPr>
      <p:sp>
        <p:nvSpPr>
          <p:cNvPr id="14" name="Text Placeholder 9">
            <a:extLst>
              <a:ext uri="{FF2B5EF4-FFF2-40B4-BE49-F238E27FC236}">
                <a16:creationId xmlns:a16="http://schemas.microsoft.com/office/drawing/2014/main" id="{05D9C096-3ECB-4476-AF46-67B691208D52}"/>
              </a:ext>
            </a:extLst>
          </p:cNvPr>
          <p:cNvSpPr>
            <a:spLocks noGrp="1"/>
          </p:cNvSpPr>
          <p:nvPr>
            <p:ph type="body" sz="quarter" idx="18" hasCustomPrompt="1"/>
          </p:nvPr>
        </p:nvSpPr>
        <p:spPr>
          <a:xfrm>
            <a:off x="670564" y="355600"/>
            <a:ext cx="5873673" cy="348813"/>
          </a:xfrm>
          <a:prstGeom prst="rect">
            <a:avLst/>
          </a:prstGeom>
        </p:spPr>
        <p:txBody>
          <a:bodyPr wrap="square">
            <a:noAutofit/>
          </a:bodyPr>
          <a:lstStyle>
            <a:lvl1pPr>
              <a:defRPr sz="1200" b="0" cap="all" spc="200" baseline="0">
                <a:solidFill>
                  <a:srgbClr val="222731"/>
                </a:solidFill>
                <a:latin typeface="+mn-lt"/>
              </a:defRPr>
            </a:lvl1pPr>
            <a:lvl2pPr marL="0" indent="0">
              <a:buNone/>
              <a:defRPr/>
            </a:lvl2pPr>
          </a:lstStyle>
          <a:p>
            <a:pPr lvl="0"/>
            <a:r>
              <a:rPr lang="en-US"/>
              <a:t>Eyebrow CALIBRI LIGHT 9PT</a:t>
            </a:r>
          </a:p>
        </p:txBody>
      </p:sp>
      <p:sp>
        <p:nvSpPr>
          <p:cNvPr id="3" name="Title 2">
            <a:extLst>
              <a:ext uri="{FF2B5EF4-FFF2-40B4-BE49-F238E27FC236}">
                <a16:creationId xmlns:a16="http://schemas.microsoft.com/office/drawing/2014/main" id="{9A67DE3C-68DE-43DF-A233-910AFDC7FBD6}"/>
              </a:ext>
            </a:extLst>
          </p:cNvPr>
          <p:cNvSpPr>
            <a:spLocks noGrp="1"/>
          </p:cNvSpPr>
          <p:nvPr>
            <p:ph type="title"/>
          </p:nvPr>
        </p:nvSpPr>
        <p:spPr>
          <a:xfrm>
            <a:off x="670561" y="3581400"/>
            <a:ext cx="5044441" cy="2472267"/>
          </a:xfrm>
        </p:spPr>
        <p:txBody>
          <a:bodyPr anchor="b"/>
          <a:lstStyle>
            <a:lvl1pPr>
              <a:lnSpc>
                <a:spcPct val="80000"/>
              </a:lnSpc>
              <a:defRPr sz="5867" b="0">
                <a:solidFill>
                  <a:schemeClr val="tx1"/>
                </a:solidFill>
              </a:defRPr>
            </a:lvl1pPr>
          </a:lstStyle>
          <a:p>
            <a:r>
              <a:rPr lang="en-US"/>
              <a:t>Click to edit Master title style</a:t>
            </a:r>
            <a:endParaRPr lang="en-IN"/>
          </a:p>
        </p:txBody>
      </p:sp>
      <p:sp>
        <p:nvSpPr>
          <p:cNvPr id="4" name="Date Placeholder 3">
            <a:extLst>
              <a:ext uri="{FF2B5EF4-FFF2-40B4-BE49-F238E27FC236}">
                <a16:creationId xmlns:a16="http://schemas.microsoft.com/office/drawing/2014/main" id="{5738700B-D258-949F-207E-EB67DA60B2B8}"/>
              </a:ext>
            </a:extLst>
          </p:cNvPr>
          <p:cNvSpPr>
            <a:spLocks noGrp="1"/>
          </p:cNvSpPr>
          <p:nvPr>
            <p:ph type="dt" sz="half" idx="27"/>
          </p:nvPr>
        </p:nvSpPr>
        <p:spPr>
          <a:xfrm>
            <a:off x="10439401" y="6419111"/>
            <a:ext cx="800099" cy="366183"/>
          </a:xfrm>
          <a:prstGeom prst="rect">
            <a:avLst/>
          </a:prstGeom>
        </p:spPr>
        <p:txBody>
          <a:bodyPr/>
          <a:lstStyle>
            <a:lvl1pPr>
              <a:defRPr>
                <a:solidFill>
                  <a:schemeClr val="tx1"/>
                </a:solidFill>
              </a:defRPr>
            </a:lvl1pPr>
          </a:lstStyle>
          <a:p>
            <a:endParaRPr lang="en-IN"/>
          </a:p>
        </p:txBody>
      </p:sp>
      <p:sp>
        <p:nvSpPr>
          <p:cNvPr id="11" name="Slide Number Placeholder 10">
            <a:extLst>
              <a:ext uri="{FF2B5EF4-FFF2-40B4-BE49-F238E27FC236}">
                <a16:creationId xmlns:a16="http://schemas.microsoft.com/office/drawing/2014/main" id="{56174A8B-E7BA-0B3C-4577-039B1E269150}"/>
              </a:ext>
            </a:extLst>
          </p:cNvPr>
          <p:cNvSpPr>
            <a:spLocks noGrp="1"/>
          </p:cNvSpPr>
          <p:nvPr>
            <p:ph type="sldNum" sz="quarter" idx="29"/>
          </p:nvPr>
        </p:nvSpPr>
        <p:spPr/>
        <p:txBody>
          <a:bodyPr/>
          <a:lstStyle>
            <a:lvl1pPr>
              <a:defRPr>
                <a:solidFill>
                  <a:schemeClr val="tx1"/>
                </a:solidFill>
              </a:defRPr>
            </a:lvl1pPr>
          </a:lstStyle>
          <a:p>
            <a:pPr>
              <a:defRPr/>
            </a:pPr>
            <a:fld id="{7B2119CD-3B2D-4CEB-B404-D2E3F8CD6D69}" type="slidenum">
              <a:rPr lang="en-IN" smtClean="0"/>
              <a:pPr>
                <a:defRPr/>
              </a:pPr>
              <a:t>‹#›</a:t>
            </a:fld>
            <a:endParaRPr lang="en-IN"/>
          </a:p>
        </p:txBody>
      </p:sp>
    </p:spTree>
    <p:extLst>
      <p:ext uri="{BB962C8B-B14F-4D97-AF65-F5344CB8AC3E}">
        <p14:creationId xmlns:p14="http://schemas.microsoft.com/office/powerpoint/2010/main" val="1346907424"/>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114.xml><?xml version="1.0" encoding="utf-8"?>
<p:sldLayout xmlns:a="http://schemas.openxmlformats.org/drawingml/2006/main" xmlns:r="http://schemas.openxmlformats.org/officeDocument/2006/relationships" xmlns:p="http://schemas.openxmlformats.org/presentationml/2006/main" showMasterSp="0" preserve="1" userDrawn="1">
  <p:cSld name="3_Divider Charcoal Butterfly">
    <p:bg>
      <p:bgPr>
        <a:solidFill>
          <a:schemeClr val="tx1"/>
        </a:solidFill>
        <a:effectLst/>
      </p:bgPr>
    </p:bg>
    <p:spTree>
      <p:nvGrpSpPr>
        <p:cNvPr id="1" name=""/>
        <p:cNvGrpSpPr/>
        <p:nvPr/>
      </p:nvGrpSpPr>
      <p:grpSpPr>
        <a:xfrm>
          <a:off x="0" y="0"/>
          <a:ext cx="0" cy="0"/>
          <a:chOff x="0" y="0"/>
          <a:chExt cx="0" cy="0"/>
        </a:xfrm>
      </p:grpSpPr>
      <p:sp>
        <p:nvSpPr>
          <p:cNvPr id="14" name="Text Placeholder 9">
            <a:extLst>
              <a:ext uri="{FF2B5EF4-FFF2-40B4-BE49-F238E27FC236}">
                <a16:creationId xmlns:a16="http://schemas.microsoft.com/office/drawing/2014/main" id="{05D9C096-3ECB-4476-AF46-67B691208D52}"/>
              </a:ext>
            </a:extLst>
          </p:cNvPr>
          <p:cNvSpPr>
            <a:spLocks noGrp="1"/>
          </p:cNvSpPr>
          <p:nvPr>
            <p:ph type="body" sz="quarter" idx="18" hasCustomPrompt="1"/>
          </p:nvPr>
        </p:nvSpPr>
        <p:spPr>
          <a:xfrm>
            <a:off x="670564" y="355600"/>
            <a:ext cx="5873673" cy="348813"/>
          </a:xfrm>
          <a:prstGeom prst="rect">
            <a:avLst/>
          </a:prstGeom>
        </p:spPr>
        <p:txBody>
          <a:bodyPr wrap="square">
            <a:noAutofit/>
          </a:bodyPr>
          <a:lstStyle>
            <a:lvl1pPr>
              <a:defRPr sz="1200" b="0" cap="all" spc="200" baseline="0">
                <a:solidFill>
                  <a:schemeClr val="bg1"/>
                </a:solidFill>
                <a:latin typeface="+mn-lt"/>
              </a:defRPr>
            </a:lvl1pPr>
            <a:lvl2pPr marL="0" indent="0">
              <a:buNone/>
              <a:defRPr/>
            </a:lvl2pPr>
          </a:lstStyle>
          <a:p>
            <a:pPr lvl="0"/>
            <a:r>
              <a:rPr lang="en-US"/>
              <a:t>Eyebrow CALIBRI LIGHT 9PT</a:t>
            </a:r>
          </a:p>
        </p:txBody>
      </p:sp>
      <p:sp>
        <p:nvSpPr>
          <p:cNvPr id="3" name="Title 2">
            <a:extLst>
              <a:ext uri="{FF2B5EF4-FFF2-40B4-BE49-F238E27FC236}">
                <a16:creationId xmlns:a16="http://schemas.microsoft.com/office/drawing/2014/main" id="{9A67DE3C-68DE-43DF-A233-910AFDC7FBD6}"/>
              </a:ext>
            </a:extLst>
          </p:cNvPr>
          <p:cNvSpPr>
            <a:spLocks noGrp="1"/>
          </p:cNvSpPr>
          <p:nvPr>
            <p:ph type="title"/>
          </p:nvPr>
        </p:nvSpPr>
        <p:spPr>
          <a:xfrm>
            <a:off x="670559" y="2870200"/>
            <a:ext cx="9104620" cy="1117600"/>
          </a:xfrm>
        </p:spPr>
        <p:txBody>
          <a:bodyPr anchor="ctr"/>
          <a:lstStyle>
            <a:lvl1pPr>
              <a:defRPr sz="4800">
                <a:solidFill>
                  <a:schemeClr val="bg1"/>
                </a:solidFill>
              </a:defRPr>
            </a:lvl1pPr>
          </a:lstStyle>
          <a:p>
            <a:r>
              <a:rPr lang="en-US"/>
              <a:t>Click to edit Master title style</a:t>
            </a:r>
            <a:endParaRPr lang="en-IN"/>
          </a:p>
        </p:txBody>
      </p:sp>
      <p:sp>
        <p:nvSpPr>
          <p:cNvPr id="2" name="Content Placeholder 2">
            <a:extLst>
              <a:ext uri="{FF2B5EF4-FFF2-40B4-BE49-F238E27FC236}">
                <a16:creationId xmlns:a16="http://schemas.microsoft.com/office/drawing/2014/main" id="{C563C71B-4B5A-DDA9-9DDB-2AA40696E52C}"/>
              </a:ext>
            </a:extLst>
          </p:cNvPr>
          <p:cNvSpPr txBox="1">
            <a:spLocks/>
          </p:cNvSpPr>
          <p:nvPr userDrawn="1"/>
        </p:nvSpPr>
        <p:spPr bwMode="gray">
          <a:xfrm>
            <a:off x="670562" y="6344073"/>
            <a:ext cx="5082732" cy="374235"/>
          </a:xfrm>
          <a:prstGeom prst="rect">
            <a:avLst/>
          </a:prstGeom>
        </p:spPr>
        <p:txBody>
          <a:bodyPr vert="horz" lIns="0" tIns="0" rIns="0" bIns="0" anchor="b" anchorCtr="0"/>
          <a:lstStyle>
            <a:lvl1pPr marL="0" indent="0" algn="l" defTabSz="457200" rtl="0" eaLnBrk="1" latinLnBrk="0" hangingPunct="1">
              <a:spcBef>
                <a:spcPct val="20000"/>
              </a:spcBef>
              <a:buFont typeface="Arial"/>
              <a:buNone/>
              <a:defRPr sz="900" kern="1200">
                <a:solidFill>
                  <a:schemeClr val="tx1"/>
                </a:solidFill>
                <a:latin typeface="Georgia"/>
                <a:ea typeface="+mn-ea"/>
                <a:cs typeface="Georgia"/>
              </a:defRPr>
            </a:lvl1pPr>
            <a:lvl2pPr marL="457200" indent="0" algn="l" defTabSz="457200" rtl="0" eaLnBrk="1" latinLnBrk="0" hangingPunct="1">
              <a:spcBef>
                <a:spcPct val="20000"/>
              </a:spcBef>
              <a:buFont typeface="Arial"/>
              <a:buNone/>
              <a:defRPr sz="900" kern="1200">
                <a:solidFill>
                  <a:schemeClr val="tx1"/>
                </a:solidFill>
                <a:latin typeface="Georgia"/>
                <a:ea typeface="+mn-ea"/>
                <a:cs typeface="Georgia"/>
              </a:defRPr>
            </a:lvl2pPr>
            <a:lvl3pPr marL="914400" indent="0" algn="l" defTabSz="457200" rtl="0" eaLnBrk="1" latinLnBrk="0" hangingPunct="1">
              <a:spcBef>
                <a:spcPct val="20000"/>
              </a:spcBef>
              <a:buFont typeface="Arial"/>
              <a:buNone/>
              <a:defRPr sz="900" kern="1200">
                <a:solidFill>
                  <a:schemeClr val="tx1"/>
                </a:solidFill>
                <a:latin typeface="Georgia"/>
                <a:ea typeface="+mn-ea"/>
                <a:cs typeface="Georgia"/>
              </a:defRPr>
            </a:lvl3pPr>
            <a:lvl4pPr marL="1371600" indent="0" algn="l" defTabSz="457200" rtl="0" eaLnBrk="1" latinLnBrk="0" hangingPunct="1">
              <a:spcBef>
                <a:spcPct val="20000"/>
              </a:spcBef>
              <a:buFont typeface="Arial"/>
              <a:buNone/>
              <a:defRPr sz="900" kern="1200">
                <a:solidFill>
                  <a:schemeClr val="tx1"/>
                </a:solidFill>
                <a:latin typeface="Georgia"/>
                <a:ea typeface="+mn-ea"/>
                <a:cs typeface="Georgia"/>
              </a:defRPr>
            </a:lvl4pPr>
            <a:lvl5pPr marL="1828800" indent="0" algn="l" defTabSz="457200" rtl="0" eaLnBrk="1" latinLnBrk="0" hangingPunct="1">
              <a:spcBef>
                <a:spcPct val="20000"/>
              </a:spcBef>
              <a:buFont typeface="Arial"/>
              <a:buNone/>
              <a:defRPr sz="900" kern="1200">
                <a:solidFill>
                  <a:schemeClr val="tx1"/>
                </a:solidFill>
                <a:latin typeface="Georgia"/>
                <a:ea typeface="+mn-ea"/>
                <a:cs typeface="Georgia"/>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l" defTabSz="609570" rtl="0" eaLnBrk="1" fontAlgn="auto" latinLnBrk="0" hangingPunct="1">
              <a:lnSpc>
                <a:spcPct val="100000"/>
              </a:lnSpc>
              <a:spcBef>
                <a:spcPts val="0"/>
              </a:spcBef>
              <a:spcAft>
                <a:spcPts val="0"/>
              </a:spcAft>
              <a:buClrTx/>
              <a:buSzTx/>
              <a:buFont typeface="Arial"/>
              <a:buNone/>
              <a:tabLst/>
              <a:defRPr/>
            </a:pPr>
            <a:r>
              <a:rPr lang="en-US" sz="933" kern="1200">
                <a:solidFill>
                  <a:schemeClr val="bg2"/>
                </a:solidFill>
                <a:latin typeface="+mn-lt"/>
                <a:ea typeface="+mn-ea"/>
                <a:cs typeface="Calibri" panose="020F0502020204030204" pitchFamily="34" charset="0"/>
              </a:rPr>
              <a:t>The sensor housing, FreeStyle, Libre, and related brand marks are marks of Abbott.</a:t>
            </a:r>
          </a:p>
          <a:p>
            <a:pPr>
              <a:spcBef>
                <a:spcPts val="0"/>
              </a:spcBef>
            </a:pPr>
            <a:r>
              <a:rPr lang="en-US" sz="933" kern="1200">
                <a:solidFill>
                  <a:schemeClr val="bg2"/>
                </a:solidFill>
                <a:latin typeface="+mn-lt"/>
                <a:ea typeface="+mn-ea"/>
                <a:cs typeface="Calibri" panose="020F0502020204030204" pitchFamily="34" charset="0"/>
              </a:rPr>
              <a:t>Proprietary and confidential — do not distribute. ADC-XXXXX v1.0</a:t>
            </a:r>
          </a:p>
        </p:txBody>
      </p:sp>
      <p:sp>
        <p:nvSpPr>
          <p:cNvPr id="4" name="Date Placeholder 3">
            <a:extLst>
              <a:ext uri="{FF2B5EF4-FFF2-40B4-BE49-F238E27FC236}">
                <a16:creationId xmlns:a16="http://schemas.microsoft.com/office/drawing/2014/main" id="{5738700B-D258-949F-207E-EB67DA60B2B8}"/>
              </a:ext>
            </a:extLst>
          </p:cNvPr>
          <p:cNvSpPr>
            <a:spLocks noGrp="1"/>
          </p:cNvSpPr>
          <p:nvPr>
            <p:ph type="dt" sz="half" idx="27"/>
          </p:nvPr>
        </p:nvSpPr>
        <p:spPr>
          <a:xfrm>
            <a:off x="10439401" y="6419111"/>
            <a:ext cx="800099" cy="366183"/>
          </a:xfrm>
          <a:prstGeom prst="rect">
            <a:avLst/>
          </a:prstGeom>
        </p:spPr>
        <p:txBody>
          <a:bodyPr/>
          <a:lstStyle>
            <a:lvl1pPr>
              <a:defRPr>
                <a:solidFill>
                  <a:schemeClr val="bg2"/>
                </a:solidFill>
              </a:defRPr>
            </a:lvl1pPr>
          </a:lstStyle>
          <a:p>
            <a:endParaRPr lang="en-IN"/>
          </a:p>
        </p:txBody>
      </p:sp>
      <p:sp>
        <p:nvSpPr>
          <p:cNvPr id="11" name="Slide Number Placeholder 10">
            <a:extLst>
              <a:ext uri="{FF2B5EF4-FFF2-40B4-BE49-F238E27FC236}">
                <a16:creationId xmlns:a16="http://schemas.microsoft.com/office/drawing/2014/main" id="{56174A8B-E7BA-0B3C-4577-039B1E269150}"/>
              </a:ext>
            </a:extLst>
          </p:cNvPr>
          <p:cNvSpPr>
            <a:spLocks noGrp="1"/>
          </p:cNvSpPr>
          <p:nvPr>
            <p:ph type="sldNum" sz="quarter" idx="29"/>
          </p:nvPr>
        </p:nvSpPr>
        <p:spPr/>
        <p:txBody>
          <a:bodyPr/>
          <a:lstStyle>
            <a:lvl1pPr>
              <a:defRPr>
                <a:solidFill>
                  <a:schemeClr val="bg2"/>
                </a:solidFill>
              </a:defRPr>
            </a:lvl1pPr>
          </a:lstStyle>
          <a:p>
            <a:pPr>
              <a:defRPr/>
            </a:pPr>
            <a:fld id="{7B2119CD-3B2D-4CEB-B404-D2E3F8CD6D69}" type="slidenum">
              <a:rPr lang="en-IN" smtClean="0"/>
              <a:pPr>
                <a:defRPr/>
              </a:pPr>
              <a:t>‹#›</a:t>
            </a:fld>
            <a:endParaRPr lang="en-IN"/>
          </a:p>
        </p:txBody>
      </p:sp>
      <p:pic>
        <p:nvPicPr>
          <p:cNvPr id="5" name="Graphic 4">
            <a:extLst>
              <a:ext uri="{FF2B5EF4-FFF2-40B4-BE49-F238E27FC236}">
                <a16:creationId xmlns:a16="http://schemas.microsoft.com/office/drawing/2014/main" id="{28561880-BDA3-174E-1F62-FF3C7E272FBD}"/>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452102" y="5194302"/>
            <a:ext cx="1079500" cy="1079500"/>
          </a:xfrm>
          <a:prstGeom prst="rect">
            <a:avLst/>
          </a:prstGeom>
        </p:spPr>
      </p:pic>
    </p:spTree>
    <p:extLst>
      <p:ext uri="{BB962C8B-B14F-4D97-AF65-F5344CB8AC3E}">
        <p14:creationId xmlns:p14="http://schemas.microsoft.com/office/powerpoint/2010/main" val="885149528"/>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userDrawn="1">
  <p:cSld name="2_Divider Yellow Butterfly">
    <p:bg>
      <p:bgPr>
        <a:solidFill>
          <a:schemeClr val="tx2"/>
        </a:solidFill>
        <a:effectLst/>
      </p:bgPr>
    </p:bg>
    <p:spTree>
      <p:nvGrpSpPr>
        <p:cNvPr id="1" name=""/>
        <p:cNvGrpSpPr/>
        <p:nvPr/>
      </p:nvGrpSpPr>
      <p:grpSpPr>
        <a:xfrm>
          <a:off x="0" y="0"/>
          <a:ext cx="0" cy="0"/>
          <a:chOff x="0" y="0"/>
          <a:chExt cx="0" cy="0"/>
        </a:xfrm>
      </p:grpSpPr>
      <p:sp>
        <p:nvSpPr>
          <p:cNvPr id="14" name="Text Placeholder 9">
            <a:extLst>
              <a:ext uri="{FF2B5EF4-FFF2-40B4-BE49-F238E27FC236}">
                <a16:creationId xmlns:a16="http://schemas.microsoft.com/office/drawing/2014/main" id="{05D9C096-3ECB-4476-AF46-67B691208D52}"/>
              </a:ext>
            </a:extLst>
          </p:cNvPr>
          <p:cNvSpPr>
            <a:spLocks noGrp="1"/>
          </p:cNvSpPr>
          <p:nvPr>
            <p:ph type="body" sz="quarter" idx="18" hasCustomPrompt="1"/>
          </p:nvPr>
        </p:nvSpPr>
        <p:spPr>
          <a:xfrm>
            <a:off x="670564" y="355600"/>
            <a:ext cx="5873673" cy="348813"/>
          </a:xfrm>
          <a:prstGeom prst="rect">
            <a:avLst/>
          </a:prstGeom>
        </p:spPr>
        <p:txBody>
          <a:bodyPr wrap="square">
            <a:noAutofit/>
          </a:bodyPr>
          <a:lstStyle>
            <a:lvl1pPr>
              <a:defRPr sz="1200" b="0" cap="all" spc="200" baseline="0">
                <a:solidFill>
                  <a:schemeClr val="tx1"/>
                </a:solidFill>
                <a:latin typeface="+mn-lt"/>
              </a:defRPr>
            </a:lvl1pPr>
            <a:lvl2pPr marL="0" indent="0">
              <a:buNone/>
              <a:defRPr/>
            </a:lvl2pPr>
          </a:lstStyle>
          <a:p>
            <a:pPr lvl="0"/>
            <a:r>
              <a:rPr lang="en-US"/>
              <a:t>Eyebrow CALIBRI LIGHT 9PT</a:t>
            </a:r>
          </a:p>
        </p:txBody>
      </p:sp>
      <p:sp>
        <p:nvSpPr>
          <p:cNvPr id="3" name="Title 2">
            <a:extLst>
              <a:ext uri="{FF2B5EF4-FFF2-40B4-BE49-F238E27FC236}">
                <a16:creationId xmlns:a16="http://schemas.microsoft.com/office/drawing/2014/main" id="{9A67DE3C-68DE-43DF-A233-910AFDC7FBD6}"/>
              </a:ext>
            </a:extLst>
          </p:cNvPr>
          <p:cNvSpPr>
            <a:spLocks noGrp="1"/>
          </p:cNvSpPr>
          <p:nvPr>
            <p:ph type="title"/>
          </p:nvPr>
        </p:nvSpPr>
        <p:spPr>
          <a:xfrm>
            <a:off x="670559" y="2870200"/>
            <a:ext cx="9104620" cy="1117600"/>
          </a:xfrm>
        </p:spPr>
        <p:txBody>
          <a:bodyPr anchor="ctr"/>
          <a:lstStyle>
            <a:lvl1pPr>
              <a:defRPr sz="4800">
                <a:solidFill>
                  <a:schemeClr val="tx1"/>
                </a:solidFill>
              </a:defRPr>
            </a:lvl1pPr>
          </a:lstStyle>
          <a:p>
            <a:r>
              <a:rPr lang="en-US"/>
              <a:t>Click to edit Master title style</a:t>
            </a:r>
            <a:endParaRPr lang="en-IN"/>
          </a:p>
        </p:txBody>
      </p:sp>
      <p:pic>
        <p:nvPicPr>
          <p:cNvPr id="5" name="Graphic 4">
            <a:extLst>
              <a:ext uri="{FF2B5EF4-FFF2-40B4-BE49-F238E27FC236}">
                <a16:creationId xmlns:a16="http://schemas.microsoft.com/office/drawing/2014/main" id="{28561880-BDA3-174E-1F62-FF3C7E272FBD}"/>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452102" y="5194302"/>
            <a:ext cx="1079500" cy="1079500"/>
          </a:xfrm>
          <a:prstGeom prst="rect">
            <a:avLst/>
          </a:prstGeom>
        </p:spPr>
      </p:pic>
      <p:sp>
        <p:nvSpPr>
          <p:cNvPr id="6" name="Date Placeholder 5">
            <a:extLst>
              <a:ext uri="{FF2B5EF4-FFF2-40B4-BE49-F238E27FC236}">
                <a16:creationId xmlns:a16="http://schemas.microsoft.com/office/drawing/2014/main" id="{25E9370C-AE2C-D47D-B8B8-B9B2540865CF}"/>
              </a:ext>
            </a:extLst>
          </p:cNvPr>
          <p:cNvSpPr>
            <a:spLocks noGrp="1"/>
          </p:cNvSpPr>
          <p:nvPr>
            <p:ph type="dt" sz="half" idx="19"/>
          </p:nvPr>
        </p:nvSpPr>
        <p:spPr>
          <a:xfrm>
            <a:off x="10439401" y="6419111"/>
            <a:ext cx="800099" cy="366183"/>
          </a:xfrm>
          <a:prstGeom prst="rect">
            <a:avLst/>
          </a:prstGeom>
        </p:spPr>
        <p:txBody>
          <a:bodyPr/>
          <a:lstStyle/>
          <a:p>
            <a:endParaRPr lang="en-IN"/>
          </a:p>
        </p:txBody>
      </p:sp>
      <p:sp>
        <p:nvSpPr>
          <p:cNvPr id="9" name="Slide Number Placeholder 8">
            <a:extLst>
              <a:ext uri="{FF2B5EF4-FFF2-40B4-BE49-F238E27FC236}">
                <a16:creationId xmlns:a16="http://schemas.microsoft.com/office/drawing/2014/main" id="{97C25970-3ECE-F88E-BE46-840B7040CA41}"/>
              </a:ext>
            </a:extLst>
          </p:cNvPr>
          <p:cNvSpPr>
            <a:spLocks noGrp="1"/>
          </p:cNvSpPr>
          <p:nvPr>
            <p:ph type="sldNum" sz="quarter" idx="21"/>
          </p:nvPr>
        </p:nvSpPr>
        <p:spPr/>
        <p:txBody>
          <a:bodyPr/>
          <a:lstStyle/>
          <a:p>
            <a:pPr>
              <a:defRPr/>
            </a:pPr>
            <a:fld id="{7B2119CD-3B2D-4CEB-B404-D2E3F8CD6D69}" type="slidenum">
              <a:rPr lang="en-IN" smtClean="0"/>
              <a:pPr>
                <a:defRPr/>
              </a:pPr>
              <a:t>‹#›</a:t>
            </a:fld>
            <a:endParaRPr lang="en-IN"/>
          </a:p>
        </p:txBody>
      </p:sp>
    </p:spTree>
    <p:extLst>
      <p:ext uri="{BB962C8B-B14F-4D97-AF65-F5344CB8AC3E}">
        <p14:creationId xmlns:p14="http://schemas.microsoft.com/office/powerpoint/2010/main" val="539823269"/>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userDrawn="1">
  <p:cSld name="2_Divider White Butterfly">
    <p:bg>
      <p:bgPr>
        <a:solidFill>
          <a:schemeClr val="bg1"/>
        </a:solidFill>
        <a:effectLst/>
      </p:bgPr>
    </p:bg>
    <p:spTree>
      <p:nvGrpSpPr>
        <p:cNvPr id="1" name=""/>
        <p:cNvGrpSpPr/>
        <p:nvPr/>
      </p:nvGrpSpPr>
      <p:grpSpPr>
        <a:xfrm>
          <a:off x="0" y="0"/>
          <a:ext cx="0" cy="0"/>
          <a:chOff x="0" y="0"/>
          <a:chExt cx="0" cy="0"/>
        </a:xfrm>
      </p:grpSpPr>
      <p:sp>
        <p:nvSpPr>
          <p:cNvPr id="14" name="Text Placeholder 9">
            <a:extLst>
              <a:ext uri="{FF2B5EF4-FFF2-40B4-BE49-F238E27FC236}">
                <a16:creationId xmlns:a16="http://schemas.microsoft.com/office/drawing/2014/main" id="{05D9C096-3ECB-4476-AF46-67B691208D52}"/>
              </a:ext>
            </a:extLst>
          </p:cNvPr>
          <p:cNvSpPr>
            <a:spLocks noGrp="1"/>
          </p:cNvSpPr>
          <p:nvPr>
            <p:ph type="body" sz="quarter" idx="18" hasCustomPrompt="1"/>
          </p:nvPr>
        </p:nvSpPr>
        <p:spPr>
          <a:xfrm>
            <a:off x="670564" y="355600"/>
            <a:ext cx="5873673" cy="348813"/>
          </a:xfrm>
          <a:prstGeom prst="rect">
            <a:avLst/>
          </a:prstGeom>
        </p:spPr>
        <p:txBody>
          <a:bodyPr wrap="square">
            <a:noAutofit/>
          </a:bodyPr>
          <a:lstStyle>
            <a:lvl1pPr>
              <a:defRPr sz="1200" b="0" cap="all" spc="200" baseline="0">
                <a:solidFill>
                  <a:schemeClr val="tx1"/>
                </a:solidFill>
                <a:latin typeface="+mn-lt"/>
              </a:defRPr>
            </a:lvl1pPr>
            <a:lvl2pPr marL="0" indent="0">
              <a:buNone/>
              <a:defRPr/>
            </a:lvl2pPr>
          </a:lstStyle>
          <a:p>
            <a:pPr lvl="0"/>
            <a:r>
              <a:rPr lang="en-US"/>
              <a:t>Eyebrow CALIBRI LIGHT 9PT</a:t>
            </a:r>
          </a:p>
        </p:txBody>
      </p:sp>
      <p:sp>
        <p:nvSpPr>
          <p:cNvPr id="3" name="Title 2">
            <a:extLst>
              <a:ext uri="{FF2B5EF4-FFF2-40B4-BE49-F238E27FC236}">
                <a16:creationId xmlns:a16="http://schemas.microsoft.com/office/drawing/2014/main" id="{9A67DE3C-68DE-43DF-A233-910AFDC7FBD6}"/>
              </a:ext>
            </a:extLst>
          </p:cNvPr>
          <p:cNvSpPr>
            <a:spLocks noGrp="1"/>
          </p:cNvSpPr>
          <p:nvPr>
            <p:ph type="title"/>
          </p:nvPr>
        </p:nvSpPr>
        <p:spPr>
          <a:xfrm>
            <a:off x="670559" y="2870200"/>
            <a:ext cx="9104620" cy="1117600"/>
          </a:xfrm>
        </p:spPr>
        <p:txBody>
          <a:bodyPr anchor="ctr"/>
          <a:lstStyle>
            <a:lvl1pPr>
              <a:defRPr sz="4800">
                <a:solidFill>
                  <a:schemeClr val="tx1"/>
                </a:solidFill>
              </a:defRPr>
            </a:lvl1pPr>
          </a:lstStyle>
          <a:p>
            <a:r>
              <a:rPr lang="en-US"/>
              <a:t>Click to edit Master title style</a:t>
            </a:r>
            <a:endParaRPr lang="en-IN"/>
          </a:p>
        </p:txBody>
      </p:sp>
      <p:sp>
        <p:nvSpPr>
          <p:cNvPr id="6" name="Date Placeholder 5">
            <a:extLst>
              <a:ext uri="{FF2B5EF4-FFF2-40B4-BE49-F238E27FC236}">
                <a16:creationId xmlns:a16="http://schemas.microsoft.com/office/drawing/2014/main" id="{25E9370C-AE2C-D47D-B8B8-B9B2540865CF}"/>
              </a:ext>
            </a:extLst>
          </p:cNvPr>
          <p:cNvSpPr>
            <a:spLocks noGrp="1"/>
          </p:cNvSpPr>
          <p:nvPr>
            <p:ph type="dt" sz="half" idx="19"/>
          </p:nvPr>
        </p:nvSpPr>
        <p:spPr>
          <a:xfrm>
            <a:off x="10439401" y="6419111"/>
            <a:ext cx="800099" cy="366183"/>
          </a:xfrm>
          <a:prstGeom prst="rect">
            <a:avLst/>
          </a:prstGeom>
        </p:spPr>
        <p:txBody>
          <a:bodyPr/>
          <a:lstStyle/>
          <a:p>
            <a:endParaRPr lang="en-IN"/>
          </a:p>
        </p:txBody>
      </p:sp>
      <p:sp>
        <p:nvSpPr>
          <p:cNvPr id="9" name="Slide Number Placeholder 8">
            <a:extLst>
              <a:ext uri="{FF2B5EF4-FFF2-40B4-BE49-F238E27FC236}">
                <a16:creationId xmlns:a16="http://schemas.microsoft.com/office/drawing/2014/main" id="{97C25970-3ECE-F88E-BE46-840B7040CA41}"/>
              </a:ext>
            </a:extLst>
          </p:cNvPr>
          <p:cNvSpPr>
            <a:spLocks noGrp="1"/>
          </p:cNvSpPr>
          <p:nvPr>
            <p:ph type="sldNum" sz="quarter" idx="21"/>
          </p:nvPr>
        </p:nvSpPr>
        <p:spPr/>
        <p:txBody>
          <a:bodyPr/>
          <a:lstStyle/>
          <a:p>
            <a:pPr>
              <a:defRPr/>
            </a:pPr>
            <a:fld id="{7B2119CD-3B2D-4CEB-B404-D2E3F8CD6D69}" type="slidenum">
              <a:rPr lang="en-IN" smtClean="0"/>
              <a:pPr>
                <a:defRPr/>
              </a:pPr>
              <a:t>‹#›</a:t>
            </a:fld>
            <a:endParaRPr lang="en-IN"/>
          </a:p>
        </p:txBody>
      </p:sp>
      <p:pic>
        <p:nvPicPr>
          <p:cNvPr id="2" name="Graphic 1">
            <a:extLst>
              <a:ext uri="{FF2B5EF4-FFF2-40B4-BE49-F238E27FC236}">
                <a16:creationId xmlns:a16="http://schemas.microsoft.com/office/drawing/2014/main" id="{100E0B5C-EFA9-0C1D-CB92-C3CEA895B9E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452102" y="5194302"/>
            <a:ext cx="1079500" cy="1079500"/>
          </a:xfrm>
          <a:prstGeom prst="rect">
            <a:avLst/>
          </a:prstGeom>
        </p:spPr>
      </p:pic>
    </p:spTree>
    <p:extLst>
      <p:ext uri="{BB962C8B-B14F-4D97-AF65-F5344CB8AC3E}">
        <p14:creationId xmlns:p14="http://schemas.microsoft.com/office/powerpoint/2010/main" val="655920732"/>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userDrawn="1">
  <p:cSld name="3_(L) Half-content &amp; full image layout">
    <p:spTree>
      <p:nvGrpSpPr>
        <p:cNvPr id="1" name=""/>
        <p:cNvGrpSpPr/>
        <p:nvPr/>
      </p:nvGrpSpPr>
      <p:grpSpPr>
        <a:xfrm>
          <a:off x="0" y="0"/>
          <a:ext cx="0" cy="0"/>
          <a:chOff x="0" y="0"/>
          <a:chExt cx="0" cy="0"/>
        </a:xfrm>
      </p:grpSpPr>
      <p:sp>
        <p:nvSpPr>
          <p:cNvPr id="5" name="Picture Placeholder 9">
            <a:extLst>
              <a:ext uri="{FF2B5EF4-FFF2-40B4-BE49-F238E27FC236}">
                <a16:creationId xmlns:a16="http://schemas.microsoft.com/office/drawing/2014/main" id="{EBBC6B44-1A66-4C17-802D-CD6F3BEB84DB}"/>
              </a:ext>
            </a:extLst>
          </p:cNvPr>
          <p:cNvSpPr>
            <a:spLocks noGrp="1"/>
          </p:cNvSpPr>
          <p:nvPr>
            <p:ph type="pic" sz="quarter" idx="14" hasCustomPrompt="1"/>
          </p:nvPr>
        </p:nvSpPr>
        <p:spPr>
          <a:xfrm>
            <a:off x="1" y="0"/>
            <a:ext cx="12192000" cy="6858000"/>
          </a:xfrm>
          <a:prstGeom prst="rect">
            <a:avLst/>
          </a:prstGeom>
          <a:solidFill>
            <a:srgbClr val="EAEAEA"/>
          </a:solidFill>
          <a:ln>
            <a:noFill/>
          </a:ln>
          <a:effectLst/>
        </p:spPr>
        <p:txBody>
          <a:bodyPr lIns="365760" rIns="365760" anchor="ctr" anchorCtr="1"/>
          <a:lstStyle>
            <a:lvl1pPr marL="5035299" indent="0" algn="l">
              <a:tabLst/>
              <a:defRPr sz="2400" b="0" baseline="0">
                <a:solidFill>
                  <a:schemeClr val="tx1"/>
                </a:solidFill>
                <a:latin typeface="+mn-lt"/>
              </a:defRPr>
            </a:lvl1pPr>
          </a:lstStyle>
          <a:p>
            <a:r>
              <a:rPr lang="en-US"/>
              <a:t>Insert an image</a:t>
            </a:r>
            <a:br>
              <a:rPr lang="en-US"/>
            </a:br>
            <a:r>
              <a:rPr lang="en-US"/>
              <a:t>within this placeholder </a:t>
            </a:r>
          </a:p>
        </p:txBody>
      </p:sp>
      <p:sp>
        <p:nvSpPr>
          <p:cNvPr id="14" name="Text Placeholder 9">
            <a:extLst>
              <a:ext uri="{FF2B5EF4-FFF2-40B4-BE49-F238E27FC236}">
                <a16:creationId xmlns:a16="http://schemas.microsoft.com/office/drawing/2014/main" id="{BD57305E-F709-4E9E-B399-8D21F2A51FF6}"/>
              </a:ext>
            </a:extLst>
          </p:cNvPr>
          <p:cNvSpPr>
            <a:spLocks noGrp="1"/>
          </p:cNvSpPr>
          <p:nvPr>
            <p:ph type="body" sz="quarter" idx="18" hasCustomPrompt="1"/>
          </p:nvPr>
        </p:nvSpPr>
        <p:spPr>
          <a:xfrm>
            <a:off x="670563" y="355600"/>
            <a:ext cx="8422639" cy="348813"/>
          </a:xfrm>
          <a:prstGeom prst="rect">
            <a:avLst/>
          </a:prstGeom>
        </p:spPr>
        <p:txBody>
          <a:bodyPr wrap="square">
            <a:noAutofit/>
          </a:bodyPr>
          <a:lstStyle>
            <a:lvl1pPr>
              <a:defRPr sz="1200" b="0" cap="all" spc="200" baseline="0">
                <a:solidFill>
                  <a:srgbClr val="222731"/>
                </a:solidFill>
                <a:latin typeface="+mn-lt"/>
              </a:defRPr>
            </a:lvl1pPr>
            <a:lvl2pPr marL="0" indent="0">
              <a:buNone/>
              <a:defRPr/>
            </a:lvl2pPr>
          </a:lstStyle>
          <a:p>
            <a:pPr lvl="0"/>
            <a:r>
              <a:rPr lang="en-US"/>
              <a:t>Eyebrow CALIBRI LIGHT 9pt</a:t>
            </a:r>
          </a:p>
        </p:txBody>
      </p:sp>
      <p:sp>
        <p:nvSpPr>
          <p:cNvPr id="16" name="Content Placeholder 5">
            <a:extLst>
              <a:ext uri="{FF2B5EF4-FFF2-40B4-BE49-F238E27FC236}">
                <a16:creationId xmlns:a16="http://schemas.microsoft.com/office/drawing/2014/main" id="{C73EADF8-32AF-409A-AD0A-3134A5D09D53}"/>
              </a:ext>
            </a:extLst>
          </p:cNvPr>
          <p:cNvSpPr>
            <a:spLocks noGrp="1"/>
          </p:cNvSpPr>
          <p:nvPr>
            <p:ph sz="quarter" idx="19"/>
          </p:nvPr>
        </p:nvSpPr>
        <p:spPr>
          <a:xfrm>
            <a:off x="670561" y="2286001"/>
            <a:ext cx="5096255" cy="2971800"/>
          </a:xfrm>
        </p:spPr>
        <p:txBody>
          <a:bodyPr/>
          <a:lstStyle>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p:txBody>
      </p:sp>
      <p:sp>
        <p:nvSpPr>
          <p:cNvPr id="3" name="Title 2">
            <a:extLst>
              <a:ext uri="{FF2B5EF4-FFF2-40B4-BE49-F238E27FC236}">
                <a16:creationId xmlns:a16="http://schemas.microsoft.com/office/drawing/2014/main" id="{F49B87BA-CB3B-4626-87FF-39721BA39BC9}"/>
              </a:ext>
            </a:extLst>
          </p:cNvPr>
          <p:cNvSpPr>
            <a:spLocks noGrp="1"/>
          </p:cNvSpPr>
          <p:nvPr>
            <p:ph type="title"/>
          </p:nvPr>
        </p:nvSpPr>
        <p:spPr>
          <a:xfrm>
            <a:off x="670560" y="759460"/>
            <a:ext cx="8422640" cy="520701"/>
          </a:xfrm>
        </p:spPr>
        <p:txBody>
          <a:bodyPr/>
          <a:lstStyle>
            <a:lvl1pPr>
              <a:defRPr>
                <a:solidFill>
                  <a:schemeClr val="tx1"/>
                </a:solidFill>
              </a:defRPr>
            </a:lvl1pPr>
          </a:lstStyle>
          <a:p>
            <a:r>
              <a:rPr lang="en-US"/>
              <a:t>Click to edit Master title style</a:t>
            </a:r>
            <a:endParaRPr lang="en-IN"/>
          </a:p>
        </p:txBody>
      </p:sp>
      <p:sp>
        <p:nvSpPr>
          <p:cNvPr id="4" name="Content Placeholder 2">
            <a:extLst>
              <a:ext uri="{FF2B5EF4-FFF2-40B4-BE49-F238E27FC236}">
                <a16:creationId xmlns:a16="http://schemas.microsoft.com/office/drawing/2014/main" id="{262117B8-3493-FD10-4783-0F969DBBBE15}"/>
              </a:ext>
            </a:extLst>
          </p:cNvPr>
          <p:cNvSpPr txBox="1">
            <a:spLocks/>
          </p:cNvSpPr>
          <p:nvPr userDrawn="1"/>
        </p:nvSpPr>
        <p:spPr bwMode="gray">
          <a:xfrm>
            <a:off x="670562" y="6343414"/>
            <a:ext cx="5082732" cy="374895"/>
          </a:xfrm>
          <a:prstGeom prst="rect">
            <a:avLst/>
          </a:prstGeom>
        </p:spPr>
        <p:txBody>
          <a:bodyPr vert="horz" lIns="0" tIns="0" rIns="0" bIns="0" anchor="b" anchorCtr="0"/>
          <a:lstStyle>
            <a:lvl1pPr marL="0" indent="0" algn="l" defTabSz="457200" rtl="0" eaLnBrk="1" latinLnBrk="0" hangingPunct="1">
              <a:spcBef>
                <a:spcPct val="20000"/>
              </a:spcBef>
              <a:buFont typeface="Arial"/>
              <a:buNone/>
              <a:defRPr sz="900" kern="1200">
                <a:solidFill>
                  <a:schemeClr val="tx1"/>
                </a:solidFill>
                <a:latin typeface="Georgia"/>
                <a:ea typeface="+mn-ea"/>
                <a:cs typeface="Georgia"/>
              </a:defRPr>
            </a:lvl1pPr>
            <a:lvl2pPr marL="457200" indent="0" algn="l" defTabSz="457200" rtl="0" eaLnBrk="1" latinLnBrk="0" hangingPunct="1">
              <a:spcBef>
                <a:spcPct val="20000"/>
              </a:spcBef>
              <a:buFont typeface="Arial"/>
              <a:buNone/>
              <a:defRPr sz="900" kern="1200">
                <a:solidFill>
                  <a:schemeClr val="tx1"/>
                </a:solidFill>
                <a:latin typeface="Georgia"/>
                <a:ea typeface="+mn-ea"/>
                <a:cs typeface="Georgia"/>
              </a:defRPr>
            </a:lvl2pPr>
            <a:lvl3pPr marL="914400" indent="0" algn="l" defTabSz="457200" rtl="0" eaLnBrk="1" latinLnBrk="0" hangingPunct="1">
              <a:spcBef>
                <a:spcPct val="20000"/>
              </a:spcBef>
              <a:buFont typeface="Arial"/>
              <a:buNone/>
              <a:defRPr sz="900" kern="1200">
                <a:solidFill>
                  <a:schemeClr val="tx1"/>
                </a:solidFill>
                <a:latin typeface="Georgia"/>
                <a:ea typeface="+mn-ea"/>
                <a:cs typeface="Georgia"/>
              </a:defRPr>
            </a:lvl3pPr>
            <a:lvl4pPr marL="1371600" indent="0" algn="l" defTabSz="457200" rtl="0" eaLnBrk="1" latinLnBrk="0" hangingPunct="1">
              <a:spcBef>
                <a:spcPct val="20000"/>
              </a:spcBef>
              <a:buFont typeface="Arial"/>
              <a:buNone/>
              <a:defRPr sz="900" kern="1200">
                <a:solidFill>
                  <a:schemeClr val="tx1"/>
                </a:solidFill>
                <a:latin typeface="Georgia"/>
                <a:ea typeface="+mn-ea"/>
                <a:cs typeface="Georgia"/>
              </a:defRPr>
            </a:lvl4pPr>
            <a:lvl5pPr marL="1828800" indent="0" algn="l" defTabSz="457200" rtl="0" eaLnBrk="1" latinLnBrk="0" hangingPunct="1">
              <a:spcBef>
                <a:spcPct val="20000"/>
              </a:spcBef>
              <a:buFont typeface="Arial"/>
              <a:buNone/>
              <a:defRPr sz="900" kern="1200">
                <a:solidFill>
                  <a:schemeClr val="tx1"/>
                </a:solidFill>
                <a:latin typeface="Georgia"/>
                <a:ea typeface="+mn-ea"/>
                <a:cs typeface="Georgia"/>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l" defTabSz="609570" rtl="0" eaLnBrk="1" fontAlgn="auto" latinLnBrk="0" hangingPunct="1">
              <a:lnSpc>
                <a:spcPct val="100000"/>
              </a:lnSpc>
              <a:spcBef>
                <a:spcPts val="0"/>
              </a:spcBef>
              <a:spcAft>
                <a:spcPts val="0"/>
              </a:spcAft>
              <a:buClrTx/>
              <a:buSzTx/>
              <a:buFont typeface="Arial"/>
              <a:buNone/>
              <a:tabLst/>
              <a:defRPr/>
            </a:pPr>
            <a:r>
              <a:rPr lang="en-US" sz="933" kern="1200">
                <a:solidFill>
                  <a:schemeClr val="tx1"/>
                </a:solidFill>
                <a:latin typeface="+mn-lt"/>
                <a:ea typeface="+mn-ea"/>
                <a:cs typeface="Calibri" panose="020F0502020204030204" pitchFamily="34" charset="0"/>
              </a:rPr>
              <a:t>The sensor housing, FreeStyle, Libre, and related brand marks are marks of Abbott.</a:t>
            </a:r>
          </a:p>
          <a:p>
            <a:pPr>
              <a:spcBef>
                <a:spcPts val="0"/>
              </a:spcBef>
            </a:pPr>
            <a:r>
              <a:rPr lang="en-US" sz="933" kern="1200">
                <a:solidFill>
                  <a:schemeClr val="tx1"/>
                </a:solidFill>
                <a:latin typeface="+mn-lt"/>
                <a:ea typeface="+mn-ea"/>
                <a:cs typeface="Calibri" panose="020F0502020204030204" pitchFamily="34" charset="0"/>
              </a:rPr>
              <a:t>Proprietary and confidential — do not distribute. ADC-XXXXX v1.0</a:t>
            </a:r>
          </a:p>
        </p:txBody>
      </p:sp>
      <p:sp>
        <p:nvSpPr>
          <p:cNvPr id="2" name="Date Placeholder 1">
            <a:extLst>
              <a:ext uri="{FF2B5EF4-FFF2-40B4-BE49-F238E27FC236}">
                <a16:creationId xmlns:a16="http://schemas.microsoft.com/office/drawing/2014/main" id="{3EDC4346-E6D4-1B5A-4EAE-B0626BDA7C42}"/>
              </a:ext>
            </a:extLst>
          </p:cNvPr>
          <p:cNvSpPr>
            <a:spLocks noGrp="1"/>
          </p:cNvSpPr>
          <p:nvPr>
            <p:ph type="dt" sz="half" idx="20"/>
          </p:nvPr>
        </p:nvSpPr>
        <p:spPr>
          <a:xfrm>
            <a:off x="10439401" y="6419111"/>
            <a:ext cx="800099" cy="366183"/>
          </a:xfrm>
          <a:prstGeom prst="rect">
            <a:avLst/>
          </a:prstGeom>
        </p:spPr>
        <p:txBody>
          <a:bodyPr/>
          <a:lstStyle/>
          <a:p>
            <a:endParaRPr lang="en-IN"/>
          </a:p>
        </p:txBody>
      </p:sp>
      <p:sp>
        <p:nvSpPr>
          <p:cNvPr id="10" name="Slide Number Placeholder 9">
            <a:extLst>
              <a:ext uri="{FF2B5EF4-FFF2-40B4-BE49-F238E27FC236}">
                <a16:creationId xmlns:a16="http://schemas.microsoft.com/office/drawing/2014/main" id="{BE73E3B4-626E-7682-3AFC-AA5069A9A250}"/>
              </a:ext>
            </a:extLst>
          </p:cNvPr>
          <p:cNvSpPr>
            <a:spLocks noGrp="1"/>
          </p:cNvSpPr>
          <p:nvPr>
            <p:ph type="sldNum" sz="quarter" idx="22"/>
          </p:nvPr>
        </p:nvSpPr>
        <p:spPr/>
        <p:txBody>
          <a:bodyPr/>
          <a:lstStyle/>
          <a:p>
            <a:pPr>
              <a:defRPr/>
            </a:pPr>
            <a:fld id="{7B2119CD-3B2D-4CEB-B404-D2E3F8CD6D69}" type="slidenum">
              <a:rPr lang="en-IN" smtClean="0"/>
              <a:pPr>
                <a:defRPr/>
              </a:pPr>
              <a:t>‹#›</a:t>
            </a:fld>
            <a:endParaRPr lang="en-IN"/>
          </a:p>
        </p:txBody>
      </p:sp>
    </p:spTree>
    <p:extLst>
      <p:ext uri="{BB962C8B-B14F-4D97-AF65-F5344CB8AC3E}">
        <p14:creationId xmlns:p14="http://schemas.microsoft.com/office/powerpoint/2010/main" val="796715010"/>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userDrawn="1">
  <p:cSld name="3_(R) Half-content &amp; full image layout">
    <p:spTree>
      <p:nvGrpSpPr>
        <p:cNvPr id="1" name=""/>
        <p:cNvGrpSpPr/>
        <p:nvPr/>
      </p:nvGrpSpPr>
      <p:grpSpPr>
        <a:xfrm>
          <a:off x="0" y="0"/>
          <a:ext cx="0" cy="0"/>
          <a:chOff x="0" y="0"/>
          <a:chExt cx="0" cy="0"/>
        </a:xfrm>
      </p:grpSpPr>
      <p:sp>
        <p:nvSpPr>
          <p:cNvPr id="5" name="Picture Placeholder 9">
            <a:extLst>
              <a:ext uri="{FF2B5EF4-FFF2-40B4-BE49-F238E27FC236}">
                <a16:creationId xmlns:a16="http://schemas.microsoft.com/office/drawing/2014/main" id="{EBBC6B44-1A66-4C17-802D-CD6F3BEB84DB}"/>
              </a:ext>
            </a:extLst>
          </p:cNvPr>
          <p:cNvSpPr>
            <a:spLocks noGrp="1"/>
          </p:cNvSpPr>
          <p:nvPr>
            <p:ph type="pic" sz="quarter" idx="14" hasCustomPrompt="1"/>
          </p:nvPr>
        </p:nvSpPr>
        <p:spPr>
          <a:xfrm>
            <a:off x="0" y="0"/>
            <a:ext cx="12192000" cy="6858000"/>
          </a:xfrm>
          <a:prstGeom prst="rect">
            <a:avLst/>
          </a:prstGeom>
          <a:solidFill>
            <a:srgbClr val="EAEAEA"/>
          </a:solidFill>
          <a:ln>
            <a:noFill/>
          </a:ln>
          <a:effectLst/>
        </p:spPr>
        <p:txBody>
          <a:bodyPr lIns="0" rIns="0" anchor="ctr" anchorCtr="0"/>
          <a:lstStyle>
            <a:lvl1pPr marL="927054" indent="0" algn="l">
              <a:tabLst/>
              <a:defRPr sz="2400" b="0" baseline="0">
                <a:solidFill>
                  <a:schemeClr val="tx1"/>
                </a:solidFill>
                <a:latin typeface="+mn-lt"/>
              </a:defRPr>
            </a:lvl1pPr>
          </a:lstStyle>
          <a:p>
            <a:r>
              <a:rPr lang="en-US"/>
              <a:t>Insert an image</a:t>
            </a:r>
            <a:br>
              <a:rPr lang="en-US"/>
            </a:br>
            <a:r>
              <a:rPr lang="en-US"/>
              <a:t>within this placeholder </a:t>
            </a:r>
          </a:p>
        </p:txBody>
      </p:sp>
      <p:sp>
        <p:nvSpPr>
          <p:cNvPr id="17" name="Text Placeholder 9">
            <a:extLst>
              <a:ext uri="{FF2B5EF4-FFF2-40B4-BE49-F238E27FC236}">
                <a16:creationId xmlns:a16="http://schemas.microsoft.com/office/drawing/2014/main" id="{6273392E-BE16-4C3F-A463-7A7FC6BEE036}"/>
              </a:ext>
            </a:extLst>
          </p:cNvPr>
          <p:cNvSpPr>
            <a:spLocks noGrp="1"/>
          </p:cNvSpPr>
          <p:nvPr>
            <p:ph type="body" sz="quarter" idx="18" hasCustomPrompt="1"/>
          </p:nvPr>
        </p:nvSpPr>
        <p:spPr>
          <a:xfrm>
            <a:off x="6084522" y="355600"/>
            <a:ext cx="5447079" cy="348813"/>
          </a:xfrm>
          <a:prstGeom prst="rect">
            <a:avLst/>
          </a:prstGeom>
        </p:spPr>
        <p:txBody>
          <a:bodyPr wrap="square">
            <a:noAutofit/>
          </a:bodyPr>
          <a:lstStyle>
            <a:lvl1pPr>
              <a:defRPr sz="1200" b="0" cap="all" spc="200" baseline="0">
                <a:solidFill>
                  <a:schemeClr val="tx1"/>
                </a:solidFill>
                <a:latin typeface="+mn-lt"/>
              </a:defRPr>
            </a:lvl1pPr>
            <a:lvl2pPr marL="0" indent="0">
              <a:buNone/>
              <a:defRPr/>
            </a:lvl2pPr>
          </a:lstStyle>
          <a:p>
            <a:pPr lvl="0"/>
            <a:r>
              <a:rPr lang="en-US"/>
              <a:t>Eyebrow CALIBRI LIGHT 9pt</a:t>
            </a:r>
          </a:p>
        </p:txBody>
      </p:sp>
      <p:sp>
        <p:nvSpPr>
          <p:cNvPr id="19" name="Content Placeholder 5">
            <a:extLst>
              <a:ext uri="{FF2B5EF4-FFF2-40B4-BE49-F238E27FC236}">
                <a16:creationId xmlns:a16="http://schemas.microsoft.com/office/drawing/2014/main" id="{1679F6DF-FEFB-4C1A-A396-814197C11D86}"/>
              </a:ext>
            </a:extLst>
          </p:cNvPr>
          <p:cNvSpPr>
            <a:spLocks noGrp="1"/>
          </p:cNvSpPr>
          <p:nvPr>
            <p:ph sz="quarter" idx="19"/>
          </p:nvPr>
        </p:nvSpPr>
        <p:spPr>
          <a:xfrm>
            <a:off x="6084519" y="2286001"/>
            <a:ext cx="5447079" cy="320040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3" name="Title 2">
            <a:extLst>
              <a:ext uri="{FF2B5EF4-FFF2-40B4-BE49-F238E27FC236}">
                <a16:creationId xmlns:a16="http://schemas.microsoft.com/office/drawing/2014/main" id="{40E04E43-6321-44FE-86E3-92363113651D}"/>
              </a:ext>
            </a:extLst>
          </p:cNvPr>
          <p:cNvSpPr>
            <a:spLocks noGrp="1"/>
          </p:cNvSpPr>
          <p:nvPr>
            <p:ph type="title"/>
          </p:nvPr>
        </p:nvSpPr>
        <p:spPr>
          <a:xfrm>
            <a:off x="6084517" y="759460"/>
            <a:ext cx="5447083" cy="520701"/>
          </a:xfrm>
        </p:spPr>
        <p:txBody>
          <a:bodyPr/>
          <a:lstStyle>
            <a:lvl1pPr>
              <a:defRPr>
                <a:solidFill>
                  <a:schemeClr val="tx1"/>
                </a:solidFill>
              </a:defRPr>
            </a:lvl1pPr>
          </a:lstStyle>
          <a:p>
            <a:r>
              <a:rPr lang="en-US"/>
              <a:t>Click to edit Master title</a:t>
            </a:r>
            <a:endParaRPr lang="en-IN"/>
          </a:p>
        </p:txBody>
      </p:sp>
      <p:sp>
        <p:nvSpPr>
          <p:cNvPr id="4" name="Content Placeholder 2">
            <a:extLst>
              <a:ext uri="{FF2B5EF4-FFF2-40B4-BE49-F238E27FC236}">
                <a16:creationId xmlns:a16="http://schemas.microsoft.com/office/drawing/2014/main" id="{F45D0EE6-B116-967A-F28B-1954BF416FDA}"/>
              </a:ext>
            </a:extLst>
          </p:cNvPr>
          <p:cNvSpPr txBox="1">
            <a:spLocks/>
          </p:cNvSpPr>
          <p:nvPr userDrawn="1"/>
        </p:nvSpPr>
        <p:spPr bwMode="gray">
          <a:xfrm>
            <a:off x="670562" y="6343414"/>
            <a:ext cx="5082732" cy="374895"/>
          </a:xfrm>
          <a:prstGeom prst="rect">
            <a:avLst/>
          </a:prstGeom>
        </p:spPr>
        <p:txBody>
          <a:bodyPr vert="horz" lIns="0" tIns="0" rIns="0" bIns="0" anchor="b" anchorCtr="0"/>
          <a:lstStyle>
            <a:lvl1pPr marL="0" indent="0" algn="l" defTabSz="457200" rtl="0" eaLnBrk="1" latinLnBrk="0" hangingPunct="1">
              <a:spcBef>
                <a:spcPct val="20000"/>
              </a:spcBef>
              <a:buFont typeface="Arial"/>
              <a:buNone/>
              <a:defRPr sz="900" kern="1200">
                <a:solidFill>
                  <a:schemeClr val="tx1"/>
                </a:solidFill>
                <a:latin typeface="Georgia"/>
                <a:ea typeface="+mn-ea"/>
                <a:cs typeface="Georgia"/>
              </a:defRPr>
            </a:lvl1pPr>
            <a:lvl2pPr marL="457200" indent="0" algn="l" defTabSz="457200" rtl="0" eaLnBrk="1" latinLnBrk="0" hangingPunct="1">
              <a:spcBef>
                <a:spcPct val="20000"/>
              </a:spcBef>
              <a:buFont typeface="Arial"/>
              <a:buNone/>
              <a:defRPr sz="900" kern="1200">
                <a:solidFill>
                  <a:schemeClr val="tx1"/>
                </a:solidFill>
                <a:latin typeface="Georgia"/>
                <a:ea typeface="+mn-ea"/>
                <a:cs typeface="Georgia"/>
              </a:defRPr>
            </a:lvl2pPr>
            <a:lvl3pPr marL="914400" indent="0" algn="l" defTabSz="457200" rtl="0" eaLnBrk="1" latinLnBrk="0" hangingPunct="1">
              <a:spcBef>
                <a:spcPct val="20000"/>
              </a:spcBef>
              <a:buFont typeface="Arial"/>
              <a:buNone/>
              <a:defRPr sz="900" kern="1200">
                <a:solidFill>
                  <a:schemeClr val="tx1"/>
                </a:solidFill>
                <a:latin typeface="Georgia"/>
                <a:ea typeface="+mn-ea"/>
                <a:cs typeface="Georgia"/>
              </a:defRPr>
            </a:lvl3pPr>
            <a:lvl4pPr marL="1371600" indent="0" algn="l" defTabSz="457200" rtl="0" eaLnBrk="1" latinLnBrk="0" hangingPunct="1">
              <a:spcBef>
                <a:spcPct val="20000"/>
              </a:spcBef>
              <a:buFont typeface="Arial"/>
              <a:buNone/>
              <a:defRPr sz="900" kern="1200">
                <a:solidFill>
                  <a:schemeClr val="tx1"/>
                </a:solidFill>
                <a:latin typeface="Georgia"/>
                <a:ea typeface="+mn-ea"/>
                <a:cs typeface="Georgia"/>
              </a:defRPr>
            </a:lvl4pPr>
            <a:lvl5pPr marL="1828800" indent="0" algn="l" defTabSz="457200" rtl="0" eaLnBrk="1" latinLnBrk="0" hangingPunct="1">
              <a:spcBef>
                <a:spcPct val="20000"/>
              </a:spcBef>
              <a:buFont typeface="Arial"/>
              <a:buNone/>
              <a:defRPr sz="900" kern="1200">
                <a:solidFill>
                  <a:schemeClr val="tx1"/>
                </a:solidFill>
                <a:latin typeface="Georgia"/>
                <a:ea typeface="+mn-ea"/>
                <a:cs typeface="Georgia"/>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l" defTabSz="609570" rtl="0" eaLnBrk="1" fontAlgn="auto" latinLnBrk="0" hangingPunct="1">
              <a:lnSpc>
                <a:spcPct val="100000"/>
              </a:lnSpc>
              <a:spcBef>
                <a:spcPts val="0"/>
              </a:spcBef>
              <a:spcAft>
                <a:spcPts val="0"/>
              </a:spcAft>
              <a:buClrTx/>
              <a:buSzTx/>
              <a:buFont typeface="Arial"/>
              <a:buNone/>
              <a:tabLst/>
              <a:defRPr/>
            </a:pPr>
            <a:r>
              <a:rPr lang="en-US" sz="933" kern="1200">
                <a:solidFill>
                  <a:schemeClr val="tx1"/>
                </a:solidFill>
                <a:latin typeface="+mn-lt"/>
                <a:ea typeface="+mn-ea"/>
                <a:cs typeface="Calibri" panose="020F0502020204030204" pitchFamily="34" charset="0"/>
              </a:rPr>
              <a:t>The sensor housing, FreeStyle, Libre, and related brand marks are marks of Abbott.</a:t>
            </a:r>
          </a:p>
          <a:p>
            <a:pPr>
              <a:spcBef>
                <a:spcPts val="0"/>
              </a:spcBef>
            </a:pPr>
            <a:r>
              <a:rPr lang="en-US" sz="933" kern="1200">
                <a:solidFill>
                  <a:schemeClr val="tx1"/>
                </a:solidFill>
                <a:latin typeface="+mn-lt"/>
                <a:ea typeface="+mn-ea"/>
                <a:cs typeface="Calibri" panose="020F0502020204030204" pitchFamily="34" charset="0"/>
              </a:rPr>
              <a:t>Proprietary and confidential — do not distribute. ADC-XXXXX v1.0</a:t>
            </a:r>
          </a:p>
        </p:txBody>
      </p:sp>
      <p:sp>
        <p:nvSpPr>
          <p:cNvPr id="2" name="Date Placeholder 1">
            <a:extLst>
              <a:ext uri="{FF2B5EF4-FFF2-40B4-BE49-F238E27FC236}">
                <a16:creationId xmlns:a16="http://schemas.microsoft.com/office/drawing/2014/main" id="{485AD4F9-F9D6-9999-9E9B-B4C2E13D17FD}"/>
              </a:ext>
            </a:extLst>
          </p:cNvPr>
          <p:cNvSpPr>
            <a:spLocks noGrp="1"/>
          </p:cNvSpPr>
          <p:nvPr>
            <p:ph type="dt" sz="half" idx="20"/>
          </p:nvPr>
        </p:nvSpPr>
        <p:spPr>
          <a:xfrm>
            <a:off x="10439401" y="6419111"/>
            <a:ext cx="800099" cy="366183"/>
          </a:xfrm>
          <a:prstGeom prst="rect">
            <a:avLst/>
          </a:prstGeom>
        </p:spPr>
        <p:txBody>
          <a:bodyPr/>
          <a:lstStyle/>
          <a:p>
            <a:endParaRPr lang="en-IN"/>
          </a:p>
        </p:txBody>
      </p:sp>
      <p:sp>
        <p:nvSpPr>
          <p:cNvPr id="10" name="Slide Number Placeholder 9">
            <a:extLst>
              <a:ext uri="{FF2B5EF4-FFF2-40B4-BE49-F238E27FC236}">
                <a16:creationId xmlns:a16="http://schemas.microsoft.com/office/drawing/2014/main" id="{0F96B536-0C24-9C47-664A-27072FE1D4B4}"/>
              </a:ext>
            </a:extLst>
          </p:cNvPr>
          <p:cNvSpPr>
            <a:spLocks noGrp="1"/>
          </p:cNvSpPr>
          <p:nvPr>
            <p:ph type="sldNum" sz="quarter" idx="22"/>
          </p:nvPr>
        </p:nvSpPr>
        <p:spPr/>
        <p:txBody>
          <a:bodyPr/>
          <a:lstStyle/>
          <a:p>
            <a:pPr>
              <a:defRPr/>
            </a:pPr>
            <a:fld id="{7B2119CD-3B2D-4CEB-B404-D2E3F8CD6D69}" type="slidenum">
              <a:rPr lang="en-IN" smtClean="0"/>
              <a:pPr>
                <a:defRPr/>
              </a:pPr>
              <a:t>‹#›</a:t>
            </a:fld>
            <a:endParaRPr lang="en-IN"/>
          </a:p>
        </p:txBody>
      </p:sp>
    </p:spTree>
    <p:extLst>
      <p:ext uri="{BB962C8B-B14F-4D97-AF65-F5344CB8AC3E}">
        <p14:creationId xmlns:p14="http://schemas.microsoft.com/office/powerpoint/2010/main" val="1695289008"/>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userDrawn="1">
  <p:cSld name="2_Title Light Content Light Gray">
    <p:bg>
      <p:bgPr>
        <a:solidFill>
          <a:srgbClr val="F4F4F3"/>
        </a:solidFill>
        <a:effectLst/>
      </p:bgPr>
    </p:bg>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E16D6E74-3911-4251-9210-E9AF0CB4653E}"/>
              </a:ext>
            </a:extLst>
          </p:cNvPr>
          <p:cNvSpPr>
            <a:spLocks noGrp="1"/>
          </p:cNvSpPr>
          <p:nvPr>
            <p:ph type="body" sz="quarter" idx="10" hasCustomPrompt="1"/>
          </p:nvPr>
        </p:nvSpPr>
        <p:spPr>
          <a:xfrm>
            <a:off x="670564" y="355600"/>
            <a:ext cx="6989233" cy="348813"/>
          </a:xfrm>
          <a:prstGeom prst="rect">
            <a:avLst/>
          </a:prstGeom>
        </p:spPr>
        <p:txBody>
          <a:bodyPr>
            <a:noAutofit/>
          </a:bodyPr>
          <a:lstStyle>
            <a:lvl1pPr>
              <a:defRPr sz="1200" b="0" cap="all" spc="200" baseline="0">
                <a:solidFill>
                  <a:srgbClr val="222731"/>
                </a:solidFill>
                <a:latin typeface="+mn-lt"/>
              </a:defRPr>
            </a:lvl1pPr>
            <a:lvl2pPr marL="0" indent="0">
              <a:buNone/>
              <a:defRPr/>
            </a:lvl2pPr>
          </a:lstStyle>
          <a:p>
            <a:pPr lvl="0"/>
            <a:r>
              <a:rPr lang="en-US"/>
              <a:t>Eyebrow CALIBRI LIGHT 9Pt</a:t>
            </a:r>
          </a:p>
        </p:txBody>
      </p:sp>
      <p:sp>
        <p:nvSpPr>
          <p:cNvPr id="15" name="Content Placeholder 9">
            <a:extLst>
              <a:ext uri="{FF2B5EF4-FFF2-40B4-BE49-F238E27FC236}">
                <a16:creationId xmlns:a16="http://schemas.microsoft.com/office/drawing/2014/main" id="{DCEC16E3-E9C3-470B-B2C9-CBD23EA9860F}"/>
              </a:ext>
            </a:extLst>
          </p:cNvPr>
          <p:cNvSpPr>
            <a:spLocks noGrp="1"/>
          </p:cNvSpPr>
          <p:nvPr>
            <p:ph sz="quarter" idx="14"/>
          </p:nvPr>
        </p:nvSpPr>
        <p:spPr>
          <a:xfrm>
            <a:off x="670562" y="2870200"/>
            <a:ext cx="5152604" cy="3096048"/>
          </a:xfrm>
        </p:spPr>
        <p:txBody>
          <a:bodyPr/>
          <a:lstStyle>
            <a:lvl1pPr>
              <a:defRPr sz="1867">
                <a:latin typeface="+mn-lt"/>
              </a:defRPr>
            </a:lvl1pPr>
            <a:lvl2pPr>
              <a:defRPr sz="1867">
                <a:latin typeface="+mn-lt"/>
              </a:defRPr>
            </a:lvl2pPr>
            <a:lvl3pPr>
              <a:defRPr sz="1600">
                <a:latin typeface="+mn-lt"/>
              </a:defRPr>
            </a:lvl3pPr>
            <a:lvl4pPr>
              <a:defRPr sz="1600"/>
            </a:lvl4pPr>
            <a:lvl5pPr>
              <a:defRPr sz="1600"/>
            </a:lvl5pPr>
          </a:lstStyle>
          <a:p>
            <a:pPr lvl="0"/>
            <a:r>
              <a:rPr lang="en-US"/>
              <a:t>Click to edit Master text styles</a:t>
            </a:r>
          </a:p>
          <a:p>
            <a:pPr lvl="1"/>
            <a:r>
              <a:rPr lang="en-US"/>
              <a:t>Second level</a:t>
            </a:r>
          </a:p>
          <a:p>
            <a:pPr lvl="2"/>
            <a:r>
              <a:rPr lang="en-US"/>
              <a:t>Third level</a:t>
            </a:r>
          </a:p>
        </p:txBody>
      </p:sp>
      <p:sp>
        <p:nvSpPr>
          <p:cNvPr id="7" name="Title 6">
            <a:extLst>
              <a:ext uri="{FF2B5EF4-FFF2-40B4-BE49-F238E27FC236}">
                <a16:creationId xmlns:a16="http://schemas.microsoft.com/office/drawing/2014/main" id="{1B071053-E294-48B6-82D4-81528F06E152}"/>
              </a:ext>
            </a:extLst>
          </p:cNvPr>
          <p:cNvSpPr>
            <a:spLocks noGrp="1"/>
          </p:cNvSpPr>
          <p:nvPr>
            <p:ph type="title"/>
          </p:nvPr>
        </p:nvSpPr>
        <p:spPr>
          <a:xfrm>
            <a:off x="670560" y="1584960"/>
            <a:ext cx="6441440" cy="520701"/>
          </a:xfrm>
        </p:spPr>
        <p:txBody>
          <a:bodyPr/>
          <a:lstStyle>
            <a:lvl1pPr>
              <a:defRPr>
                <a:solidFill>
                  <a:schemeClr val="tx1"/>
                </a:solidFill>
              </a:defRPr>
            </a:lvl1pPr>
          </a:lstStyle>
          <a:p>
            <a:r>
              <a:rPr lang="en-US"/>
              <a:t>Click to edit Master title style</a:t>
            </a:r>
            <a:endParaRPr lang="en-IN"/>
          </a:p>
        </p:txBody>
      </p:sp>
      <p:sp>
        <p:nvSpPr>
          <p:cNvPr id="2" name="Date Placeholder 1">
            <a:extLst>
              <a:ext uri="{FF2B5EF4-FFF2-40B4-BE49-F238E27FC236}">
                <a16:creationId xmlns:a16="http://schemas.microsoft.com/office/drawing/2014/main" id="{DFC00226-31E1-3AB5-4194-94C2D4E2FD7B}"/>
              </a:ext>
            </a:extLst>
          </p:cNvPr>
          <p:cNvSpPr>
            <a:spLocks noGrp="1"/>
          </p:cNvSpPr>
          <p:nvPr>
            <p:ph type="dt" sz="half" idx="16"/>
          </p:nvPr>
        </p:nvSpPr>
        <p:spPr>
          <a:xfrm>
            <a:off x="10439401" y="6419111"/>
            <a:ext cx="800099" cy="366183"/>
          </a:xfrm>
          <a:prstGeom prst="rect">
            <a:avLst/>
          </a:prstGeom>
        </p:spPr>
        <p:txBody>
          <a:bodyPr/>
          <a:lstStyle/>
          <a:p>
            <a:endParaRPr lang="en-IN"/>
          </a:p>
        </p:txBody>
      </p:sp>
      <p:sp>
        <p:nvSpPr>
          <p:cNvPr id="5" name="Slide Number Placeholder 4">
            <a:extLst>
              <a:ext uri="{FF2B5EF4-FFF2-40B4-BE49-F238E27FC236}">
                <a16:creationId xmlns:a16="http://schemas.microsoft.com/office/drawing/2014/main" id="{FE19A2EC-AC9D-E1AE-A7D9-2E9D5B9D1094}"/>
              </a:ext>
            </a:extLst>
          </p:cNvPr>
          <p:cNvSpPr>
            <a:spLocks noGrp="1"/>
          </p:cNvSpPr>
          <p:nvPr>
            <p:ph type="sldNum" sz="quarter" idx="18"/>
          </p:nvPr>
        </p:nvSpPr>
        <p:spPr/>
        <p:txBody>
          <a:bodyPr/>
          <a:lstStyle/>
          <a:p>
            <a:pPr>
              <a:defRPr/>
            </a:pPr>
            <a:fld id="{7B2119CD-3B2D-4CEB-B404-D2E3F8CD6D69}" type="slidenum">
              <a:rPr lang="en-IN" smtClean="0"/>
              <a:pPr>
                <a:defRPr/>
              </a:pPr>
              <a:t>‹#›</a:t>
            </a:fld>
            <a:endParaRPr lang="en-IN"/>
          </a:p>
        </p:txBody>
      </p:sp>
    </p:spTree>
    <p:extLst>
      <p:ext uri="{BB962C8B-B14F-4D97-AF65-F5344CB8AC3E}">
        <p14:creationId xmlns:p14="http://schemas.microsoft.com/office/powerpoint/2010/main" val="3566302062"/>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120.xml><?xml version="1.0" encoding="utf-8"?>
<p:sldLayout xmlns:a="http://schemas.openxmlformats.org/drawingml/2006/main" xmlns:r="http://schemas.openxmlformats.org/officeDocument/2006/relationships" xmlns:p="http://schemas.openxmlformats.org/presentationml/2006/main" showMasterSp="0" preserve="1" userDrawn="1">
  <p:cSld name="3_Quote with Solid Background">
    <p:bg bwMode="auto">
      <p:bgPr>
        <a:solidFill>
          <a:schemeClr val="tx2"/>
        </a:solidFill>
        <a:effectLst/>
      </p:bgPr>
    </p:bg>
    <p:spTree>
      <p:nvGrpSpPr>
        <p:cNvPr id="1" name=""/>
        <p:cNvGrpSpPr/>
        <p:nvPr/>
      </p:nvGrpSpPr>
      <p:grpSpPr>
        <a:xfrm>
          <a:off x="0" y="0"/>
          <a:ext cx="0" cy="0"/>
          <a:chOff x="0" y="0"/>
          <a:chExt cx="0" cy="0"/>
        </a:xfrm>
      </p:grpSpPr>
      <p:sp>
        <p:nvSpPr>
          <p:cNvPr id="7" name="Text Placeholder 6"/>
          <p:cNvSpPr>
            <a:spLocks noGrp="1"/>
          </p:cNvSpPr>
          <p:nvPr>
            <p:ph type="body" sz="quarter" idx="13" hasCustomPrompt="1"/>
          </p:nvPr>
        </p:nvSpPr>
        <p:spPr bwMode="gray">
          <a:xfrm>
            <a:off x="1828800" y="2011680"/>
            <a:ext cx="9144000" cy="3566160"/>
          </a:xfrm>
          <a:prstGeom prst="rect">
            <a:avLst/>
          </a:prstGeom>
        </p:spPr>
        <p:txBody>
          <a:bodyPr/>
          <a:lstStyle>
            <a:lvl1pPr algn="l">
              <a:lnSpc>
                <a:spcPct val="100000"/>
              </a:lnSpc>
              <a:defRPr sz="3200" b="0">
                <a:solidFill>
                  <a:schemeClr val="accent3"/>
                </a:solidFill>
                <a:latin typeface="+mj-lt"/>
              </a:defRPr>
            </a:lvl1pPr>
            <a:lvl2pPr marL="1828709" indent="-304784" algn="l">
              <a:lnSpc>
                <a:spcPct val="100000"/>
              </a:lnSpc>
              <a:spcBef>
                <a:spcPts val="2400"/>
              </a:spcBef>
              <a:buFont typeface="Arial" panose="020B0604020202020204" pitchFamily="34" charset="0"/>
              <a:buChar char="–"/>
              <a:defRPr sz="2400">
                <a:solidFill>
                  <a:srgbClr val="222731"/>
                </a:solidFill>
                <a:latin typeface="+mj-lt"/>
              </a:defRPr>
            </a:lvl2pPr>
          </a:lstStyle>
          <a:p>
            <a:pPr lvl="0"/>
            <a:r>
              <a:rPr lang="en-US"/>
              <a:t>Click to edit quote text</a:t>
            </a:r>
          </a:p>
          <a:p>
            <a:pPr lvl="1"/>
            <a:r>
              <a:rPr lang="en-US"/>
              <a:t>Second level for attribution</a:t>
            </a:r>
          </a:p>
        </p:txBody>
      </p:sp>
      <p:sp>
        <p:nvSpPr>
          <p:cNvPr id="2" name="Date Placeholder 1">
            <a:extLst>
              <a:ext uri="{FF2B5EF4-FFF2-40B4-BE49-F238E27FC236}">
                <a16:creationId xmlns:a16="http://schemas.microsoft.com/office/drawing/2014/main" id="{5C6D6453-5C41-4AA1-8206-B28E31B4BDFC}"/>
              </a:ext>
            </a:extLst>
          </p:cNvPr>
          <p:cNvSpPr>
            <a:spLocks noGrp="1"/>
          </p:cNvSpPr>
          <p:nvPr>
            <p:ph type="dt" sz="half" idx="14"/>
          </p:nvPr>
        </p:nvSpPr>
        <p:spPr>
          <a:xfrm>
            <a:off x="10439401" y="6419111"/>
            <a:ext cx="800099" cy="366183"/>
          </a:xfrm>
          <a:prstGeom prst="rect">
            <a:avLst/>
          </a:prstGeom>
        </p:spPr>
        <p:txBody>
          <a:bodyPr/>
          <a:lstStyle>
            <a:lvl1pPr>
              <a:defRPr>
                <a:solidFill>
                  <a:srgbClr val="222731"/>
                </a:solidFill>
              </a:defRPr>
            </a:lvl1pPr>
          </a:lstStyle>
          <a:p>
            <a:endParaRPr lang="en-IN"/>
          </a:p>
        </p:txBody>
      </p:sp>
      <p:sp>
        <p:nvSpPr>
          <p:cNvPr id="4" name="Slide Number Placeholder 3">
            <a:extLst>
              <a:ext uri="{FF2B5EF4-FFF2-40B4-BE49-F238E27FC236}">
                <a16:creationId xmlns:a16="http://schemas.microsoft.com/office/drawing/2014/main" id="{3367B97B-43D6-430D-9C83-B8A0A565552C}"/>
              </a:ext>
            </a:extLst>
          </p:cNvPr>
          <p:cNvSpPr>
            <a:spLocks noGrp="1"/>
          </p:cNvSpPr>
          <p:nvPr>
            <p:ph type="sldNum" sz="quarter" idx="16"/>
          </p:nvPr>
        </p:nvSpPr>
        <p:spPr/>
        <p:txBody>
          <a:bodyPr/>
          <a:lstStyle>
            <a:lvl1pPr>
              <a:defRPr>
                <a:solidFill>
                  <a:srgbClr val="222731"/>
                </a:solidFill>
              </a:defRPr>
            </a:lvl1pPr>
          </a:lstStyle>
          <a:p>
            <a:pPr>
              <a:defRPr/>
            </a:pPr>
            <a:fld id="{7B2119CD-3B2D-4CEB-B404-D2E3F8CD6D69}" type="slidenum">
              <a:rPr lang="en-IN" smtClean="0"/>
              <a:pPr>
                <a:defRPr/>
              </a:pPr>
              <a:t>‹#›</a:t>
            </a:fld>
            <a:endParaRPr lang="en-IN"/>
          </a:p>
        </p:txBody>
      </p:sp>
      <p:sp>
        <p:nvSpPr>
          <p:cNvPr id="6" name="Content Placeholder 2">
            <a:extLst>
              <a:ext uri="{FF2B5EF4-FFF2-40B4-BE49-F238E27FC236}">
                <a16:creationId xmlns:a16="http://schemas.microsoft.com/office/drawing/2014/main" id="{41C7B507-444E-FD37-F405-2B2D37428313}"/>
              </a:ext>
            </a:extLst>
          </p:cNvPr>
          <p:cNvSpPr txBox="1">
            <a:spLocks/>
          </p:cNvSpPr>
          <p:nvPr userDrawn="1"/>
        </p:nvSpPr>
        <p:spPr bwMode="gray">
          <a:xfrm>
            <a:off x="670562" y="6343414"/>
            <a:ext cx="5082732" cy="374895"/>
          </a:xfrm>
          <a:prstGeom prst="rect">
            <a:avLst/>
          </a:prstGeom>
        </p:spPr>
        <p:txBody>
          <a:bodyPr vert="horz" lIns="0" tIns="0" rIns="0" bIns="0" anchor="b" anchorCtr="0"/>
          <a:lstStyle>
            <a:lvl1pPr marL="0" indent="0" algn="l" defTabSz="457200" rtl="0" eaLnBrk="1" latinLnBrk="0" hangingPunct="1">
              <a:spcBef>
                <a:spcPct val="20000"/>
              </a:spcBef>
              <a:buFont typeface="Arial"/>
              <a:buNone/>
              <a:defRPr sz="900" kern="1200">
                <a:solidFill>
                  <a:schemeClr val="tx1"/>
                </a:solidFill>
                <a:latin typeface="Georgia"/>
                <a:ea typeface="+mn-ea"/>
                <a:cs typeface="Georgia"/>
              </a:defRPr>
            </a:lvl1pPr>
            <a:lvl2pPr marL="457200" indent="0" algn="l" defTabSz="457200" rtl="0" eaLnBrk="1" latinLnBrk="0" hangingPunct="1">
              <a:spcBef>
                <a:spcPct val="20000"/>
              </a:spcBef>
              <a:buFont typeface="Arial"/>
              <a:buNone/>
              <a:defRPr sz="900" kern="1200">
                <a:solidFill>
                  <a:schemeClr val="tx1"/>
                </a:solidFill>
                <a:latin typeface="Georgia"/>
                <a:ea typeface="+mn-ea"/>
                <a:cs typeface="Georgia"/>
              </a:defRPr>
            </a:lvl2pPr>
            <a:lvl3pPr marL="914400" indent="0" algn="l" defTabSz="457200" rtl="0" eaLnBrk="1" latinLnBrk="0" hangingPunct="1">
              <a:spcBef>
                <a:spcPct val="20000"/>
              </a:spcBef>
              <a:buFont typeface="Arial"/>
              <a:buNone/>
              <a:defRPr sz="900" kern="1200">
                <a:solidFill>
                  <a:schemeClr val="tx1"/>
                </a:solidFill>
                <a:latin typeface="Georgia"/>
                <a:ea typeface="+mn-ea"/>
                <a:cs typeface="Georgia"/>
              </a:defRPr>
            </a:lvl3pPr>
            <a:lvl4pPr marL="1371600" indent="0" algn="l" defTabSz="457200" rtl="0" eaLnBrk="1" latinLnBrk="0" hangingPunct="1">
              <a:spcBef>
                <a:spcPct val="20000"/>
              </a:spcBef>
              <a:buFont typeface="Arial"/>
              <a:buNone/>
              <a:defRPr sz="900" kern="1200">
                <a:solidFill>
                  <a:schemeClr val="tx1"/>
                </a:solidFill>
                <a:latin typeface="Georgia"/>
                <a:ea typeface="+mn-ea"/>
                <a:cs typeface="Georgia"/>
              </a:defRPr>
            </a:lvl4pPr>
            <a:lvl5pPr marL="1828800" indent="0" algn="l" defTabSz="457200" rtl="0" eaLnBrk="1" latinLnBrk="0" hangingPunct="1">
              <a:spcBef>
                <a:spcPct val="20000"/>
              </a:spcBef>
              <a:buFont typeface="Arial"/>
              <a:buNone/>
              <a:defRPr sz="900" kern="1200">
                <a:solidFill>
                  <a:schemeClr val="tx1"/>
                </a:solidFill>
                <a:latin typeface="Georgia"/>
                <a:ea typeface="+mn-ea"/>
                <a:cs typeface="Georgia"/>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l" defTabSz="609570" rtl="0" eaLnBrk="1" fontAlgn="auto" latinLnBrk="0" hangingPunct="1">
              <a:lnSpc>
                <a:spcPct val="100000"/>
              </a:lnSpc>
              <a:spcBef>
                <a:spcPts val="0"/>
              </a:spcBef>
              <a:spcAft>
                <a:spcPts val="0"/>
              </a:spcAft>
              <a:buClrTx/>
              <a:buSzTx/>
              <a:buFont typeface="Arial"/>
              <a:buNone/>
              <a:tabLst/>
              <a:defRPr/>
            </a:pPr>
            <a:r>
              <a:rPr lang="en-US" sz="933" kern="1200">
                <a:solidFill>
                  <a:schemeClr val="tx1"/>
                </a:solidFill>
                <a:latin typeface="+mn-lt"/>
                <a:ea typeface="+mn-ea"/>
                <a:cs typeface="Calibri" panose="020F0502020204030204" pitchFamily="34" charset="0"/>
              </a:rPr>
              <a:t>The sensor housing, FreeStyle, Libre, and related brand marks are marks of Abbott.</a:t>
            </a:r>
          </a:p>
          <a:p>
            <a:pPr>
              <a:spcBef>
                <a:spcPts val="0"/>
              </a:spcBef>
            </a:pPr>
            <a:r>
              <a:rPr lang="en-US" sz="933" kern="1200">
                <a:solidFill>
                  <a:schemeClr val="tx1"/>
                </a:solidFill>
                <a:latin typeface="+mn-lt"/>
                <a:ea typeface="+mn-ea"/>
                <a:cs typeface="Calibri" panose="020F0502020204030204" pitchFamily="34" charset="0"/>
              </a:rPr>
              <a:t>Proprietary and confidential — do not distribute. ADC-XXXXX v1.0</a:t>
            </a:r>
          </a:p>
        </p:txBody>
      </p:sp>
    </p:spTree>
    <p:extLst>
      <p:ext uri="{BB962C8B-B14F-4D97-AF65-F5344CB8AC3E}">
        <p14:creationId xmlns:p14="http://schemas.microsoft.com/office/powerpoint/2010/main" val="4049671598"/>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121.xml><?xml version="1.0" encoding="utf-8"?>
<p:sldLayout xmlns:a="http://schemas.openxmlformats.org/drawingml/2006/main" xmlns:r="http://schemas.openxmlformats.org/officeDocument/2006/relationships" xmlns:p="http://schemas.openxmlformats.org/presentationml/2006/main" showMasterSp="0" preserve="1" userDrawn="1">
  <p:cSld name="3_Blank Charcoal">
    <p:bg bwMode="auto">
      <p:bgPr>
        <a:solidFill>
          <a:schemeClr val="tx1"/>
        </a:solidFill>
        <a:effectLst/>
      </p:bgPr>
    </p:bg>
    <p:spTree>
      <p:nvGrpSpPr>
        <p:cNvPr id="1" name=""/>
        <p:cNvGrpSpPr/>
        <p:nvPr/>
      </p:nvGrpSpPr>
      <p:grpSpPr>
        <a:xfrm>
          <a:off x="0" y="0"/>
          <a:ext cx="0" cy="0"/>
          <a:chOff x="0" y="0"/>
          <a:chExt cx="0" cy="0"/>
        </a:xfrm>
      </p:grpSpPr>
      <p:sp>
        <p:nvSpPr>
          <p:cNvPr id="7" name="Date Placeholder 6">
            <a:extLst>
              <a:ext uri="{FF2B5EF4-FFF2-40B4-BE49-F238E27FC236}">
                <a16:creationId xmlns:a16="http://schemas.microsoft.com/office/drawing/2014/main" id="{6829463D-7256-4F94-B053-694230DDA169}"/>
              </a:ext>
            </a:extLst>
          </p:cNvPr>
          <p:cNvSpPr>
            <a:spLocks noGrp="1"/>
          </p:cNvSpPr>
          <p:nvPr>
            <p:ph type="dt" sz="half" idx="10"/>
          </p:nvPr>
        </p:nvSpPr>
        <p:spPr>
          <a:xfrm>
            <a:off x="10439401" y="6419111"/>
            <a:ext cx="800099" cy="366183"/>
          </a:xfrm>
          <a:prstGeom prst="rect">
            <a:avLst/>
          </a:prstGeom>
        </p:spPr>
        <p:txBody>
          <a:bodyPr/>
          <a:lstStyle>
            <a:lvl1pPr>
              <a:defRPr>
                <a:solidFill>
                  <a:schemeClr val="bg2"/>
                </a:solidFill>
              </a:defRPr>
            </a:lvl1pPr>
          </a:lstStyle>
          <a:p>
            <a:endParaRPr lang="en-IN"/>
          </a:p>
        </p:txBody>
      </p:sp>
      <p:sp>
        <p:nvSpPr>
          <p:cNvPr id="10" name="Slide Number Placeholder 9">
            <a:extLst>
              <a:ext uri="{FF2B5EF4-FFF2-40B4-BE49-F238E27FC236}">
                <a16:creationId xmlns:a16="http://schemas.microsoft.com/office/drawing/2014/main" id="{00E02CAF-4CC0-4859-963B-FC187D3CD31C}"/>
              </a:ext>
            </a:extLst>
          </p:cNvPr>
          <p:cNvSpPr>
            <a:spLocks noGrp="1"/>
          </p:cNvSpPr>
          <p:nvPr>
            <p:ph type="sldNum" sz="quarter" idx="12"/>
          </p:nvPr>
        </p:nvSpPr>
        <p:spPr/>
        <p:txBody>
          <a:bodyPr/>
          <a:lstStyle>
            <a:lvl1pPr>
              <a:defRPr>
                <a:solidFill>
                  <a:schemeClr val="bg2"/>
                </a:solidFill>
              </a:defRPr>
            </a:lvl1pPr>
          </a:lstStyle>
          <a:p>
            <a:pPr>
              <a:defRPr/>
            </a:pPr>
            <a:fld id="{7B2119CD-3B2D-4CEB-B404-D2E3F8CD6D69}" type="slidenum">
              <a:rPr lang="en-IN" smtClean="0"/>
              <a:pPr>
                <a:defRPr/>
              </a:pPr>
              <a:t>‹#›</a:t>
            </a:fld>
            <a:endParaRPr lang="en-IN"/>
          </a:p>
        </p:txBody>
      </p:sp>
      <p:sp>
        <p:nvSpPr>
          <p:cNvPr id="5" name="Content Placeholder 2">
            <a:extLst>
              <a:ext uri="{FF2B5EF4-FFF2-40B4-BE49-F238E27FC236}">
                <a16:creationId xmlns:a16="http://schemas.microsoft.com/office/drawing/2014/main" id="{3D919117-8F29-0B0C-28FB-F46CFA763070}"/>
              </a:ext>
            </a:extLst>
          </p:cNvPr>
          <p:cNvSpPr txBox="1">
            <a:spLocks/>
          </p:cNvSpPr>
          <p:nvPr userDrawn="1"/>
        </p:nvSpPr>
        <p:spPr bwMode="gray">
          <a:xfrm>
            <a:off x="670562" y="6343414"/>
            <a:ext cx="5082732" cy="374895"/>
          </a:xfrm>
          <a:prstGeom prst="rect">
            <a:avLst/>
          </a:prstGeom>
        </p:spPr>
        <p:txBody>
          <a:bodyPr vert="horz" lIns="0" tIns="0" rIns="0" bIns="0" anchor="b" anchorCtr="0"/>
          <a:lstStyle>
            <a:lvl1pPr marL="0" indent="0" algn="l" defTabSz="457200" rtl="0" eaLnBrk="1" latinLnBrk="0" hangingPunct="1">
              <a:spcBef>
                <a:spcPct val="20000"/>
              </a:spcBef>
              <a:buFont typeface="Arial"/>
              <a:buNone/>
              <a:defRPr sz="900" kern="1200">
                <a:solidFill>
                  <a:schemeClr val="tx1"/>
                </a:solidFill>
                <a:latin typeface="Georgia"/>
                <a:ea typeface="+mn-ea"/>
                <a:cs typeface="Georgia"/>
              </a:defRPr>
            </a:lvl1pPr>
            <a:lvl2pPr marL="457200" indent="0" algn="l" defTabSz="457200" rtl="0" eaLnBrk="1" latinLnBrk="0" hangingPunct="1">
              <a:spcBef>
                <a:spcPct val="20000"/>
              </a:spcBef>
              <a:buFont typeface="Arial"/>
              <a:buNone/>
              <a:defRPr sz="900" kern="1200">
                <a:solidFill>
                  <a:schemeClr val="tx1"/>
                </a:solidFill>
                <a:latin typeface="Georgia"/>
                <a:ea typeface="+mn-ea"/>
                <a:cs typeface="Georgia"/>
              </a:defRPr>
            </a:lvl2pPr>
            <a:lvl3pPr marL="914400" indent="0" algn="l" defTabSz="457200" rtl="0" eaLnBrk="1" latinLnBrk="0" hangingPunct="1">
              <a:spcBef>
                <a:spcPct val="20000"/>
              </a:spcBef>
              <a:buFont typeface="Arial"/>
              <a:buNone/>
              <a:defRPr sz="900" kern="1200">
                <a:solidFill>
                  <a:schemeClr val="tx1"/>
                </a:solidFill>
                <a:latin typeface="Georgia"/>
                <a:ea typeface="+mn-ea"/>
                <a:cs typeface="Georgia"/>
              </a:defRPr>
            </a:lvl3pPr>
            <a:lvl4pPr marL="1371600" indent="0" algn="l" defTabSz="457200" rtl="0" eaLnBrk="1" latinLnBrk="0" hangingPunct="1">
              <a:spcBef>
                <a:spcPct val="20000"/>
              </a:spcBef>
              <a:buFont typeface="Arial"/>
              <a:buNone/>
              <a:defRPr sz="900" kern="1200">
                <a:solidFill>
                  <a:schemeClr val="tx1"/>
                </a:solidFill>
                <a:latin typeface="Georgia"/>
                <a:ea typeface="+mn-ea"/>
                <a:cs typeface="Georgia"/>
              </a:defRPr>
            </a:lvl4pPr>
            <a:lvl5pPr marL="1828800" indent="0" algn="l" defTabSz="457200" rtl="0" eaLnBrk="1" latinLnBrk="0" hangingPunct="1">
              <a:spcBef>
                <a:spcPct val="20000"/>
              </a:spcBef>
              <a:buFont typeface="Arial"/>
              <a:buNone/>
              <a:defRPr sz="900" kern="1200">
                <a:solidFill>
                  <a:schemeClr val="tx1"/>
                </a:solidFill>
                <a:latin typeface="Georgia"/>
                <a:ea typeface="+mn-ea"/>
                <a:cs typeface="Georgia"/>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l" defTabSz="609570" rtl="0" eaLnBrk="1" fontAlgn="auto" latinLnBrk="0" hangingPunct="1">
              <a:lnSpc>
                <a:spcPct val="100000"/>
              </a:lnSpc>
              <a:spcBef>
                <a:spcPts val="0"/>
              </a:spcBef>
              <a:spcAft>
                <a:spcPts val="0"/>
              </a:spcAft>
              <a:buClrTx/>
              <a:buSzTx/>
              <a:buFont typeface="Arial"/>
              <a:buNone/>
              <a:tabLst/>
              <a:defRPr/>
            </a:pPr>
            <a:r>
              <a:rPr lang="en-US" sz="933" kern="1200">
                <a:solidFill>
                  <a:schemeClr val="bg2"/>
                </a:solidFill>
                <a:latin typeface="+mn-lt"/>
                <a:ea typeface="+mn-ea"/>
                <a:cs typeface="Calibri" panose="020F0502020204030204" pitchFamily="34" charset="0"/>
              </a:rPr>
              <a:t>The sensor housing, FreeStyle, Libre, and related brand marks are marks of Abbott.</a:t>
            </a:r>
          </a:p>
          <a:p>
            <a:pPr>
              <a:spcBef>
                <a:spcPts val="0"/>
              </a:spcBef>
            </a:pPr>
            <a:r>
              <a:rPr lang="en-US" sz="933" kern="1200">
                <a:solidFill>
                  <a:schemeClr val="bg2"/>
                </a:solidFill>
                <a:latin typeface="+mn-lt"/>
                <a:ea typeface="+mn-ea"/>
                <a:cs typeface="Calibri" panose="020F0502020204030204" pitchFamily="34" charset="0"/>
              </a:rPr>
              <a:t>Proprietary and confidential — do not distribute. ADC-XXXXX v1.0</a:t>
            </a:r>
          </a:p>
        </p:txBody>
      </p:sp>
    </p:spTree>
    <p:extLst>
      <p:ext uri="{BB962C8B-B14F-4D97-AF65-F5344CB8AC3E}">
        <p14:creationId xmlns:p14="http://schemas.microsoft.com/office/powerpoint/2010/main" val="1340354742"/>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122.xml><?xml version="1.0" encoding="utf-8"?>
<p:sldLayout xmlns:a="http://schemas.openxmlformats.org/drawingml/2006/main" xmlns:r="http://schemas.openxmlformats.org/officeDocument/2006/relationships" xmlns:p="http://schemas.openxmlformats.org/presentationml/2006/main" userDrawn="1">
  <p:cSld name="9_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70560" y="800101"/>
            <a:ext cx="10850880" cy="476251"/>
          </a:xfrm>
        </p:spPr>
        <p:txBody>
          <a:bodyPr/>
          <a:lstStyle>
            <a:lvl1pPr>
              <a:defRPr cap="none" baseline="0"/>
            </a:lvl1pPr>
          </a:lstStyle>
          <a:p>
            <a:r>
              <a:rPr lang="en-US"/>
              <a:t>Click to edit master title style</a:t>
            </a:r>
          </a:p>
        </p:txBody>
      </p:sp>
      <p:sp>
        <p:nvSpPr>
          <p:cNvPr id="3" name="Content Placeholder 2"/>
          <p:cNvSpPr>
            <a:spLocks noGrp="1"/>
          </p:cNvSpPr>
          <p:nvPr>
            <p:ph idx="1" hasCustomPrompt="1"/>
          </p:nvPr>
        </p:nvSpPr>
        <p:spPr>
          <a:xfrm>
            <a:off x="670560" y="1462088"/>
            <a:ext cx="10850880" cy="4754880"/>
          </a:xfrm>
        </p:spPr>
        <p:txBody>
          <a:bodyPr/>
          <a:lstStyle>
            <a:lvl2pPr>
              <a:defRPr sz="2133"/>
            </a:lvl2pPr>
            <a:lvl3pPr marL="465515" indent="-236991">
              <a:tabLst/>
              <a:defRPr sz="1867"/>
            </a:lvl3pPr>
            <a:lvl4pPr>
              <a:defRPr sz="1600"/>
            </a:lvl4pPr>
            <a:lvl5pPr>
              <a:defRPr sz="1600"/>
            </a:lvl5pPr>
          </a:lstStyle>
          <a:p>
            <a:pPr lvl="0"/>
            <a:r>
              <a:rPr lang="en-US"/>
              <a:t>CLICK TO EDIT MASTER TEXT STYLES</a:t>
            </a:r>
          </a:p>
          <a:p>
            <a:pPr lvl="1"/>
            <a:r>
              <a:rPr lang="en-US"/>
              <a:t>First level</a:t>
            </a:r>
          </a:p>
          <a:p>
            <a:pPr lvl="2"/>
            <a:r>
              <a:rPr lang="en-US"/>
              <a:t>Second level</a:t>
            </a:r>
          </a:p>
          <a:p>
            <a:pPr lvl="3"/>
            <a:r>
              <a:rPr lang="en-US"/>
              <a:t>Third level</a:t>
            </a:r>
          </a:p>
          <a:p>
            <a:pPr lvl="4"/>
            <a:r>
              <a:rPr lang="en-US"/>
              <a:t>Fourth level</a:t>
            </a:r>
          </a:p>
        </p:txBody>
      </p:sp>
      <p:sp>
        <p:nvSpPr>
          <p:cNvPr id="10" name="Text Placeholder 9">
            <a:extLst>
              <a:ext uri="{FF2B5EF4-FFF2-40B4-BE49-F238E27FC236}">
                <a16:creationId xmlns:a16="http://schemas.microsoft.com/office/drawing/2014/main" id="{E16D6E74-3911-4251-9210-E9AF0CB4653E}"/>
              </a:ext>
            </a:extLst>
          </p:cNvPr>
          <p:cNvSpPr>
            <a:spLocks noGrp="1"/>
          </p:cNvSpPr>
          <p:nvPr>
            <p:ph type="body" sz="quarter" idx="10"/>
          </p:nvPr>
        </p:nvSpPr>
        <p:spPr>
          <a:xfrm>
            <a:off x="670567" y="451287"/>
            <a:ext cx="6989233" cy="333489"/>
          </a:xfrm>
        </p:spPr>
        <p:txBody>
          <a:bodyPr>
            <a:spAutoFit/>
          </a:bodyPr>
          <a:lstStyle>
            <a:lvl1pPr>
              <a:defRPr sz="1867" b="0" cap="all" spc="200" baseline="0">
                <a:solidFill>
                  <a:schemeClr val="tx2"/>
                </a:solidFill>
              </a:defRPr>
            </a:lvl1pPr>
            <a:lvl2pPr marL="0" indent="0">
              <a:buNone/>
              <a:defRPr/>
            </a:lvl2pPr>
          </a:lstStyle>
          <a:p>
            <a:pPr lvl="0"/>
            <a:r>
              <a:rPr lang="en-US"/>
              <a:t>Click to edit Master text styles</a:t>
            </a:r>
          </a:p>
        </p:txBody>
      </p:sp>
      <p:sp>
        <p:nvSpPr>
          <p:cNvPr id="5" name="Date Placeholder 3">
            <a:extLst>
              <a:ext uri="{FF2B5EF4-FFF2-40B4-BE49-F238E27FC236}">
                <a16:creationId xmlns:a16="http://schemas.microsoft.com/office/drawing/2014/main" id="{499C2325-0055-3349-8A76-5CDB53BA49B5}"/>
              </a:ext>
            </a:extLst>
          </p:cNvPr>
          <p:cNvSpPr>
            <a:spLocks noGrp="1"/>
          </p:cNvSpPr>
          <p:nvPr>
            <p:ph type="dt" sz="half" idx="2"/>
          </p:nvPr>
        </p:nvSpPr>
        <p:spPr>
          <a:xfrm>
            <a:off x="10098899" y="6356352"/>
            <a:ext cx="1584960" cy="365125"/>
          </a:xfrm>
          <a:prstGeom prst="rect">
            <a:avLst/>
          </a:prstGeom>
        </p:spPr>
        <p:txBody>
          <a:bodyPr vert="horz" lIns="0" tIns="45720" rIns="0" bIns="45720" rtlCol="0" anchor="b" anchorCtr="0"/>
          <a:lstStyle>
            <a:lvl1pPr algn="l">
              <a:defRPr sz="1333">
                <a:solidFill>
                  <a:schemeClr val="tx1"/>
                </a:solidFill>
                <a:latin typeface="Calibri" panose="020F0502020204030204" pitchFamily="34" charset="0"/>
                <a:cs typeface="Calibri" panose="020F0502020204030204" pitchFamily="34" charset="0"/>
              </a:defRPr>
            </a:lvl1pPr>
          </a:lstStyle>
          <a:p>
            <a:endParaRPr lang="en-US">
              <a:solidFill>
                <a:srgbClr val="000000"/>
              </a:solidFill>
            </a:endParaRPr>
          </a:p>
        </p:txBody>
      </p:sp>
      <p:sp>
        <p:nvSpPr>
          <p:cNvPr id="6" name="Footer Placeholder 4">
            <a:extLst>
              <a:ext uri="{FF2B5EF4-FFF2-40B4-BE49-F238E27FC236}">
                <a16:creationId xmlns:a16="http://schemas.microsoft.com/office/drawing/2014/main" id="{DEC4EDCE-1A8D-B54D-B875-E740A476EC0A}"/>
              </a:ext>
            </a:extLst>
          </p:cNvPr>
          <p:cNvSpPr>
            <a:spLocks noGrp="1"/>
          </p:cNvSpPr>
          <p:nvPr>
            <p:ph type="ftr" sz="quarter" idx="3"/>
          </p:nvPr>
        </p:nvSpPr>
        <p:spPr>
          <a:xfrm>
            <a:off x="4019295" y="6356352"/>
            <a:ext cx="5974080" cy="365125"/>
          </a:xfrm>
          <a:prstGeom prst="rect">
            <a:avLst/>
          </a:prstGeom>
        </p:spPr>
        <p:txBody>
          <a:bodyPr vert="horz" lIns="0" tIns="45720" rIns="0" bIns="45720" rtlCol="0" anchor="b" anchorCtr="0"/>
          <a:lstStyle>
            <a:lvl1pPr algn="r">
              <a:defRPr sz="1333">
                <a:solidFill>
                  <a:schemeClr val="tx1"/>
                </a:solidFill>
                <a:latin typeface="Calibri" panose="020F0502020204030204" pitchFamily="34" charset="0"/>
                <a:cs typeface="Calibri" panose="020F0502020204030204" pitchFamily="34" charset="0"/>
              </a:defRPr>
            </a:lvl1pPr>
          </a:lstStyle>
          <a:p>
            <a:r>
              <a:rPr lang="en-US">
                <a:solidFill>
                  <a:srgbClr val="000000"/>
                </a:solidFill>
              </a:rPr>
              <a:t>ADC Innovation Pipeline |  1-Aug-25</a:t>
            </a:r>
          </a:p>
        </p:txBody>
      </p:sp>
      <p:sp>
        <p:nvSpPr>
          <p:cNvPr id="7" name="Slide Number Placeholder 5">
            <a:extLst>
              <a:ext uri="{FF2B5EF4-FFF2-40B4-BE49-F238E27FC236}">
                <a16:creationId xmlns:a16="http://schemas.microsoft.com/office/drawing/2014/main" id="{D400ADD5-E5AA-9A44-9902-1AB9B2091EEE}"/>
              </a:ext>
            </a:extLst>
          </p:cNvPr>
          <p:cNvSpPr>
            <a:spLocks noGrp="1"/>
          </p:cNvSpPr>
          <p:nvPr>
            <p:ph type="sldNum" sz="quarter" idx="4"/>
          </p:nvPr>
        </p:nvSpPr>
        <p:spPr>
          <a:xfrm>
            <a:off x="11475053" y="6438012"/>
            <a:ext cx="390144" cy="283464"/>
          </a:xfrm>
          <a:prstGeom prst="rect">
            <a:avLst/>
          </a:prstGeom>
        </p:spPr>
        <p:txBody>
          <a:bodyPr vert="horz" lIns="0" tIns="45720" rIns="0" bIns="45720" rtlCol="0" anchor="b" anchorCtr="0"/>
          <a:lstStyle>
            <a:lvl1pPr algn="ctr">
              <a:defRPr sz="1333" b="1">
                <a:solidFill>
                  <a:schemeClr val="tx1"/>
                </a:solidFill>
                <a:latin typeface="Calibri" panose="020F0502020204030204" pitchFamily="34" charset="0"/>
                <a:cs typeface="Calibri" panose="020F0502020204030204" pitchFamily="34" charset="0"/>
              </a:defRPr>
            </a:lvl1pPr>
          </a:lstStyle>
          <a:p>
            <a:fld id="{A2885E78-1F86-4A3D-9EE1-B0103B1CEF15}" type="slidenum">
              <a:rPr lang="en-US" smtClean="0">
                <a:solidFill>
                  <a:srgbClr val="000000"/>
                </a:solidFill>
              </a:rPr>
              <a:pPr/>
              <a:t>‹#›</a:t>
            </a:fld>
            <a:endParaRPr lang="en-US">
              <a:solidFill>
                <a:srgbClr val="000000"/>
              </a:solidFill>
            </a:endParaRPr>
          </a:p>
        </p:txBody>
      </p:sp>
    </p:spTree>
    <p:extLst>
      <p:ext uri="{BB962C8B-B14F-4D97-AF65-F5344CB8AC3E}">
        <p14:creationId xmlns:p14="http://schemas.microsoft.com/office/powerpoint/2010/main" val="2654221040"/>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123.xml><?xml version="1.0" encoding="utf-8"?>
<p:sldLayout xmlns:a="http://schemas.openxmlformats.org/drawingml/2006/main" xmlns:r="http://schemas.openxmlformats.org/officeDocument/2006/relationships" xmlns:p="http://schemas.openxmlformats.org/presentationml/2006/main" userDrawn="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FCFDC9-03EC-4780-AB22-9216CFC2ED0A}"/>
              </a:ext>
            </a:extLst>
          </p:cNvPr>
          <p:cNvSpPr>
            <a:spLocks noGrp="1"/>
          </p:cNvSpPr>
          <p:nvPr>
            <p:ph type="title" hasCustomPrompt="1"/>
          </p:nvPr>
        </p:nvSpPr>
        <p:spPr/>
        <p:txBody>
          <a:bodyPr/>
          <a:lstStyle/>
          <a:p>
            <a:r>
              <a:rPr lang="en-US"/>
              <a:t>Slide title goes here</a:t>
            </a:r>
          </a:p>
        </p:txBody>
      </p:sp>
      <p:sp>
        <p:nvSpPr>
          <p:cNvPr id="12" name="Text Placeholder 5">
            <a:extLst>
              <a:ext uri="{FF2B5EF4-FFF2-40B4-BE49-F238E27FC236}">
                <a16:creationId xmlns:a16="http://schemas.microsoft.com/office/drawing/2014/main" id="{DA7E73C6-7BDC-4FF8-8260-60A5A06A978B}"/>
              </a:ext>
            </a:extLst>
          </p:cNvPr>
          <p:cNvSpPr>
            <a:spLocks noGrp="1"/>
          </p:cNvSpPr>
          <p:nvPr>
            <p:ph type="body" sz="quarter" idx="12" hasCustomPrompt="1"/>
          </p:nvPr>
        </p:nvSpPr>
        <p:spPr>
          <a:xfrm>
            <a:off x="593664" y="723905"/>
            <a:ext cx="11003027" cy="323165"/>
          </a:xfrm>
          <a:prstGeom prst="rect">
            <a:avLst/>
          </a:prstGeom>
        </p:spPr>
        <p:txBody>
          <a:bodyPr vert="horz" wrap="square" lIns="0" tIns="45720" rIns="0" bIns="45720" rtlCol="0">
            <a:spAutoFit/>
          </a:bodyPr>
          <a:lstStyle>
            <a:lvl1pPr>
              <a:defRPr lang="en-US" sz="1500" b="0" dirty="0">
                <a:solidFill>
                  <a:schemeClr val="bg2"/>
                </a:solidFill>
                <a:latin typeface="Avenir Next World Demi" panose="020B0703020202020204" pitchFamily="34" charset="0"/>
                <a:cs typeface="Avenir Next World Demi" panose="020B0703020202020204" pitchFamily="34" charset="0"/>
              </a:defRPr>
            </a:lvl1pPr>
          </a:lstStyle>
          <a:p>
            <a:pPr lvl="0"/>
            <a:r>
              <a:rPr lang="en-US"/>
              <a:t>Subtitle goes here</a:t>
            </a:r>
          </a:p>
        </p:txBody>
      </p:sp>
      <p:sp>
        <p:nvSpPr>
          <p:cNvPr id="6" name="Content Placeholder 5">
            <a:extLst>
              <a:ext uri="{FF2B5EF4-FFF2-40B4-BE49-F238E27FC236}">
                <a16:creationId xmlns:a16="http://schemas.microsoft.com/office/drawing/2014/main" id="{89FB9248-9E03-4DB4-9487-2EF5EDB24449}"/>
              </a:ext>
            </a:extLst>
          </p:cNvPr>
          <p:cNvSpPr>
            <a:spLocks noGrp="1"/>
          </p:cNvSpPr>
          <p:nvPr>
            <p:ph sz="quarter" idx="14"/>
          </p:nvPr>
        </p:nvSpPr>
        <p:spPr>
          <a:xfrm>
            <a:off x="593995" y="1270000"/>
            <a:ext cx="11001375" cy="4726699"/>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5">
            <a:extLst>
              <a:ext uri="{FF2B5EF4-FFF2-40B4-BE49-F238E27FC236}">
                <a16:creationId xmlns:a16="http://schemas.microsoft.com/office/drawing/2014/main" id="{AE24ACBF-A882-423B-9E39-69BB908A20A6}"/>
              </a:ext>
            </a:extLst>
          </p:cNvPr>
          <p:cNvSpPr>
            <a:spLocks noGrp="1"/>
          </p:cNvSpPr>
          <p:nvPr>
            <p:ph type="body" sz="quarter" idx="13" hasCustomPrompt="1"/>
          </p:nvPr>
        </p:nvSpPr>
        <p:spPr>
          <a:xfrm>
            <a:off x="593995" y="6135691"/>
            <a:ext cx="9140031" cy="115416"/>
          </a:xfrm>
          <a:prstGeom prst="rect">
            <a:avLst/>
          </a:prstGeom>
        </p:spPr>
        <p:txBody>
          <a:bodyPr vert="horz" wrap="square" lIns="0" tIns="0" rIns="0" bIns="0" rtlCol="0" anchor="b">
            <a:spAutoFit/>
          </a:bodyPr>
          <a:lstStyle>
            <a:lvl1pPr>
              <a:defRPr lang="en-US" sz="751" b="0" dirty="0">
                <a:solidFill>
                  <a:srgbClr val="767676"/>
                </a:solidFill>
              </a:defRPr>
            </a:lvl1pPr>
          </a:lstStyle>
          <a:p>
            <a:pPr lvl="0"/>
            <a:r>
              <a:rPr lang="en-US"/>
              <a:t>Source goes here</a:t>
            </a:r>
          </a:p>
        </p:txBody>
      </p:sp>
      <p:sp>
        <p:nvSpPr>
          <p:cNvPr id="3" name="Footer Placeholder 2">
            <a:extLst>
              <a:ext uri="{FF2B5EF4-FFF2-40B4-BE49-F238E27FC236}">
                <a16:creationId xmlns:a16="http://schemas.microsoft.com/office/drawing/2014/main" id="{2985F74B-6A97-4B13-B2AD-5ABEF4717BD4}"/>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ADC Innovation Pipeline |  1-Aug-25</a:t>
            </a:r>
          </a:p>
        </p:txBody>
      </p:sp>
      <p:sp>
        <p:nvSpPr>
          <p:cNvPr id="4" name="Slide Number Placeholder 3">
            <a:extLst>
              <a:ext uri="{FF2B5EF4-FFF2-40B4-BE49-F238E27FC236}">
                <a16:creationId xmlns:a16="http://schemas.microsoft.com/office/drawing/2014/main" id="{58013E39-A678-4E9B-92AB-F73802BF52CF}"/>
              </a:ext>
              <a:ext uri="{C183D7F6-B498-43B3-948B-1728B52AA6E4}">
                <adec:decorative xmlns:adec="http://schemas.microsoft.com/office/drawing/2017/decorative" val="1"/>
              </a:ext>
            </a:extLst>
          </p:cNvPr>
          <p:cNvSpPr>
            <a:spLocks noGrp="1"/>
          </p:cNvSpPr>
          <p:nvPr>
            <p:ph type="sldNum" sz="quarter" idx="11"/>
          </p:nvPr>
        </p:nvSpPr>
        <p:spPr/>
        <p:txBody>
          <a:bodyPr/>
          <a:lstStyle/>
          <a:p>
            <a:fld id="{CD0300D1-3F1C-4290-A0D1-7CD19DBD9909}" type="slidenum">
              <a:rPr lang="en-US" smtClean="0"/>
              <a:pPr/>
              <a:t>‹#›</a:t>
            </a:fld>
            <a:endParaRPr lang="en-US"/>
          </a:p>
        </p:txBody>
      </p:sp>
    </p:spTree>
    <p:extLst>
      <p:ext uri="{BB962C8B-B14F-4D97-AF65-F5344CB8AC3E}">
        <p14:creationId xmlns:p14="http://schemas.microsoft.com/office/powerpoint/2010/main" val="2587726208"/>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124.xml><?xml version="1.0" encoding="utf-8"?>
<p:sldLayout xmlns:a="http://schemas.openxmlformats.org/drawingml/2006/main" xmlns:r="http://schemas.openxmlformats.org/officeDocument/2006/relationships" xmlns:p="http://schemas.openxmlformats.org/presentationml/2006/main" showMasterSp="0" userDrawn="1">
  <p:cSld name="3_Title Only Dark">
    <p:bg>
      <p:bgPr>
        <a:solidFill>
          <a:schemeClr val="bg1"/>
        </a:solidFill>
        <a:effectLst/>
      </p:bgPr>
    </p:bg>
    <p:spTree>
      <p:nvGrpSpPr>
        <p:cNvPr id="1" name=""/>
        <p:cNvGrpSpPr/>
        <p:nvPr/>
      </p:nvGrpSpPr>
      <p:grpSpPr>
        <a:xfrm>
          <a:off x="0" y="0"/>
          <a:ext cx="0" cy="0"/>
          <a:chOff x="0" y="0"/>
          <a:chExt cx="0" cy="0"/>
        </a:xfrm>
      </p:grpSpPr>
      <p:pic>
        <p:nvPicPr>
          <p:cNvPr id="6" name="Picture 5" descr="A close up of a logo&#10;&#10;Description automatically generated">
            <a:extLst>
              <a:ext uri="{FF2B5EF4-FFF2-40B4-BE49-F238E27FC236}">
                <a16:creationId xmlns:a16="http://schemas.microsoft.com/office/drawing/2014/main" id="{C5360BD4-8815-714C-9901-753BAD18EC9C}"/>
              </a:ext>
            </a:extLst>
          </p:cNvPr>
          <p:cNvPicPr>
            <a:picLocks/>
          </p:cNvPicPr>
          <p:nvPr userDrawn="1"/>
        </p:nvPicPr>
        <p:blipFill>
          <a:blip r:embed="rId2">
            <a:extLst>
              <a:ext uri="{28A0092B-C50C-407E-A947-70E740481C1C}">
                <a14:useLocalDpi xmlns:a14="http://schemas.microsoft.com/office/drawing/2010/main" val="0"/>
              </a:ext>
            </a:extLst>
          </a:blip>
          <a:stretch>
            <a:fillRect/>
          </a:stretch>
        </p:blipFill>
        <p:spPr>
          <a:xfrm>
            <a:off x="0" y="-3048"/>
            <a:ext cx="12192000" cy="6864096"/>
          </a:xfrm>
          <a:prstGeom prst="rect">
            <a:avLst/>
          </a:prstGeom>
        </p:spPr>
      </p:pic>
      <p:sp>
        <p:nvSpPr>
          <p:cNvPr id="2" name="Title 1"/>
          <p:cNvSpPr>
            <a:spLocks noGrp="1"/>
          </p:cNvSpPr>
          <p:nvPr>
            <p:ph type="title" hasCustomPrompt="1"/>
          </p:nvPr>
        </p:nvSpPr>
        <p:spPr>
          <a:xfrm>
            <a:off x="670560" y="465139"/>
            <a:ext cx="10972800" cy="914400"/>
          </a:xfrm>
        </p:spPr>
        <p:txBody>
          <a:bodyPr/>
          <a:lstStyle>
            <a:lvl1pPr>
              <a:defRPr cap="none" spc="0" baseline="0">
                <a:solidFill>
                  <a:schemeClr val="bg1"/>
                </a:solidFill>
              </a:defRPr>
            </a:lvl1pPr>
          </a:lstStyle>
          <a:p>
            <a:r>
              <a:rPr lang="en-US"/>
              <a:t>Click To Edit Master Title Style</a:t>
            </a:r>
          </a:p>
        </p:txBody>
      </p:sp>
      <p:sp>
        <p:nvSpPr>
          <p:cNvPr id="4" name="Footer Placeholder 3"/>
          <p:cNvSpPr>
            <a:spLocks noGrp="1"/>
          </p:cNvSpPr>
          <p:nvPr>
            <p:ph type="ftr" sz="quarter" idx="11"/>
          </p:nvPr>
        </p:nvSpPr>
        <p:spPr/>
        <p:txBody>
          <a:bodyPr/>
          <a:lstStyle>
            <a:lvl1pPr>
              <a:defRPr b="0" i="0">
                <a:solidFill>
                  <a:schemeClr val="bg1"/>
                </a:solidFill>
              </a:defRPr>
            </a:lvl1pPr>
          </a:lstStyle>
          <a:p>
            <a:r>
              <a:rPr lang="en-US">
                <a:solidFill>
                  <a:prstClr val="white"/>
                </a:solidFill>
              </a:rPr>
              <a:t>Abbott Overview</a:t>
            </a:r>
          </a:p>
        </p:txBody>
      </p:sp>
      <p:sp>
        <p:nvSpPr>
          <p:cNvPr id="5" name="Slide Number Placeholder 4"/>
          <p:cNvSpPr>
            <a:spLocks noGrp="1"/>
          </p:cNvSpPr>
          <p:nvPr>
            <p:ph type="sldNum" sz="quarter" idx="12"/>
          </p:nvPr>
        </p:nvSpPr>
        <p:spPr/>
        <p:txBody>
          <a:bodyPr/>
          <a:lstStyle>
            <a:lvl1pPr>
              <a:defRPr b="0" i="0">
                <a:solidFill>
                  <a:schemeClr val="bg1"/>
                </a:solidFill>
              </a:defRPr>
            </a:lvl1pPr>
          </a:lstStyle>
          <a:p>
            <a:fld id="{A2885E78-1F86-4A3D-9EE1-B0103B1CEF15}" type="slidenum">
              <a:rPr lang="en-US" smtClean="0">
                <a:solidFill>
                  <a:prstClr val="white"/>
                </a:solidFill>
              </a:rPr>
              <a:pPr/>
              <a:t>‹#›</a:t>
            </a:fld>
            <a:endParaRPr lang="en-US">
              <a:solidFill>
                <a:prstClr val="white"/>
              </a:solidFill>
            </a:endParaRPr>
          </a:p>
        </p:txBody>
      </p:sp>
    </p:spTree>
    <p:extLst>
      <p:ext uri="{BB962C8B-B14F-4D97-AF65-F5344CB8AC3E}">
        <p14:creationId xmlns:p14="http://schemas.microsoft.com/office/powerpoint/2010/main" val="2680288171"/>
      </p:ext>
    </p:extLst>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312311-7C92-31C0-95ED-CA622086E94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A3C508D-8BAC-AA87-0F0E-610BC38ADC70}"/>
              </a:ext>
            </a:extLst>
          </p:cNvPr>
          <p:cNvSpPr>
            <a:spLocks noGrp="1"/>
          </p:cNvSpPr>
          <p:nvPr>
            <p:ph type="subTitle" idx="1"/>
          </p:nvPr>
        </p:nvSpPr>
        <p:spPr>
          <a:xfrm>
            <a:off x="1524000" y="3602037"/>
            <a:ext cx="9144000" cy="1655763"/>
          </a:xfrm>
        </p:spPr>
        <p:txBody>
          <a:bodyPr/>
          <a:lstStyle>
            <a:lvl1pPr marL="0" indent="0" algn="ctr">
              <a:buNone/>
              <a:defRPr sz="2400"/>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4D5141A-751E-7B29-A63C-01FF2F003D57}"/>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F409633D-750B-29AF-929F-FF93C464DB63}"/>
              </a:ext>
            </a:extLst>
          </p:cNvPr>
          <p:cNvSpPr>
            <a:spLocks noGrp="1"/>
          </p:cNvSpPr>
          <p:nvPr>
            <p:ph type="ftr" sz="quarter" idx="11"/>
          </p:nvPr>
        </p:nvSpPr>
        <p:spPr/>
        <p:txBody>
          <a:bodyPr/>
          <a:lstStyle/>
          <a:p>
            <a:r>
              <a:rPr lang="en-US"/>
              <a:t>ADC Innovation Pipeline |  1-Aug-25</a:t>
            </a:r>
          </a:p>
        </p:txBody>
      </p:sp>
      <p:sp>
        <p:nvSpPr>
          <p:cNvPr id="6" name="Slide Number Placeholder 5">
            <a:extLst>
              <a:ext uri="{FF2B5EF4-FFF2-40B4-BE49-F238E27FC236}">
                <a16:creationId xmlns:a16="http://schemas.microsoft.com/office/drawing/2014/main" id="{C8294F9D-640F-64BA-DD03-592735B40C1E}"/>
              </a:ext>
            </a:extLst>
          </p:cNvPr>
          <p:cNvSpPr>
            <a:spLocks noGrp="1"/>
          </p:cNvSpPr>
          <p:nvPr>
            <p:ph type="sldNum" sz="quarter" idx="12"/>
          </p:nvPr>
        </p:nvSpPr>
        <p:spPr/>
        <p:txBody>
          <a:bodyPr/>
          <a:lstStyle/>
          <a:p>
            <a:fld id="{4AFD6300-A648-4FCE-A791-74B79DBCA2DE}" type="slidenum">
              <a:rPr lang="en-US" smtClean="0"/>
              <a:t>‹#›</a:t>
            </a:fld>
            <a:endParaRPr lang="en-US"/>
          </a:p>
        </p:txBody>
      </p:sp>
    </p:spTree>
    <p:extLst>
      <p:ext uri="{BB962C8B-B14F-4D97-AF65-F5344CB8AC3E}">
        <p14:creationId xmlns:p14="http://schemas.microsoft.com/office/powerpoint/2010/main" val="4049557383"/>
      </p:ext>
    </p:extLst>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userDrawn="1">
  <p:cSld name="3_(L) Half-content &amp; image layout">
    <p:spTree>
      <p:nvGrpSpPr>
        <p:cNvPr id="1" name=""/>
        <p:cNvGrpSpPr/>
        <p:nvPr/>
      </p:nvGrpSpPr>
      <p:grpSpPr>
        <a:xfrm>
          <a:off x="0" y="0"/>
          <a:ext cx="0" cy="0"/>
          <a:chOff x="0" y="0"/>
          <a:chExt cx="0" cy="0"/>
        </a:xfrm>
      </p:grpSpPr>
      <p:sp>
        <p:nvSpPr>
          <p:cNvPr id="10" name="Picture Placeholder 9"/>
          <p:cNvSpPr>
            <a:spLocks noGrp="1"/>
          </p:cNvSpPr>
          <p:nvPr>
            <p:ph type="pic" sz="quarter" idx="14" hasCustomPrompt="1"/>
          </p:nvPr>
        </p:nvSpPr>
        <p:spPr>
          <a:xfrm>
            <a:off x="6425187" y="0"/>
            <a:ext cx="5766815" cy="6858000"/>
          </a:xfrm>
          <a:prstGeom prst="rect">
            <a:avLst/>
          </a:prstGeom>
          <a:solidFill>
            <a:schemeClr val="bg2"/>
          </a:solidFill>
          <a:ln>
            <a:noFill/>
          </a:ln>
          <a:effectLst/>
        </p:spPr>
        <p:txBody>
          <a:bodyPr lIns="365760" rIns="365760" anchor="ctr" anchorCtr="1"/>
          <a:lstStyle>
            <a:lvl1pPr algn="ctr">
              <a:defRPr sz="2400" b="0" baseline="0">
                <a:solidFill>
                  <a:schemeClr val="accent1"/>
                </a:solidFill>
                <a:latin typeface="+mn-lt"/>
              </a:defRPr>
            </a:lvl1pPr>
          </a:lstStyle>
          <a:p>
            <a:r>
              <a:rPr lang="en-US"/>
              <a:t>Insert an image</a:t>
            </a:r>
            <a:br>
              <a:rPr lang="en-US"/>
            </a:br>
            <a:r>
              <a:rPr lang="en-US"/>
              <a:t>within this placeholder </a:t>
            </a:r>
          </a:p>
        </p:txBody>
      </p:sp>
      <p:sp>
        <p:nvSpPr>
          <p:cNvPr id="14" name="Text Placeholder 9">
            <a:extLst>
              <a:ext uri="{FF2B5EF4-FFF2-40B4-BE49-F238E27FC236}">
                <a16:creationId xmlns:a16="http://schemas.microsoft.com/office/drawing/2014/main" id="{05D9C096-3ECB-4476-AF46-67B691208D52}"/>
              </a:ext>
            </a:extLst>
          </p:cNvPr>
          <p:cNvSpPr>
            <a:spLocks noGrp="1"/>
          </p:cNvSpPr>
          <p:nvPr>
            <p:ph type="body" sz="quarter" idx="18" hasCustomPrompt="1"/>
          </p:nvPr>
        </p:nvSpPr>
        <p:spPr>
          <a:xfrm>
            <a:off x="670564" y="355600"/>
            <a:ext cx="5096255" cy="348813"/>
          </a:xfrm>
          <a:prstGeom prst="rect">
            <a:avLst/>
          </a:prstGeom>
        </p:spPr>
        <p:txBody>
          <a:bodyPr wrap="square">
            <a:noAutofit/>
          </a:bodyPr>
          <a:lstStyle>
            <a:lvl1pPr>
              <a:defRPr sz="1867" b="0" cap="all" spc="200" baseline="0">
                <a:solidFill>
                  <a:schemeClr val="accent1"/>
                </a:solidFill>
                <a:latin typeface="+mn-lt"/>
              </a:defRPr>
            </a:lvl1pPr>
            <a:lvl2pPr marL="0" indent="0">
              <a:buNone/>
              <a:defRPr/>
            </a:lvl2pPr>
          </a:lstStyle>
          <a:p>
            <a:pPr lvl="0"/>
            <a:r>
              <a:rPr lang="en-US"/>
              <a:t>Eyebrow identification, CALIBRI, 14PT</a:t>
            </a:r>
          </a:p>
        </p:txBody>
      </p:sp>
      <p:sp>
        <p:nvSpPr>
          <p:cNvPr id="17" name="Text Placeholder 4">
            <a:extLst>
              <a:ext uri="{FF2B5EF4-FFF2-40B4-BE49-F238E27FC236}">
                <a16:creationId xmlns:a16="http://schemas.microsoft.com/office/drawing/2014/main" id="{E828A00F-D1B4-4C3E-969E-375A3487E70C}"/>
              </a:ext>
            </a:extLst>
          </p:cNvPr>
          <p:cNvSpPr>
            <a:spLocks noGrp="1"/>
          </p:cNvSpPr>
          <p:nvPr>
            <p:ph type="body" sz="quarter" idx="19" hasCustomPrompt="1"/>
          </p:nvPr>
        </p:nvSpPr>
        <p:spPr>
          <a:xfrm>
            <a:off x="670984" y="1463943"/>
            <a:ext cx="5089736" cy="520700"/>
          </a:xfrm>
          <a:prstGeom prst="rect">
            <a:avLst/>
          </a:prstGeom>
        </p:spPr>
        <p:txBody>
          <a:bodyPr>
            <a:noAutofit/>
          </a:bodyPr>
          <a:lstStyle>
            <a:lvl1pPr>
              <a:defRPr sz="2400" b="1" cap="all" baseline="0">
                <a:solidFill>
                  <a:schemeClr val="accent3"/>
                </a:solidFill>
                <a:latin typeface="+mn-lt"/>
              </a:defRPr>
            </a:lvl1pPr>
          </a:lstStyle>
          <a:p>
            <a:pPr lvl="0"/>
            <a:r>
              <a:rPr lang="en-US"/>
              <a:t>SUBTITLE, CALIBRI, 18PT, BOLD</a:t>
            </a:r>
          </a:p>
        </p:txBody>
      </p:sp>
      <p:sp>
        <p:nvSpPr>
          <p:cNvPr id="18" name="Text Placeholder 4">
            <a:extLst>
              <a:ext uri="{FF2B5EF4-FFF2-40B4-BE49-F238E27FC236}">
                <a16:creationId xmlns:a16="http://schemas.microsoft.com/office/drawing/2014/main" id="{98B40350-90AF-4369-8B21-A237E4585B43}"/>
              </a:ext>
            </a:extLst>
          </p:cNvPr>
          <p:cNvSpPr>
            <a:spLocks noGrp="1"/>
          </p:cNvSpPr>
          <p:nvPr>
            <p:ph type="body" sz="quarter" idx="13" hasCustomPrompt="1"/>
          </p:nvPr>
        </p:nvSpPr>
        <p:spPr>
          <a:xfrm>
            <a:off x="670984" y="2159957"/>
            <a:ext cx="5089736" cy="426720"/>
          </a:xfrm>
          <a:prstGeom prst="rect">
            <a:avLst/>
          </a:prstGeom>
        </p:spPr>
        <p:txBody>
          <a:bodyPr>
            <a:noAutofit/>
          </a:bodyPr>
          <a:lstStyle>
            <a:lvl1pPr>
              <a:defRPr sz="2133" b="1" cap="all" baseline="0">
                <a:solidFill>
                  <a:schemeClr val="accent3"/>
                </a:solidFill>
                <a:latin typeface="+mn-lt"/>
              </a:defRPr>
            </a:lvl1pPr>
          </a:lstStyle>
          <a:p>
            <a:pPr lvl="0"/>
            <a:r>
              <a:rPr lang="en-US"/>
              <a:t>SHORT TITLE, CALIBRI, 16PT, BOLD</a:t>
            </a:r>
          </a:p>
        </p:txBody>
      </p:sp>
      <p:sp>
        <p:nvSpPr>
          <p:cNvPr id="19" name="Content Placeholder 5">
            <a:extLst>
              <a:ext uri="{FF2B5EF4-FFF2-40B4-BE49-F238E27FC236}">
                <a16:creationId xmlns:a16="http://schemas.microsoft.com/office/drawing/2014/main" id="{74DA2C74-7837-4DF6-A9E0-010AABA411BF}"/>
              </a:ext>
            </a:extLst>
          </p:cNvPr>
          <p:cNvSpPr>
            <a:spLocks noGrp="1"/>
          </p:cNvSpPr>
          <p:nvPr>
            <p:ph sz="quarter" idx="20"/>
          </p:nvPr>
        </p:nvSpPr>
        <p:spPr>
          <a:xfrm>
            <a:off x="670562" y="2610325"/>
            <a:ext cx="5089735" cy="1442031"/>
          </a:xfrm>
        </p:spPr>
        <p:txBody>
          <a:bodyPr>
            <a:noAutofit/>
          </a:bodyPr>
          <a:lstStyle>
            <a:lvl1pPr>
              <a:defRPr sz="1867"/>
            </a:lvl1pPr>
            <a:lvl2pPr>
              <a:defRPr/>
            </a:lvl2pPr>
            <a:lvl3pPr>
              <a:defRPr/>
            </a:lvl3pPr>
            <a:lvl4pPr>
              <a:defRPr/>
            </a:lvl4pPr>
          </a:lstStyle>
          <a:p>
            <a:pPr lvl="0"/>
            <a:r>
              <a:rPr lang="en-US"/>
              <a:t>Click to edit Master text styles</a:t>
            </a:r>
          </a:p>
          <a:p>
            <a:pPr lvl="1"/>
            <a:r>
              <a:rPr lang="en-US"/>
              <a:t>Second level</a:t>
            </a:r>
          </a:p>
          <a:p>
            <a:pPr lvl="2"/>
            <a:r>
              <a:rPr lang="en-US"/>
              <a:t>Third level</a:t>
            </a:r>
          </a:p>
          <a:p>
            <a:pPr lvl="3"/>
            <a:r>
              <a:rPr lang="en-US"/>
              <a:t>Fourth level</a:t>
            </a:r>
          </a:p>
        </p:txBody>
      </p:sp>
      <p:sp>
        <p:nvSpPr>
          <p:cNvPr id="20" name="Text Placeholder 4">
            <a:extLst>
              <a:ext uri="{FF2B5EF4-FFF2-40B4-BE49-F238E27FC236}">
                <a16:creationId xmlns:a16="http://schemas.microsoft.com/office/drawing/2014/main" id="{04384C29-B1D2-4169-8C59-6E4C6B7D22EF}"/>
              </a:ext>
            </a:extLst>
          </p:cNvPr>
          <p:cNvSpPr>
            <a:spLocks noGrp="1"/>
          </p:cNvSpPr>
          <p:nvPr>
            <p:ph type="body" sz="quarter" idx="21" hasCustomPrompt="1"/>
          </p:nvPr>
        </p:nvSpPr>
        <p:spPr>
          <a:xfrm>
            <a:off x="670984" y="4316768"/>
            <a:ext cx="5089736" cy="426720"/>
          </a:xfrm>
          <a:prstGeom prst="rect">
            <a:avLst/>
          </a:prstGeom>
        </p:spPr>
        <p:txBody>
          <a:bodyPr>
            <a:noAutofit/>
          </a:bodyPr>
          <a:lstStyle>
            <a:lvl1pPr>
              <a:defRPr sz="2133" b="1" cap="all" baseline="0">
                <a:solidFill>
                  <a:schemeClr val="accent3"/>
                </a:solidFill>
                <a:latin typeface="+mn-lt"/>
              </a:defRPr>
            </a:lvl1pPr>
          </a:lstStyle>
          <a:p>
            <a:pPr lvl="0"/>
            <a:r>
              <a:rPr lang="en-US"/>
              <a:t>SHORT TITLE, CALIBRI, 16PT, BOLD</a:t>
            </a:r>
          </a:p>
        </p:txBody>
      </p:sp>
      <p:sp>
        <p:nvSpPr>
          <p:cNvPr id="21" name="Content Placeholder 5">
            <a:extLst>
              <a:ext uri="{FF2B5EF4-FFF2-40B4-BE49-F238E27FC236}">
                <a16:creationId xmlns:a16="http://schemas.microsoft.com/office/drawing/2014/main" id="{0312D5F6-81FC-4261-AED0-88E16C372781}"/>
              </a:ext>
            </a:extLst>
          </p:cNvPr>
          <p:cNvSpPr>
            <a:spLocks noGrp="1"/>
          </p:cNvSpPr>
          <p:nvPr>
            <p:ph sz="quarter" idx="22"/>
          </p:nvPr>
        </p:nvSpPr>
        <p:spPr>
          <a:xfrm>
            <a:off x="670562" y="4767135"/>
            <a:ext cx="5089735" cy="1442029"/>
          </a:xfrm>
        </p:spPr>
        <p:txBody>
          <a:bodyPr>
            <a:noAutofit/>
          </a:bodyPr>
          <a:lstStyle>
            <a:lvl1pPr>
              <a:defRPr sz="1867"/>
            </a:lvl1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Date Placeholder 4">
            <a:extLst>
              <a:ext uri="{FF2B5EF4-FFF2-40B4-BE49-F238E27FC236}">
                <a16:creationId xmlns:a16="http://schemas.microsoft.com/office/drawing/2014/main" id="{4FF65347-7CD3-4F10-8EF3-1278C80396FE}"/>
              </a:ext>
            </a:extLst>
          </p:cNvPr>
          <p:cNvSpPr>
            <a:spLocks noGrp="1"/>
          </p:cNvSpPr>
          <p:nvPr>
            <p:ph type="dt" sz="half" idx="23"/>
          </p:nvPr>
        </p:nvSpPr>
        <p:spPr/>
        <p:txBody>
          <a:bodyPr/>
          <a:lstStyle/>
          <a:p>
            <a:fld id="{F32D2A97-FA8D-414C-B293-F420059724F0}" type="datetime5">
              <a:rPr lang="en-US" sz="1333" smtClean="0"/>
              <a:t>7-May-26</a:t>
            </a:fld>
            <a:endParaRPr lang="en-IN" sz="1333"/>
          </a:p>
        </p:txBody>
      </p:sp>
      <p:sp>
        <p:nvSpPr>
          <p:cNvPr id="6" name="Footer Placeholder 5">
            <a:extLst>
              <a:ext uri="{FF2B5EF4-FFF2-40B4-BE49-F238E27FC236}">
                <a16:creationId xmlns:a16="http://schemas.microsoft.com/office/drawing/2014/main" id="{FE4E929D-79C8-4A03-8A31-BDC679EAB2C4}"/>
              </a:ext>
            </a:extLst>
          </p:cNvPr>
          <p:cNvSpPr>
            <a:spLocks noGrp="1"/>
          </p:cNvSpPr>
          <p:nvPr>
            <p:ph type="ftr" sz="quarter" idx="24"/>
          </p:nvPr>
        </p:nvSpPr>
        <p:spPr/>
        <p:txBody>
          <a:bodyPr/>
          <a:lstStyle/>
          <a:p>
            <a:pPr>
              <a:defRPr/>
            </a:pPr>
            <a:r>
              <a:rPr lang="en-US"/>
              <a:t>2025 Tech Ops OEM   |</a:t>
            </a:r>
            <a:endParaRPr lang="en-IN"/>
          </a:p>
        </p:txBody>
      </p:sp>
      <p:sp>
        <p:nvSpPr>
          <p:cNvPr id="7" name="Slide Number Placeholder 6">
            <a:extLst>
              <a:ext uri="{FF2B5EF4-FFF2-40B4-BE49-F238E27FC236}">
                <a16:creationId xmlns:a16="http://schemas.microsoft.com/office/drawing/2014/main" id="{2CC59128-8C19-4115-801D-638E5DDDF8DB}"/>
              </a:ext>
            </a:extLst>
          </p:cNvPr>
          <p:cNvSpPr>
            <a:spLocks noGrp="1"/>
          </p:cNvSpPr>
          <p:nvPr>
            <p:ph type="sldNum" sz="quarter" idx="25"/>
          </p:nvPr>
        </p:nvSpPr>
        <p:spPr/>
        <p:txBody>
          <a:bodyPr/>
          <a:lstStyle/>
          <a:p>
            <a:pPr>
              <a:defRPr/>
            </a:pPr>
            <a:r>
              <a:rPr lang="en-IN"/>
              <a:t>|    </a:t>
            </a:r>
            <a:fld id="{7B2119CD-3B2D-4CEB-B404-D2E3F8CD6D69}" type="slidenum">
              <a:rPr lang="en-IN" smtClean="0"/>
              <a:pPr>
                <a:defRPr/>
              </a:pPr>
              <a:t>‹#›</a:t>
            </a:fld>
            <a:endParaRPr lang="en-IN"/>
          </a:p>
        </p:txBody>
      </p:sp>
      <p:sp>
        <p:nvSpPr>
          <p:cNvPr id="3" name="Title 2">
            <a:extLst>
              <a:ext uri="{FF2B5EF4-FFF2-40B4-BE49-F238E27FC236}">
                <a16:creationId xmlns:a16="http://schemas.microsoft.com/office/drawing/2014/main" id="{9A67DE3C-68DE-43DF-A233-910AFDC7FBD6}"/>
              </a:ext>
            </a:extLst>
          </p:cNvPr>
          <p:cNvSpPr>
            <a:spLocks noGrp="1"/>
          </p:cNvSpPr>
          <p:nvPr>
            <p:ph type="title"/>
          </p:nvPr>
        </p:nvSpPr>
        <p:spPr>
          <a:xfrm>
            <a:off x="670560" y="759460"/>
            <a:ext cx="5089733" cy="520701"/>
          </a:xfrm>
        </p:spPr>
        <p:txBody>
          <a:bodyPr/>
          <a:lstStyle/>
          <a:p>
            <a:r>
              <a:rPr lang="en-US"/>
              <a:t>Click to edit Master title style</a:t>
            </a:r>
            <a:endParaRPr lang="en-IN"/>
          </a:p>
        </p:txBody>
      </p:sp>
    </p:spTree>
    <p:extLst>
      <p:ext uri="{BB962C8B-B14F-4D97-AF65-F5344CB8AC3E}">
        <p14:creationId xmlns:p14="http://schemas.microsoft.com/office/powerpoint/2010/main" val="2498021550"/>
      </p:ext>
    </p:extLst>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showMasterSp="0" preserve="1" userDrawn="1">
  <p:cSld name="Title Slide Layout">
    <p:bg bwMode="gray">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bwMode="gray">
          <a:xfrm>
            <a:off x="670560" y="3106739"/>
            <a:ext cx="10850880" cy="1645920"/>
          </a:xfrm>
        </p:spPr>
        <p:txBody>
          <a:bodyPr/>
          <a:lstStyle>
            <a:lvl1pPr algn="l">
              <a:lnSpc>
                <a:spcPct val="90000"/>
              </a:lnSpc>
              <a:defRPr sz="5867" b="0" cap="none" spc="0" baseline="0">
                <a:solidFill>
                  <a:schemeClr val="bg1"/>
                </a:solidFill>
                <a:latin typeface="+mj-lt"/>
              </a:defRPr>
            </a:lvl1pPr>
          </a:lstStyle>
          <a:p>
            <a:r>
              <a:rPr lang="en-US"/>
              <a:t>Click to edit master title style</a:t>
            </a:r>
          </a:p>
        </p:txBody>
      </p:sp>
      <p:sp>
        <p:nvSpPr>
          <p:cNvPr id="3" name="Subtitle 2"/>
          <p:cNvSpPr>
            <a:spLocks noGrp="1"/>
          </p:cNvSpPr>
          <p:nvPr>
            <p:ph type="subTitle" idx="1" hasCustomPrompt="1"/>
          </p:nvPr>
        </p:nvSpPr>
        <p:spPr bwMode="gray">
          <a:xfrm>
            <a:off x="670559" y="2333308"/>
            <a:ext cx="10850879" cy="640080"/>
          </a:xfrm>
          <a:prstGeom prst="rect">
            <a:avLst/>
          </a:prstGeom>
        </p:spPr>
        <p:txBody>
          <a:bodyPr rIns="0" bIns="0" anchor="b" anchorCtr="0"/>
          <a:lstStyle>
            <a:lvl1pPr marL="0" indent="0" algn="l">
              <a:lnSpc>
                <a:spcPct val="100000"/>
              </a:lnSpc>
              <a:buNone/>
              <a:defRPr sz="2400" b="1" cap="all" spc="200" baseline="0">
                <a:solidFill>
                  <a:schemeClr val="accent1"/>
                </a:solidFill>
                <a:latin typeface="+mn-lt"/>
                <a:cs typeface="Calibri" panose="020F0502020204030204" pitchFamily="34" charset="0"/>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a:t>CLICK TO EDIT MASTER SUBTITLE STYLE</a:t>
            </a:r>
          </a:p>
        </p:txBody>
      </p:sp>
      <p:sp>
        <p:nvSpPr>
          <p:cNvPr id="5" name="Text Placeholder 4"/>
          <p:cNvSpPr>
            <a:spLocks noGrp="1"/>
          </p:cNvSpPr>
          <p:nvPr>
            <p:ph type="body" sz="quarter" idx="10" hasCustomPrompt="1"/>
          </p:nvPr>
        </p:nvSpPr>
        <p:spPr bwMode="gray">
          <a:xfrm>
            <a:off x="670560" y="4935539"/>
            <a:ext cx="6461760" cy="640080"/>
          </a:xfrm>
          <a:prstGeom prst="rect">
            <a:avLst/>
          </a:prstGeom>
        </p:spPr>
        <p:txBody>
          <a:bodyPr/>
          <a:lstStyle>
            <a:lvl1pPr>
              <a:defRPr sz="1867" b="0" i="0">
                <a:solidFill>
                  <a:schemeClr val="bg1"/>
                </a:solidFill>
                <a:latin typeface="+mj-lt"/>
              </a:defRPr>
            </a:lvl1pPr>
          </a:lstStyle>
          <a:p>
            <a:pPr lvl="0"/>
            <a:r>
              <a:rPr lang="en-US"/>
              <a:t>Day |  Month |  YY</a:t>
            </a:r>
          </a:p>
        </p:txBody>
      </p:sp>
      <p:pic>
        <p:nvPicPr>
          <p:cNvPr id="7" name="Picture 6" descr="A_symbol_wordm_below_w_rgb-01.png"/>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463296" y="182880"/>
            <a:ext cx="1584960" cy="1736075"/>
          </a:xfrm>
          <a:prstGeom prst="rect">
            <a:avLst/>
          </a:prstGeom>
        </p:spPr>
      </p:pic>
      <p:sp>
        <p:nvSpPr>
          <p:cNvPr id="4" name="Content Placeholder 2">
            <a:extLst>
              <a:ext uri="{FF2B5EF4-FFF2-40B4-BE49-F238E27FC236}">
                <a16:creationId xmlns:a16="http://schemas.microsoft.com/office/drawing/2014/main" id="{AF9B7AF3-6EAA-4E53-822C-0EC8E7CEFD82}"/>
              </a:ext>
            </a:extLst>
          </p:cNvPr>
          <p:cNvSpPr txBox="1">
            <a:spLocks/>
          </p:cNvSpPr>
          <p:nvPr userDrawn="1"/>
        </p:nvSpPr>
        <p:spPr bwMode="gray">
          <a:xfrm>
            <a:off x="670561" y="6427471"/>
            <a:ext cx="4077308" cy="292101"/>
          </a:xfrm>
          <a:prstGeom prst="rect">
            <a:avLst/>
          </a:prstGeom>
        </p:spPr>
        <p:txBody>
          <a:bodyPr vert="horz" lIns="0" rIns="0" anchor="b" anchorCtr="0"/>
          <a:lstStyle>
            <a:lvl1pPr marL="0" indent="0" algn="l" defTabSz="457200" rtl="0" eaLnBrk="1" latinLnBrk="0" hangingPunct="1">
              <a:spcBef>
                <a:spcPct val="20000"/>
              </a:spcBef>
              <a:buFont typeface="Arial"/>
              <a:buNone/>
              <a:defRPr sz="900" kern="1200">
                <a:solidFill>
                  <a:schemeClr val="tx1"/>
                </a:solidFill>
                <a:latin typeface="Georgia"/>
                <a:ea typeface="+mn-ea"/>
                <a:cs typeface="Georgia"/>
              </a:defRPr>
            </a:lvl1pPr>
            <a:lvl2pPr marL="457200" indent="0" algn="l" defTabSz="457200" rtl="0" eaLnBrk="1" latinLnBrk="0" hangingPunct="1">
              <a:spcBef>
                <a:spcPct val="20000"/>
              </a:spcBef>
              <a:buFont typeface="Arial"/>
              <a:buNone/>
              <a:defRPr sz="900" kern="1200">
                <a:solidFill>
                  <a:schemeClr val="tx1"/>
                </a:solidFill>
                <a:latin typeface="Georgia"/>
                <a:ea typeface="+mn-ea"/>
                <a:cs typeface="Georgia"/>
              </a:defRPr>
            </a:lvl2pPr>
            <a:lvl3pPr marL="914400" indent="0" algn="l" defTabSz="457200" rtl="0" eaLnBrk="1" latinLnBrk="0" hangingPunct="1">
              <a:spcBef>
                <a:spcPct val="20000"/>
              </a:spcBef>
              <a:buFont typeface="Arial"/>
              <a:buNone/>
              <a:defRPr sz="900" kern="1200">
                <a:solidFill>
                  <a:schemeClr val="tx1"/>
                </a:solidFill>
                <a:latin typeface="Georgia"/>
                <a:ea typeface="+mn-ea"/>
                <a:cs typeface="Georgia"/>
              </a:defRPr>
            </a:lvl3pPr>
            <a:lvl4pPr marL="1371600" indent="0" algn="l" defTabSz="457200" rtl="0" eaLnBrk="1" latinLnBrk="0" hangingPunct="1">
              <a:spcBef>
                <a:spcPct val="20000"/>
              </a:spcBef>
              <a:buFont typeface="Arial"/>
              <a:buNone/>
              <a:defRPr sz="900" kern="1200">
                <a:solidFill>
                  <a:schemeClr val="tx1"/>
                </a:solidFill>
                <a:latin typeface="Georgia"/>
                <a:ea typeface="+mn-ea"/>
                <a:cs typeface="Georgia"/>
              </a:defRPr>
            </a:lvl4pPr>
            <a:lvl5pPr marL="1828800" indent="0" algn="l" defTabSz="457200" rtl="0" eaLnBrk="1" latinLnBrk="0" hangingPunct="1">
              <a:spcBef>
                <a:spcPct val="20000"/>
              </a:spcBef>
              <a:buFont typeface="Arial"/>
              <a:buNone/>
              <a:defRPr sz="900" kern="1200">
                <a:solidFill>
                  <a:schemeClr val="tx1"/>
                </a:solidFill>
                <a:latin typeface="Georgia"/>
                <a:ea typeface="+mn-ea"/>
                <a:cs typeface="Georgia"/>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1333">
                <a:solidFill>
                  <a:schemeClr val="bg1"/>
                </a:solidFill>
                <a:latin typeface="+mn-lt"/>
                <a:cs typeface="Calibri" panose="020F0502020204030204" pitchFamily="34" charset="0"/>
              </a:rPr>
              <a:t>Proprietary and confidential — do not distribute</a:t>
            </a:r>
          </a:p>
        </p:txBody>
      </p:sp>
      <p:sp>
        <p:nvSpPr>
          <p:cNvPr id="12" name="Text Placeholder 7">
            <a:extLst>
              <a:ext uri="{FF2B5EF4-FFF2-40B4-BE49-F238E27FC236}">
                <a16:creationId xmlns:a16="http://schemas.microsoft.com/office/drawing/2014/main" id="{C4B86A29-886E-42EB-8E62-80044AB822E7}"/>
              </a:ext>
            </a:extLst>
          </p:cNvPr>
          <p:cNvSpPr>
            <a:spLocks noGrp="1"/>
          </p:cNvSpPr>
          <p:nvPr>
            <p:ph type="body" sz="quarter" idx="11" hasCustomPrompt="1"/>
          </p:nvPr>
        </p:nvSpPr>
        <p:spPr>
          <a:xfrm>
            <a:off x="7554879" y="272249"/>
            <a:ext cx="4123267" cy="429684"/>
          </a:xfrm>
          <a:prstGeom prst="rect">
            <a:avLst/>
          </a:prstGeom>
        </p:spPr>
        <p:txBody>
          <a:bodyPr anchor="ctr"/>
          <a:lstStyle>
            <a:lvl1pPr algn="r">
              <a:defRPr sz="1867" b="1" cap="all" spc="200" baseline="0">
                <a:solidFill>
                  <a:schemeClr val="bg1"/>
                </a:solidFill>
                <a:latin typeface="+mn-lt"/>
              </a:defRPr>
            </a:lvl1pPr>
          </a:lstStyle>
          <a:p>
            <a:pPr lvl="0"/>
            <a:r>
              <a:rPr lang="en-US"/>
              <a:t>OPTIONAL DESCRIPTOR</a:t>
            </a:r>
          </a:p>
        </p:txBody>
      </p:sp>
    </p:spTree>
    <p:extLst>
      <p:ext uri="{BB962C8B-B14F-4D97-AF65-F5344CB8AC3E}">
        <p14:creationId xmlns:p14="http://schemas.microsoft.com/office/powerpoint/2010/main" val="2691545558"/>
      </p:ext>
    </p:extLst>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showMasterSp="0" preserve="1" userDrawn="1">
  <p:cSld name="1_Title Slide Layout">
    <p:bg bwMode="gray">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bwMode="gray">
          <a:xfrm>
            <a:off x="670560" y="1840231"/>
            <a:ext cx="10850880" cy="1645920"/>
          </a:xfrm>
        </p:spPr>
        <p:txBody>
          <a:bodyPr/>
          <a:lstStyle>
            <a:lvl1pPr algn="l">
              <a:lnSpc>
                <a:spcPct val="90000"/>
              </a:lnSpc>
              <a:defRPr sz="5867" b="0" cap="none" spc="0" baseline="0">
                <a:solidFill>
                  <a:schemeClr val="bg1"/>
                </a:solidFill>
                <a:latin typeface="+mj-lt"/>
              </a:defRPr>
            </a:lvl1pPr>
          </a:lstStyle>
          <a:p>
            <a:r>
              <a:rPr lang="en-US"/>
              <a:t>Click to edit master title style</a:t>
            </a:r>
          </a:p>
        </p:txBody>
      </p:sp>
      <p:sp>
        <p:nvSpPr>
          <p:cNvPr id="3" name="Subtitle 2"/>
          <p:cNvSpPr>
            <a:spLocks noGrp="1"/>
          </p:cNvSpPr>
          <p:nvPr>
            <p:ph type="subTitle" idx="1" hasCustomPrompt="1"/>
          </p:nvPr>
        </p:nvSpPr>
        <p:spPr bwMode="gray">
          <a:xfrm>
            <a:off x="670559" y="1066800"/>
            <a:ext cx="10850879" cy="640080"/>
          </a:xfrm>
          <a:prstGeom prst="rect">
            <a:avLst/>
          </a:prstGeom>
        </p:spPr>
        <p:txBody>
          <a:bodyPr rIns="0" bIns="0" anchor="b" anchorCtr="0"/>
          <a:lstStyle>
            <a:lvl1pPr marL="0" indent="0" algn="l">
              <a:lnSpc>
                <a:spcPct val="100000"/>
              </a:lnSpc>
              <a:buNone/>
              <a:defRPr sz="2400" b="1" cap="all" spc="200" baseline="0">
                <a:solidFill>
                  <a:schemeClr val="accent1"/>
                </a:solidFill>
                <a:latin typeface="+mn-lt"/>
                <a:cs typeface="Calibri" panose="020F0502020204030204" pitchFamily="34" charset="0"/>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a:t>CLICK TO EDIT MASTER SUBTITLE STYLE</a:t>
            </a:r>
          </a:p>
        </p:txBody>
      </p:sp>
      <p:sp>
        <p:nvSpPr>
          <p:cNvPr id="5" name="Text Placeholder 4"/>
          <p:cNvSpPr>
            <a:spLocks noGrp="1"/>
          </p:cNvSpPr>
          <p:nvPr>
            <p:ph type="body" sz="quarter" idx="10" hasCustomPrompt="1"/>
          </p:nvPr>
        </p:nvSpPr>
        <p:spPr bwMode="gray">
          <a:xfrm>
            <a:off x="670560" y="3669031"/>
            <a:ext cx="6461760" cy="640080"/>
          </a:xfrm>
          <a:prstGeom prst="rect">
            <a:avLst/>
          </a:prstGeom>
        </p:spPr>
        <p:txBody>
          <a:bodyPr/>
          <a:lstStyle>
            <a:lvl1pPr>
              <a:defRPr sz="1867" b="0" i="0">
                <a:solidFill>
                  <a:schemeClr val="bg1"/>
                </a:solidFill>
                <a:latin typeface="+mj-lt"/>
              </a:defRPr>
            </a:lvl1pPr>
          </a:lstStyle>
          <a:p>
            <a:pPr lvl="0"/>
            <a:r>
              <a:rPr lang="en-US"/>
              <a:t>Day |  Month |  YY</a:t>
            </a:r>
          </a:p>
        </p:txBody>
      </p:sp>
      <p:pic>
        <p:nvPicPr>
          <p:cNvPr id="7" name="Picture 6" descr="A_symbol_wordm_below_w_rgb-01.png"/>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0158037" y="4969171"/>
            <a:ext cx="1584960" cy="1736075"/>
          </a:xfrm>
          <a:prstGeom prst="rect">
            <a:avLst/>
          </a:prstGeom>
        </p:spPr>
      </p:pic>
      <p:sp>
        <p:nvSpPr>
          <p:cNvPr id="4" name="Content Placeholder 2">
            <a:extLst>
              <a:ext uri="{FF2B5EF4-FFF2-40B4-BE49-F238E27FC236}">
                <a16:creationId xmlns:a16="http://schemas.microsoft.com/office/drawing/2014/main" id="{AF9B7AF3-6EAA-4E53-822C-0EC8E7CEFD82}"/>
              </a:ext>
            </a:extLst>
          </p:cNvPr>
          <p:cNvSpPr txBox="1">
            <a:spLocks/>
          </p:cNvSpPr>
          <p:nvPr userDrawn="1"/>
        </p:nvSpPr>
        <p:spPr bwMode="gray">
          <a:xfrm>
            <a:off x="670561" y="6427471"/>
            <a:ext cx="4077308" cy="292101"/>
          </a:xfrm>
          <a:prstGeom prst="rect">
            <a:avLst/>
          </a:prstGeom>
        </p:spPr>
        <p:txBody>
          <a:bodyPr vert="horz" lIns="0" rIns="0" anchor="b" anchorCtr="0"/>
          <a:lstStyle>
            <a:lvl1pPr marL="0" indent="0" algn="l" defTabSz="457200" rtl="0" eaLnBrk="1" latinLnBrk="0" hangingPunct="1">
              <a:spcBef>
                <a:spcPct val="20000"/>
              </a:spcBef>
              <a:buFont typeface="Arial"/>
              <a:buNone/>
              <a:defRPr sz="900" kern="1200">
                <a:solidFill>
                  <a:schemeClr val="tx1"/>
                </a:solidFill>
                <a:latin typeface="Georgia"/>
                <a:ea typeface="+mn-ea"/>
                <a:cs typeface="Georgia"/>
              </a:defRPr>
            </a:lvl1pPr>
            <a:lvl2pPr marL="457200" indent="0" algn="l" defTabSz="457200" rtl="0" eaLnBrk="1" latinLnBrk="0" hangingPunct="1">
              <a:spcBef>
                <a:spcPct val="20000"/>
              </a:spcBef>
              <a:buFont typeface="Arial"/>
              <a:buNone/>
              <a:defRPr sz="900" kern="1200">
                <a:solidFill>
                  <a:schemeClr val="tx1"/>
                </a:solidFill>
                <a:latin typeface="Georgia"/>
                <a:ea typeface="+mn-ea"/>
                <a:cs typeface="Georgia"/>
              </a:defRPr>
            </a:lvl2pPr>
            <a:lvl3pPr marL="914400" indent="0" algn="l" defTabSz="457200" rtl="0" eaLnBrk="1" latinLnBrk="0" hangingPunct="1">
              <a:spcBef>
                <a:spcPct val="20000"/>
              </a:spcBef>
              <a:buFont typeface="Arial"/>
              <a:buNone/>
              <a:defRPr sz="900" kern="1200">
                <a:solidFill>
                  <a:schemeClr val="tx1"/>
                </a:solidFill>
                <a:latin typeface="Georgia"/>
                <a:ea typeface="+mn-ea"/>
                <a:cs typeface="Georgia"/>
              </a:defRPr>
            </a:lvl3pPr>
            <a:lvl4pPr marL="1371600" indent="0" algn="l" defTabSz="457200" rtl="0" eaLnBrk="1" latinLnBrk="0" hangingPunct="1">
              <a:spcBef>
                <a:spcPct val="20000"/>
              </a:spcBef>
              <a:buFont typeface="Arial"/>
              <a:buNone/>
              <a:defRPr sz="900" kern="1200">
                <a:solidFill>
                  <a:schemeClr val="tx1"/>
                </a:solidFill>
                <a:latin typeface="Georgia"/>
                <a:ea typeface="+mn-ea"/>
                <a:cs typeface="Georgia"/>
              </a:defRPr>
            </a:lvl4pPr>
            <a:lvl5pPr marL="1828800" indent="0" algn="l" defTabSz="457200" rtl="0" eaLnBrk="1" latinLnBrk="0" hangingPunct="1">
              <a:spcBef>
                <a:spcPct val="20000"/>
              </a:spcBef>
              <a:buFont typeface="Arial"/>
              <a:buNone/>
              <a:defRPr sz="900" kern="1200">
                <a:solidFill>
                  <a:schemeClr val="tx1"/>
                </a:solidFill>
                <a:latin typeface="Georgia"/>
                <a:ea typeface="+mn-ea"/>
                <a:cs typeface="Georgia"/>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1333">
                <a:solidFill>
                  <a:schemeClr val="bg1"/>
                </a:solidFill>
                <a:latin typeface="+mn-lt"/>
                <a:cs typeface="Calibri" panose="020F0502020204030204" pitchFamily="34" charset="0"/>
              </a:rPr>
              <a:t>Proprietary and confidential — do not distribute</a:t>
            </a:r>
          </a:p>
        </p:txBody>
      </p:sp>
    </p:spTree>
    <p:extLst>
      <p:ext uri="{BB962C8B-B14F-4D97-AF65-F5344CB8AC3E}">
        <p14:creationId xmlns:p14="http://schemas.microsoft.com/office/powerpoint/2010/main" val="2770833466"/>
      </p:ext>
    </p:extLst>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userDrawn="1">
  <p:cSld name="Title Slide Alternate Layout">
    <p:bg bwMode="gray">
      <p:bgPr>
        <a:solidFill>
          <a:schemeClr val="bg1"/>
        </a:solidFill>
        <a:effectLst/>
      </p:bgPr>
    </p:bg>
    <p:spTree>
      <p:nvGrpSpPr>
        <p:cNvPr id="1" name=""/>
        <p:cNvGrpSpPr/>
        <p:nvPr/>
      </p:nvGrpSpPr>
      <p:grpSpPr>
        <a:xfrm>
          <a:off x="0" y="0"/>
          <a:ext cx="0" cy="0"/>
          <a:chOff x="0" y="0"/>
          <a:chExt cx="0" cy="0"/>
        </a:xfrm>
      </p:grpSpPr>
      <p:sp>
        <p:nvSpPr>
          <p:cNvPr id="4" name="Do not remove" hidden="1">
            <a:extLst>
              <a:ext uri="{FF2B5EF4-FFF2-40B4-BE49-F238E27FC236}">
                <a16:creationId xmlns:a16="http://schemas.microsoft.com/office/drawing/2014/main" id="{51D7AE35-FBEA-730F-BE74-BEFC3D296CF0}"/>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5"/>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hasCustomPrompt="1"/>
          </p:nvPr>
        </p:nvSpPr>
        <p:spPr bwMode="gray">
          <a:xfrm>
            <a:off x="670560" y="3106739"/>
            <a:ext cx="10850881" cy="1645920"/>
          </a:xfrm>
        </p:spPr>
        <p:txBody>
          <a:bodyPr/>
          <a:lstStyle>
            <a:lvl1pPr algn="l">
              <a:lnSpc>
                <a:spcPct val="90000"/>
              </a:lnSpc>
              <a:defRPr sz="5867" b="0" cap="none" spc="0" baseline="0">
                <a:solidFill>
                  <a:schemeClr val="tx1"/>
                </a:solidFill>
                <a:latin typeface="+mj-lt"/>
              </a:defRPr>
            </a:lvl1pPr>
          </a:lstStyle>
          <a:p>
            <a:r>
              <a:rPr lang="en-US"/>
              <a:t>Click to edit master title style</a:t>
            </a:r>
          </a:p>
        </p:txBody>
      </p:sp>
      <p:sp>
        <p:nvSpPr>
          <p:cNvPr id="3" name="Subtitle 2"/>
          <p:cNvSpPr>
            <a:spLocks noGrp="1"/>
          </p:cNvSpPr>
          <p:nvPr>
            <p:ph type="subTitle" idx="1" hasCustomPrompt="1"/>
          </p:nvPr>
        </p:nvSpPr>
        <p:spPr bwMode="gray">
          <a:xfrm>
            <a:off x="670560" y="2333308"/>
            <a:ext cx="10850881" cy="640080"/>
          </a:xfrm>
          <a:prstGeom prst="rect">
            <a:avLst/>
          </a:prstGeom>
        </p:spPr>
        <p:txBody>
          <a:bodyPr rIns="0" bIns="0" anchor="b" anchorCtr="0"/>
          <a:lstStyle>
            <a:lvl1pPr marL="0" indent="0" algn="l">
              <a:lnSpc>
                <a:spcPct val="100000"/>
              </a:lnSpc>
              <a:buNone/>
              <a:defRPr sz="2400" b="1" cap="all" spc="200" baseline="0">
                <a:solidFill>
                  <a:schemeClr val="accent3"/>
                </a:solidFill>
                <a:latin typeface="+mn-lt"/>
                <a:cs typeface="Calibri" panose="020F0502020204030204" pitchFamily="34" charset="0"/>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a:t>CLICK TO EDIT MASTER SUBTITLE STYLE</a:t>
            </a:r>
          </a:p>
        </p:txBody>
      </p:sp>
      <p:sp>
        <p:nvSpPr>
          <p:cNvPr id="5" name="Text Placeholder 4"/>
          <p:cNvSpPr>
            <a:spLocks noGrp="1"/>
          </p:cNvSpPr>
          <p:nvPr>
            <p:ph type="body" sz="quarter" idx="10" hasCustomPrompt="1"/>
          </p:nvPr>
        </p:nvSpPr>
        <p:spPr bwMode="gray">
          <a:xfrm>
            <a:off x="670560" y="4935539"/>
            <a:ext cx="6461760" cy="640080"/>
          </a:xfrm>
          <a:prstGeom prst="rect">
            <a:avLst/>
          </a:prstGeom>
        </p:spPr>
        <p:txBody>
          <a:bodyPr/>
          <a:lstStyle>
            <a:lvl1pPr>
              <a:defRPr sz="1867" b="0" i="0">
                <a:solidFill>
                  <a:schemeClr val="tx1"/>
                </a:solidFill>
                <a:latin typeface="+mj-lt"/>
              </a:defRPr>
            </a:lvl1pPr>
          </a:lstStyle>
          <a:p>
            <a:pPr lvl="0"/>
            <a:r>
              <a:rPr lang="en-US"/>
              <a:t>Day |  Month |  YY</a:t>
            </a:r>
          </a:p>
        </p:txBody>
      </p:sp>
      <p:pic>
        <p:nvPicPr>
          <p:cNvPr id="9" name="Picture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0867" y="87567"/>
            <a:ext cx="1781155" cy="1936531"/>
          </a:xfrm>
          <a:prstGeom prst="rect">
            <a:avLst/>
          </a:prstGeom>
        </p:spPr>
      </p:pic>
    </p:spTree>
    <p:extLst>
      <p:ext uri="{BB962C8B-B14F-4D97-AF65-F5344CB8AC3E}">
        <p14:creationId xmlns:p14="http://schemas.microsoft.com/office/powerpoint/2010/main" val="4270528728"/>
      </p:ext>
    </p:extLst>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userDrawn="1">
  <p:cSld name="1_Title Slide Alternate Layout">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bwMode="gray">
          <a:xfrm>
            <a:off x="670560" y="1840231"/>
            <a:ext cx="10850881" cy="1645920"/>
          </a:xfrm>
        </p:spPr>
        <p:txBody>
          <a:bodyPr/>
          <a:lstStyle>
            <a:lvl1pPr algn="l">
              <a:lnSpc>
                <a:spcPct val="90000"/>
              </a:lnSpc>
              <a:defRPr sz="5867" b="0" cap="none" spc="0" baseline="0">
                <a:solidFill>
                  <a:schemeClr val="tx1"/>
                </a:solidFill>
                <a:latin typeface="+mj-lt"/>
              </a:defRPr>
            </a:lvl1pPr>
          </a:lstStyle>
          <a:p>
            <a:r>
              <a:rPr lang="en-US"/>
              <a:t>Click to edit master title style</a:t>
            </a:r>
          </a:p>
        </p:txBody>
      </p:sp>
      <p:sp>
        <p:nvSpPr>
          <p:cNvPr id="3" name="Subtitle 2"/>
          <p:cNvSpPr>
            <a:spLocks noGrp="1"/>
          </p:cNvSpPr>
          <p:nvPr>
            <p:ph type="subTitle" idx="1" hasCustomPrompt="1"/>
          </p:nvPr>
        </p:nvSpPr>
        <p:spPr bwMode="gray">
          <a:xfrm>
            <a:off x="670560" y="1066800"/>
            <a:ext cx="10850881" cy="640080"/>
          </a:xfrm>
          <a:prstGeom prst="rect">
            <a:avLst/>
          </a:prstGeom>
        </p:spPr>
        <p:txBody>
          <a:bodyPr rIns="0" bIns="0" anchor="b" anchorCtr="0"/>
          <a:lstStyle>
            <a:lvl1pPr marL="0" indent="0" algn="l">
              <a:lnSpc>
                <a:spcPct val="100000"/>
              </a:lnSpc>
              <a:buNone/>
              <a:defRPr sz="2400" b="1" cap="all" spc="200" baseline="0">
                <a:solidFill>
                  <a:schemeClr val="accent3"/>
                </a:solidFill>
                <a:latin typeface="+mn-lt"/>
                <a:cs typeface="Calibri" panose="020F0502020204030204" pitchFamily="34" charset="0"/>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a:t>CLICK TO EDIT MASTER SUBTITLE STYLE</a:t>
            </a:r>
          </a:p>
        </p:txBody>
      </p:sp>
      <p:sp>
        <p:nvSpPr>
          <p:cNvPr id="5" name="Text Placeholder 4"/>
          <p:cNvSpPr>
            <a:spLocks noGrp="1"/>
          </p:cNvSpPr>
          <p:nvPr>
            <p:ph type="body" sz="quarter" idx="10" hasCustomPrompt="1"/>
          </p:nvPr>
        </p:nvSpPr>
        <p:spPr bwMode="gray">
          <a:xfrm>
            <a:off x="670560" y="3669031"/>
            <a:ext cx="6461760" cy="640080"/>
          </a:xfrm>
          <a:prstGeom prst="rect">
            <a:avLst/>
          </a:prstGeom>
        </p:spPr>
        <p:txBody>
          <a:bodyPr/>
          <a:lstStyle>
            <a:lvl1pPr>
              <a:defRPr sz="1867" b="0" i="0">
                <a:solidFill>
                  <a:schemeClr val="tx1"/>
                </a:solidFill>
                <a:latin typeface="+mj-lt"/>
              </a:defRPr>
            </a:lvl1pPr>
          </a:lstStyle>
          <a:p>
            <a:pPr lvl="0"/>
            <a:r>
              <a:rPr lang="en-US"/>
              <a:t>Day |  Month |  YY</a:t>
            </a:r>
          </a:p>
        </p:txBody>
      </p:sp>
      <p:pic>
        <p:nvPicPr>
          <p:cNvPr id="15" name="Picture 14">
            <a:extLst>
              <a:ext uri="{FF2B5EF4-FFF2-40B4-BE49-F238E27FC236}">
                <a16:creationId xmlns:a16="http://schemas.microsoft.com/office/drawing/2014/main" id="{B393F5A5-751C-47D5-AD67-F5C13DA7DEE8}"/>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061527" y="4868399"/>
            <a:ext cx="1781155" cy="1936531"/>
          </a:xfrm>
          <a:prstGeom prst="rect">
            <a:avLst/>
          </a:prstGeom>
        </p:spPr>
      </p:pic>
    </p:spTree>
    <p:extLst>
      <p:ext uri="{BB962C8B-B14F-4D97-AF65-F5344CB8AC3E}">
        <p14:creationId xmlns:p14="http://schemas.microsoft.com/office/powerpoint/2010/main" val="1393547696"/>
      </p:ext>
    </p:extLst>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6" name="Do not remove" hidden="1">
            <a:extLst>
              <a:ext uri="{FF2B5EF4-FFF2-40B4-BE49-F238E27FC236}">
                <a16:creationId xmlns:a16="http://schemas.microsoft.com/office/drawing/2014/main" id="{3178019E-F486-F09D-4D41-16CBC0EB639C}"/>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5"/>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 Placeholder 9">
            <a:extLst>
              <a:ext uri="{FF2B5EF4-FFF2-40B4-BE49-F238E27FC236}">
                <a16:creationId xmlns:a16="http://schemas.microsoft.com/office/drawing/2014/main" id="{E16D6E74-3911-4251-9210-E9AF0CB4653E}"/>
              </a:ext>
            </a:extLst>
          </p:cNvPr>
          <p:cNvSpPr>
            <a:spLocks noGrp="1"/>
          </p:cNvSpPr>
          <p:nvPr>
            <p:ph type="body" sz="quarter" idx="10" hasCustomPrompt="1"/>
          </p:nvPr>
        </p:nvSpPr>
        <p:spPr>
          <a:xfrm>
            <a:off x="670562" y="355600"/>
            <a:ext cx="6989233" cy="348813"/>
          </a:xfrm>
          <a:prstGeom prst="rect">
            <a:avLst/>
          </a:prstGeom>
        </p:spPr>
        <p:txBody>
          <a:bodyPr>
            <a:noAutofit/>
          </a:bodyPr>
          <a:lstStyle>
            <a:lvl1pPr>
              <a:defRPr sz="1867" b="0" cap="all" spc="200" baseline="0">
                <a:solidFill>
                  <a:schemeClr val="accent1"/>
                </a:solidFill>
                <a:latin typeface="+mn-lt"/>
              </a:defRPr>
            </a:lvl1pPr>
            <a:lvl2pPr marL="0" indent="0">
              <a:buNone/>
              <a:defRPr/>
            </a:lvl2pPr>
          </a:lstStyle>
          <a:p>
            <a:pPr lvl="0"/>
            <a:r>
              <a:rPr lang="en-US"/>
              <a:t>Eyebrow identification, CALIBRI, 14PT REGULAR</a:t>
            </a:r>
          </a:p>
        </p:txBody>
      </p:sp>
      <p:sp>
        <p:nvSpPr>
          <p:cNvPr id="15" name="Content Placeholder 9">
            <a:extLst>
              <a:ext uri="{FF2B5EF4-FFF2-40B4-BE49-F238E27FC236}">
                <a16:creationId xmlns:a16="http://schemas.microsoft.com/office/drawing/2014/main" id="{DCEC16E3-E9C3-470B-B2C9-CBD23EA9860F}"/>
              </a:ext>
            </a:extLst>
          </p:cNvPr>
          <p:cNvSpPr>
            <a:spLocks noGrp="1"/>
          </p:cNvSpPr>
          <p:nvPr>
            <p:ph sz="quarter" idx="14"/>
          </p:nvPr>
        </p:nvSpPr>
        <p:spPr>
          <a:xfrm>
            <a:off x="670560" y="1983739"/>
            <a:ext cx="10861040" cy="4233229"/>
          </a:xfrm>
        </p:spPr>
        <p:txBody>
          <a:bodyPr/>
          <a:lstStyle>
            <a:lvl2pPr>
              <a:defRPr sz="2133"/>
            </a:lvl2pPr>
            <a:lvl3pPr>
              <a:defRPr sz="1867"/>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6" name="Text Placeholder 4">
            <a:extLst>
              <a:ext uri="{FF2B5EF4-FFF2-40B4-BE49-F238E27FC236}">
                <a16:creationId xmlns:a16="http://schemas.microsoft.com/office/drawing/2014/main" id="{5D5EEAD8-45FF-4137-A993-0E3B0A63B7A6}"/>
              </a:ext>
            </a:extLst>
          </p:cNvPr>
          <p:cNvSpPr>
            <a:spLocks noGrp="1"/>
          </p:cNvSpPr>
          <p:nvPr>
            <p:ph type="body" sz="quarter" idx="15" hasCustomPrompt="1"/>
          </p:nvPr>
        </p:nvSpPr>
        <p:spPr>
          <a:xfrm>
            <a:off x="670984" y="1463039"/>
            <a:ext cx="10860616" cy="520700"/>
          </a:xfrm>
          <a:prstGeom prst="rect">
            <a:avLst/>
          </a:prstGeom>
        </p:spPr>
        <p:txBody>
          <a:bodyPr>
            <a:noAutofit/>
          </a:bodyPr>
          <a:lstStyle>
            <a:lvl1pPr>
              <a:defRPr sz="2400" b="1" cap="all" baseline="0">
                <a:solidFill>
                  <a:schemeClr val="accent3"/>
                </a:solidFill>
                <a:latin typeface="+mn-lt"/>
              </a:defRPr>
            </a:lvl1pPr>
          </a:lstStyle>
          <a:p>
            <a:pPr lvl="0"/>
            <a:r>
              <a:rPr lang="en-US"/>
              <a:t>SUBTITLE CALIBRI 18PT BOLD, ABBOTT PRIMARY BLUE </a:t>
            </a:r>
          </a:p>
        </p:txBody>
      </p:sp>
      <p:sp>
        <p:nvSpPr>
          <p:cNvPr id="2" name="Date Placeholder 1">
            <a:extLst>
              <a:ext uri="{FF2B5EF4-FFF2-40B4-BE49-F238E27FC236}">
                <a16:creationId xmlns:a16="http://schemas.microsoft.com/office/drawing/2014/main" id="{A490257E-A5F7-47F2-BCB5-BF684CDCDDF2}"/>
              </a:ext>
            </a:extLst>
          </p:cNvPr>
          <p:cNvSpPr>
            <a:spLocks noGrp="1"/>
          </p:cNvSpPr>
          <p:nvPr>
            <p:ph type="dt" sz="half" idx="16"/>
          </p:nvPr>
        </p:nvSpPr>
        <p:spPr/>
        <p:txBody>
          <a:bodyPr/>
          <a:lstStyle/>
          <a:p>
            <a:r>
              <a:rPr lang="en-US" sz="1333"/>
              <a:t>17-Dec-24</a:t>
            </a:r>
            <a:endParaRPr lang="en-IN" sz="1333"/>
          </a:p>
        </p:txBody>
      </p:sp>
      <p:sp>
        <p:nvSpPr>
          <p:cNvPr id="3" name="Footer Placeholder 2">
            <a:extLst>
              <a:ext uri="{FF2B5EF4-FFF2-40B4-BE49-F238E27FC236}">
                <a16:creationId xmlns:a16="http://schemas.microsoft.com/office/drawing/2014/main" id="{76684F02-3528-4796-B761-E75F59E065CB}"/>
              </a:ext>
            </a:extLst>
          </p:cNvPr>
          <p:cNvSpPr>
            <a:spLocks noGrp="1"/>
          </p:cNvSpPr>
          <p:nvPr>
            <p:ph type="ftr" sz="quarter" idx="17"/>
          </p:nvPr>
        </p:nvSpPr>
        <p:spPr/>
        <p:txBody>
          <a:bodyPr/>
          <a:lstStyle/>
          <a:p>
            <a:pPr>
              <a:defRPr/>
            </a:pPr>
            <a:r>
              <a:rPr lang="en-US"/>
              <a:t>Enter title via "insert&gt;header and footer&gt;footer" | </a:t>
            </a:r>
            <a:endParaRPr lang="en-IN"/>
          </a:p>
        </p:txBody>
      </p:sp>
      <p:sp>
        <p:nvSpPr>
          <p:cNvPr id="5" name="Slide Number Placeholder 4">
            <a:extLst>
              <a:ext uri="{FF2B5EF4-FFF2-40B4-BE49-F238E27FC236}">
                <a16:creationId xmlns:a16="http://schemas.microsoft.com/office/drawing/2014/main" id="{39025CAD-0E7F-412A-A2E4-ACA5E42AF8D7}"/>
              </a:ext>
            </a:extLst>
          </p:cNvPr>
          <p:cNvSpPr>
            <a:spLocks noGrp="1"/>
          </p:cNvSpPr>
          <p:nvPr>
            <p:ph type="sldNum" sz="quarter" idx="18"/>
          </p:nvPr>
        </p:nvSpPr>
        <p:spPr/>
        <p:txBody>
          <a:bodyPr/>
          <a:lstStyle/>
          <a:p>
            <a:pPr>
              <a:defRPr/>
            </a:pPr>
            <a:r>
              <a:rPr lang="en-IN"/>
              <a:t>| </a:t>
            </a:r>
            <a:fld id="{7B2119CD-3B2D-4CEB-B404-D2E3F8CD6D69}" type="slidenum">
              <a:rPr lang="en-IN" smtClean="0"/>
              <a:pPr>
                <a:defRPr/>
              </a:pPr>
              <a:t>‹#›</a:t>
            </a:fld>
            <a:endParaRPr lang="en-IN"/>
          </a:p>
        </p:txBody>
      </p:sp>
      <p:sp>
        <p:nvSpPr>
          <p:cNvPr id="7" name="Title 6">
            <a:extLst>
              <a:ext uri="{FF2B5EF4-FFF2-40B4-BE49-F238E27FC236}">
                <a16:creationId xmlns:a16="http://schemas.microsoft.com/office/drawing/2014/main" id="{1B071053-E294-48B6-82D4-81528F06E152}"/>
              </a:ext>
            </a:extLst>
          </p:cNvPr>
          <p:cNvSpPr>
            <a:spLocks noGrp="1"/>
          </p:cNvSpPr>
          <p:nvPr>
            <p:ph type="title"/>
          </p:nvPr>
        </p:nvSpPr>
        <p:spPr/>
        <p:txBody>
          <a:bodyPr/>
          <a:lstStyle/>
          <a:p>
            <a:r>
              <a:rPr lang="en-US"/>
              <a:t>Click to edit Master title style</a:t>
            </a:r>
            <a:endParaRPr lang="en-IN"/>
          </a:p>
        </p:txBody>
      </p:sp>
    </p:spTree>
    <p:extLst>
      <p:ext uri="{BB962C8B-B14F-4D97-AF65-F5344CB8AC3E}">
        <p14:creationId xmlns:p14="http://schemas.microsoft.com/office/powerpoint/2010/main" val="1949272981"/>
      </p:ext>
    </p:extLst>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userDrawn="1">
  <p:cSld name="Title and Long Content">
    <p:spTree>
      <p:nvGrpSpPr>
        <p:cNvPr id="1" name=""/>
        <p:cNvGrpSpPr/>
        <p:nvPr/>
      </p:nvGrpSpPr>
      <p:grpSpPr>
        <a:xfrm>
          <a:off x="0" y="0"/>
          <a:ext cx="0" cy="0"/>
          <a:chOff x="0" y="0"/>
          <a:chExt cx="0" cy="0"/>
        </a:xfrm>
      </p:grpSpPr>
      <p:sp>
        <p:nvSpPr>
          <p:cNvPr id="11" name="Text Placeholder 9">
            <a:extLst>
              <a:ext uri="{FF2B5EF4-FFF2-40B4-BE49-F238E27FC236}">
                <a16:creationId xmlns:a16="http://schemas.microsoft.com/office/drawing/2014/main" id="{778F9584-625D-462B-8192-C99B9E91AB3E}"/>
              </a:ext>
            </a:extLst>
          </p:cNvPr>
          <p:cNvSpPr>
            <a:spLocks noGrp="1"/>
          </p:cNvSpPr>
          <p:nvPr>
            <p:ph type="body" sz="quarter" idx="10" hasCustomPrompt="1"/>
          </p:nvPr>
        </p:nvSpPr>
        <p:spPr>
          <a:xfrm>
            <a:off x="670562" y="355600"/>
            <a:ext cx="6989233" cy="348813"/>
          </a:xfrm>
          <a:prstGeom prst="rect">
            <a:avLst/>
          </a:prstGeom>
        </p:spPr>
        <p:txBody>
          <a:bodyPr>
            <a:noAutofit/>
          </a:bodyPr>
          <a:lstStyle>
            <a:lvl1pPr>
              <a:defRPr sz="1867" b="0" cap="all" spc="200" baseline="0">
                <a:solidFill>
                  <a:schemeClr val="accent1"/>
                </a:solidFill>
                <a:latin typeface="+mn-lt"/>
              </a:defRPr>
            </a:lvl1pPr>
            <a:lvl2pPr marL="0" indent="0">
              <a:buNone/>
              <a:defRPr/>
            </a:lvl2pPr>
          </a:lstStyle>
          <a:p>
            <a:pPr lvl="0"/>
            <a:r>
              <a:rPr lang="en-US"/>
              <a:t>Eyebrow identification, CALIBRI, 14PT REGULAR</a:t>
            </a:r>
          </a:p>
        </p:txBody>
      </p:sp>
      <p:sp>
        <p:nvSpPr>
          <p:cNvPr id="13" name="Content Placeholder 5">
            <a:extLst>
              <a:ext uri="{FF2B5EF4-FFF2-40B4-BE49-F238E27FC236}">
                <a16:creationId xmlns:a16="http://schemas.microsoft.com/office/drawing/2014/main" id="{0F6E8C1B-F140-45B9-ADF1-1C3C65701146}"/>
              </a:ext>
            </a:extLst>
          </p:cNvPr>
          <p:cNvSpPr>
            <a:spLocks noGrp="1"/>
          </p:cNvSpPr>
          <p:nvPr>
            <p:ph sz="quarter" idx="14"/>
          </p:nvPr>
        </p:nvSpPr>
        <p:spPr>
          <a:xfrm>
            <a:off x="670558" y="1463039"/>
            <a:ext cx="10861041" cy="4754879"/>
          </a:xfrm>
        </p:spPr>
        <p:txBody>
          <a:bodyPr/>
          <a:lstStyle>
            <a:lvl1pPr>
              <a:spcBef>
                <a:spcPts val="1600"/>
              </a:spcBef>
              <a:defRPr/>
            </a:lvl1pPr>
            <a:lvl2pPr>
              <a:spcBef>
                <a:spcPts val="1600"/>
              </a:spcBef>
              <a:defRPr/>
            </a:lvl2pPr>
          </a:lstStyle>
          <a:p>
            <a:pPr lvl="0"/>
            <a:r>
              <a:rPr lang="en-US"/>
              <a:t>Click to edit Master text styles</a:t>
            </a:r>
          </a:p>
          <a:p>
            <a:pPr lvl="1"/>
            <a:r>
              <a:rPr lang="en-US"/>
              <a:t>Second level</a:t>
            </a:r>
          </a:p>
        </p:txBody>
      </p:sp>
      <p:sp>
        <p:nvSpPr>
          <p:cNvPr id="5" name="Date Placeholder 4">
            <a:extLst>
              <a:ext uri="{FF2B5EF4-FFF2-40B4-BE49-F238E27FC236}">
                <a16:creationId xmlns:a16="http://schemas.microsoft.com/office/drawing/2014/main" id="{ED5AE4F8-4A35-4815-BCAE-2DEF5BFEC473}"/>
              </a:ext>
            </a:extLst>
          </p:cNvPr>
          <p:cNvSpPr>
            <a:spLocks noGrp="1"/>
          </p:cNvSpPr>
          <p:nvPr>
            <p:ph type="dt" sz="half" idx="15"/>
          </p:nvPr>
        </p:nvSpPr>
        <p:spPr/>
        <p:txBody>
          <a:bodyPr/>
          <a:lstStyle/>
          <a:p>
            <a:r>
              <a:rPr lang="en-US" sz="1333"/>
              <a:t>17-Dec-24</a:t>
            </a:r>
            <a:endParaRPr lang="en-IN" sz="1333"/>
          </a:p>
        </p:txBody>
      </p:sp>
      <p:sp>
        <p:nvSpPr>
          <p:cNvPr id="6" name="Footer Placeholder 5">
            <a:extLst>
              <a:ext uri="{FF2B5EF4-FFF2-40B4-BE49-F238E27FC236}">
                <a16:creationId xmlns:a16="http://schemas.microsoft.com/office/drawing/2014/main" id="{092A9712-7611-460F-BBA1-965DC35A5A0C}"/>
              </a:ext>
            </a:extLst>
          </p:cNvPr>
          <p:cNvSpPr>
            <a:spLocks noGrp="1"/>
          </p:cNvSpPr>
          <p:nvPr>
            <p:ph type="ftr" sz="quarter" idx="16"/>
          </p:nvPr>
        </p:nvSpPr>
        <p:spPr/>
        <p:txBody>
          <a:bodyPr/>
          <a:lstStyle/>
          <a:p>
            <a:pPr>
              <a:defRPr/>
            </a:pPr>
            <a:r>
              <a:rPr lang="en-US"/>
              <a:t>Enter title via "insert&gt;header and footer&gt;footer" | </a:t>
            </a:r>
            <a:endParaRPr lang="en-IN"/>
          </a:p>
        </p:txBody>
      </p:sp>
      <p:sp>
        <p:nvSpPr>
          <p:cNvPr id="7" name="Slide Number Placeholder 6">
            <a:extLst>
              <a:ext uri="{FF2B5EF4-FFF2-40B4-BE49-F238E27FC236}">
                <a16:creationId xmlns:a16="http://schemas.microsoft.com/office/drawing/2014/main" id="{E816DBEC-A477-4721-9AEB-6DA5B1D8A35F}"/>
              </a:ext>
            </a:extLst>
          </p:cNvPr>
          <p:cNvSpPr>
            <a:spLocks noGrp="1"/>
          </p:cNvSpPr>
          <p:nvPr>
            <p:ph type="sldNum" sz="quarter" idx="17"/>
          </p:nvPr>
        </p:nvSpPr>
        <p:spPr/>
        <p:txBody>
          <a:bodyPr/>
          <a:lstStyle/>
          <a:p>
            <a:pPr>
              <a:defRPr/>
            </a:pPr>
            <a:r>
              <a:rPr lang="en-IN"/>
              <a:t>| </a:t>
            </a:r>
            <a:fld id="{7B2119CD-3B2D-4CEB-B404-D2E3F8CD6D69}" type="slidenum">
              <a:rPr lang="en-IN" smtClean="0"/>
              <a:pPr>
                <a:defRPr/>
              </a:pPr>
              <a:t>‹#›</a:t>
            </a:fld>
            <a:endParaRPr lang="en-IN"/>
          </a:p>
        </p:txBody>
      </p:sp>
      <p:sp>
        <p:nvSpPr>
          <p:cNvPr id="3" name="Title 2">
            <a:extLst>
              <a:ext uri="{FF2B5EF4-FFF2-40B4-BE49-F238E27FC236}">
                <a16:creationId xmlns:a16="http://schemas.microsoft.com/office/drawing/2014/main" id="{C92466CF-9DE4-42FD-B4BE-46614812750F}"/>
              </a:ext>
            </a:extLst>
          </p:cNvPr>
          <p:cNvSpPr>
            <a:spLocks noGrp="1"/>
          </p:cNvSpPr>
          <p:nvPr>
            <p:ph type="title"/>
          </p:nvPr>
        </p:nvSpPr>
        <p:spPr/>
        <p:txBody>
          <a:bodyPr/>
          <a:lstStyle/>
          <a:p>
            <a:r>
              <a:rPr lang="en-US"/>
              <a:t>Click to edit Master title style</a:t>
            </a:r>
            <a:endParaRPr lang="en-IN"/>
          </a:p>
        </p:txBody>
      </p:sp>
    </p:spTree>
    <p:extLst>
      <p:ext uri="{BB962C8B-B14F-4D97-AF65-F5344CB8AC3E}">
        <p14:creationId xmlns:p14="http://schemas.microsoft.com/office/powerpoint/2010/main" val="1591246780"/>
      </p:ext>
    </p:extLst>
  </p:cSld>
  <p:clrMapOvr>
    <a:masterClrMapping/>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userDrawn="1">
  <p:cSld name="2 Content_CALIBRI SUBHEAD Option">
    <p:spTree>
      <p:nvGrpSpPr>
        <p:cNvPr id="1" name=""/>
        <p:cNvGrpSpPr/>
        <p:nvPr/>
      </p:nvGrpSpPr>
      <p:grpSpPr>
        <a:xfrm>
          <a:off x="0" y="0"/>
          <a:ext cx="0" cy="0"/>
          <a:chOff x="0" y="0"/>
          <a:chExt cx="0" cy="0"/>
        </a:xfrm>
      </p:grpSpPr>
      <p:sp>
        <p:nvSpPr>
          <p:cNvPr id="16" name="Text Placeholder 4">
            <a:extLst>
              <a:ext uri="{FF2B5EF4-FFF2-40B4-BE49-F238E27FC236}">
                <a16:creationId xmlns:a16="http://schemas.microsoft.com/office/drawing/2014/main" id="{62367392-CE3F-4A36-802E-43D377135A8F}"/>
              </a:ext>
            </a:extLst>
          </p:cNvPr>
          <p:cNvSpPr>
            <a:spLocks noGrp="1"/>
          </p:cNvSpPr>
          <p:nvPr>
            <p:ph type="body" sz="quarter" idx="14" hasCustomPrompt="1"/>
          </p:nvPr>
        </p:nvSpPr>
        <p:spPr>
          <a:xfrm>
            <a:off x="670984" y="1463039"/>
            <a:ext cx="5089736" cy="520700"/>
          </a:xfrm>
          <a:prstGeom prst="rect">
            <a:avLst/>
          </a:prstGeom>
        </p:spPr>
        <p:txBody>
          <a:bodyPr>
            <a:noAutofit/>
          </a:bodyPr>
          <a:lstStyle>
            <a:lvl1pPr>
              <a:defRPr sz="2400" b="1" cap="all" baseline="0">
                <a:solidFill>
                  <a:schemeClr val="accent3"/>
                </a:solidFill>
                <a:latin typeface="+mn-lt"/>
              </a:defRPr>
            </a:lvl1pPr>
          </a:lstStyle>
          <a:p>
            <a:pPr lvl="0"/>
            <a:r>
              <a:rPr lang="en-US"/>
              <a:t>SHORT TITLE, CALIBRI, 18PT, BOLD</a:t>
            </a:r>
          </a:p>
        </p:txBody>
      </p:sp>
      <p:sp>
        <p:nvSpPr>
          <p:cNvPr id="17" name="Text Placeholder 4">
            <a:extLst>
              <a:ext uri="{FF2B5EF4-FFF2-40B4-BE49-F238E27FC236}">
                <a16:creationId xmlns:a16="http://schemas.microsoft.com/office/drawing/2014/main" id="{784001D6-32AA-4130-AA76-37D05FF0EF11}"/>
              </a:ext>
            </a:extLst>
          </p:cNvPr>
          <p:cNvSpPr>
            <a:spLocks noGrp="1"/>
          </p:cNvSpPr>
          <p:nvPr>
            <p:ph type="body" sz="quarter" idx="15" hasCustomPrompt="1"/>
          </p:nvPr>
        </p:nvSpPr>
        <p:spPr>
          <a:xfrm>
            <a:off x="6431280" y="1463039"/>
            <a:ext cx="5089736" cy="520700"/>
          </a:xfrm>
          <a:prstGeom prst="rect">
            <a:avLst/>
          </a:prstGeom>
        </p:spPr>
        <p:txBody>
          <a:bodyPr>
            <a:noAutofit/>
          </a:bodyPr>
          <a:lstStyle>
            <a:lvl1pPr>
              <a:defRPr sz="2400" b="1" cap="all" baseline="0">
                <a:solidFill>
                  <a:schemeClr val="accent3"/>
                </a:solidFill>
                <a:latin typeface="+mn-lt"/>
              </a:defRPr>
            </a:lvl1pPr>
          </a:lstStyle>
          <a:p>
            <a:pPr lvl="0"/>
            <a:r>
              <a:rPr lang="en-US"/>
              <a:t>SHORT TITLE, CALIBRI, 18PT, BOLD</a:t>
            </a:r>
          </a:p>
        </p:txBody>
      </p:sp>
      <p:sp>
        <p:nvSpPr>
          <p:cNvPr id="18" name="Content Placeholder 14">
            <a:extLst>
              <a:ext uri="{FF2B5EF4-FFF2-40B4-BE49-F238E27FC236}">
                <a16:creationId xmlns:a16="http://schemas.microsoft.com/office/drawing/2014/main" id="{1F77A952-6CFD-4B10-A39C-FBF9CCB45B58}"/>
              </a:ext>
            </a:extLst>
          </p:cNvPr>
          <p:cNvSpPr>
            <a:spLocks noGrp="1"/>
          </p:cNvSpPr>
          <p:nvPr>
            <p:ph sz="quarter" idx="18"/>
          </p:nvPr>
        </p:nvSpPr>
        <p:spPr>
          <a:xfrm>
            <a:off x="670559" y="1983739"/>
            <a:ext cx="5089735" cy="4234179"/>
          </a:xfrm>
        </p:spPr>
        <p:txBody>
          <a:bodyPr>
            <a:noAutofit/>
          </a:bodyPr>
          <a:lstStyle>
            <a:lvl2pPr>
              <a:defRPr sz="2133"/>
            </a:lvl2pPr>
            <a:lvl3pPr>
              <a:defRPr sz="1867"/>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9" name="Content Placeholder 14">
            <a:extLst>
              <a:ext uri="{FF2B5EF4-FFF2-40B4-BE49-F238E27FC236}">
                <a16:creationId xmlns:a16="http://schemas.microsoft.com/office/drawing/2014/main" id="{0756EC84-5A13-4571-BFB7-247BD6E93F56}"/>
              </a:ext>
            </a:extLst>
          </p:cNvPr>
          <p:cNvSpPr>
            <a:spLocks noGrp="1"/>
          </p:cNvSpPr>
          <p:nvPr>
            <p:ph sz="quarter" idx="19"/>
          </p:nvPr>
        </p:nvSpPr>
        <p:spPr>
          <a:xfrm>
            <a:off x="6431281" y="1983739"/>
            <a:ext cx="5089735" cy="4234179"/>
          </a:xfrm>
        </p:spPr>
        <p:txBody>
          <a:bodyPr>
            <a:noAutofit/>
          </a:bodyPr>
          <a:lstStyle>
            <a:lvl2pPr>
              <a:defRPr sz="2133"/>
            </a:lvl2pPr>
            <a:lvl3pPr>
              <a:defRPr sz="1867"/>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20" name="Text Placeholder 9">
            <a:extLst>
              <a:ext uri="{FF2B5EF4-FFF2-40B4-BE49-F238E27FC236}">
                <a16:creationId xmlns:a16="http://schemas.microsoft.com/office/drawing/2014/main" id="{1B479ED3-E6FF-4DA0-B9B5-59809FFAEF46}"/>
              </a:ext>
            </a:extLst>
          </p:cNvPr>
          <p:cNvSpPr>
            <a:spLocks noGrp="1"/>
          </p:cNvSpPr>
          <p:nvPr>
            <p:ph type="body" sz="quarter" idx="10" hasCustomPrompt="1"/>
          </p:nvPr>
        </p:nvSpPr>
        <p:spPr>
          <a:xfrm>
            <a:off x="670562" y="355600"/>
            <a:ext cx="6989233" cy="348813"/>
          </a:xfrm>
          <a:prstGeom prst="rect">
            <a:avLst/>
          </a:prstGeom>
        </p:spPr>
        <p:txBody>
          <a:bodyPr>
            <a:noAutofit/>
          </a:bodyPr>
          <a:lstStyle>
            <a:lvl1pPr>
              <a:defRPr sz="1867" b="0" cap="all" spc="200" baseline="0">
                <a:solidFill>
                  <a:schemeClr val="accent1"/>
                </a:solidFill>
                <a:latin typeface="+mn-lt"/>
              </a:defRPr>
            </a:lvl1pPr>
            <a:lvl2pPr marL="0" indent="0">
              <a:buNone/>
              <a:defRPr/>
            </a:lvl2pPr>
          </a:lstStyle>
          <a:p>
            <a:pPr lvl="0"/>
            <a:r>
              <a:rPr lang="en-US"/>
              <a:t>Eyebrow identification, CALIBRI, 14PT REGULAR</a:t>
            </a:r>
          </a:p>
        </p:txBody>
      </p:sp>
      <p:sp>
        <p:nvSpPr>
          <p:cNvPr id="2" name="Date Placeholder 1">
            <a:extLst>
              <a:ext uri="{FF2B5EF4-FFF2-40B4-BE49-F238E27FC236}">
                <a16:creationId xmlns:a16="http://schemas.microsoft.com/office/drawing/2014/main" id="{63E310AD-6CAA-4788-94E2-A00CB4EDAD64}"/>
              </a:ext>
            </a:extLst>
          </p:cNvPr>
          <p:cNvSpPr>
            <a:spLocks noGrp="1"/>
          </p:cNvSpPr>
          <p:nvPr>
            <p:ph type="dt" sz="half" idx="20"/>
          </p:nvPr>
        </p:nvSpPr>
        <p:spPr/>
        <p:txBody>
          <a:bodyPr/>
          <a:lstStyle/>
          <a:p>
            <a:r>
              <a:rPr lang="en-US" sz="1333"/>
              <a:t>17-Dec-24</a:t>
            </a:r>
            <a:endParaRPr lang="en-IN" sz="1333"/>
          </a:p>
        </p:txBody>
      </p:sp>
      <p:sp>
        <p:nvSpPr>
          <p:cNvPr id="3" name="Footer Placeholder 2">
            <a:extLst>
              <a:ext uri="{FF2B5EF4-FFF2-40B4-BE49-F238E27FC236}">
                <a16:creationId xmlns:a16="http://schemas.microsoft.com/office/drawing/2014/main" id="{7EA85807-C4E2-4DC1-A4DC-B733652C5847}"/>
              </a:ext>
            </a:extLst>
          </p:cNvPr>
          <p:cNvSpPr>
            <a:spLocks noGrp="1"/>
          </p:cNvSpPr>
          <p:nvPr>
            <p:ph type="ftr" sz="quarter" idx="21"/>
          </p:nvPr>
        </p:nvSpPr>
        <p:spPr/>
        <p:txBody>
          <a:bodyPr/>
          <a:lstStyle/>
          <a:p>
            <a:pPr>
              <a:defRPr/>
            </a:pPr>
            <a:r>
              <a:rPr lang="en-US"/>
              <a:t>Enter title via "insert&gt;header and footer&gt;footer" | </a:t>
            </a:r>
            <a:endParaRPr lang="en-IN"/>
          </a:p>
        </p:txBody>
      </p:sp>
      <p:sp>
        <p:nvSpPr>
          <p:cNvPr id="4" name="Slide Number Placeholder 3">
            <a:extLst>
              <a:ext uri="{FF2B5EF4-FFF2-40B4-BE49-F238E27FC236}">
                <a16:creationId xmlns:a16="http://schemas.microsoft.com/office/drawing/2014/main" id="{1486E6C4-2B39-46A3-861C-1D8545DFDAF4}"/>
              </a:ext>
            </a:extLst>
          </p:cNvPr>
          <p:cNvSpPr>
            <a:spLocks noGrp="1"/>
          </p:cNvSpPr>
          <p:nvPr>
            <p:ph type="sldNum" sz="quarter" idx="22"/>
          </p:nvPr>
        </p:nvSpPr>
        <p:spPr/>
        <p:txBody>
          <a:bodyPr/>
          <a:lstStyle/>
          <a:p>
            <a:pPr>
              <a:defRPr/>
            </a:pPr>
            <a:r>
              <a:rPr lang="en-IN"/>
              <a:t>| </a:t>
            </a:r>
            <a:fld id="{7B2119CD-3B2D-4CEB-B404-D2E3F8CD6D69}" type="slidenum">
              <a:rPr lang="en-IN" smtClean="0"/>
              <a:pPr>
                <a:defRPr/>
              </a:pPr>
              <a:t>‹#›</a:t>
            </a:fld>
            <a:endParaRPr lang="en-IN"/>
          </a:p>
        </p:txBody>
      </p:sp>
      <p:sp>
        <p:nvSpPr>
          <p:cNvPr id="6" name="Title 5">
            <a:extLst>
              <a:ext uri="{FF2B5EF4-FFF2-40B4-BE49-F238E27FC236}">
                <a16:creationId xmlns:a16="http://schemas.microsoft.com/office/drawing/2014/main" id="{088E1389-D875-4A3C-85CC-2FF6F879D34A}"/>
              </a:ext>
            </a:extLst>
          </p:cNvPr>
          <p:cNvSpPr>
            <a:spLocks noGrp="1"/>
          </p:cNvSpPr>
          <p:nvPr>
            <p:ph type="title"/>
          </p:nvPr>
        </p:nvSpPr>
        <p:spPr/>
        <p:txBody>
          <a:bodyPr/>
          <a:lstStyle/>
          <a:p>
            <a:r>
              <a:rPr lang="en-US"/>
              <a:t>Click to edit Master title style</a:t>
            </a:r>
            <a:endParaRPr lang="en-IN"/>
          </a:p>
        </p:txBody>
      </p:sp>
    </p:spTree>
    <p:extLst>
      <p:ext uri="{BB962C8B-B14F-4D97-AF65-F5344CB8AC3E}">
        <p14:creationId xmlns:p14="http://schemas.microsoft.com/office/powerpoint/2010/main" val="704914291"/>
      </p:ext>
    </p:extLst>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userDrawn="1">
  <p:cSld name="Two Content + Header">
    <p:spTree>
      <p:nvGrpSpPr>
        <p:cNvPr id="1" name=""/>
        <p:cNvGrpSpPr/>
        <p:nvPr/>
      </p:nvGrpSpPr>
      <p:grpSpPr>
        <a:xfrm>
          <a:off x="0" y="0"/>
          <a:ext cx="0" cy="0"/>
          <a:chOff x="0" y="0"/>
          <a:chExt cx="0" cy="0"/>
        </a:xfrm>
      </p:grpSpPr>
      <p:sp>
        <p:nvSpPr>
          <p:cNvPr id="12" name="Text Placeholder 9">
            <a:extLst>
              <a:ext uri="{FF2B5EF4-FFF2-40B4-BE49-F238E27FC236}">
                <a16:creationId xmlns:a16="http://schemas.microsoft.com/office/drawing/2014/main" id="{D9A84B86-6CE3-4715-A01A-FECF8E99EC15}"/>
              </a:ext>
            </a:extLst>
          </p:cNvPr>
          <p:cNvSpPr>
            <a:spLocks noGrp="1"/>
          </p:cNvSpPr>
          <p:nvPr>
            <p:ph type="body" sz="quarter" idx="10" hasCustomPrompt="1"/>
          </p:nvPr>
        </p:nvSpPr>
        <p:spPr>
          <a:xfrm>
            <a:off x="670562" y="355600"/>
            <a:ext cx="6989233" cy="348813"/>
          </a:xfrm>
          <a:prstGeom prst="rect">
            <a:avLst/>
          </a:prstGeom>
        </p:spPr>
        <p:txBody>
          <a:bodyPr>
            <a:noAutofit/>
          </a:bodyPr>
          <a:lstStyle>
            <a:lvl1pPr>
              <a:defRPr sz="1867" b="0" cap="all" spc="200" baseline="0">
                <a:solidFill>
                  <a:schemeClr val="accent1"/>
                </a:solidFill>
                <a:latin typeface="+mn-lt"/>
              </a:defRPr>
            </a:lvl1pPr>
            <a:lvl2pPr marL="0" indent="0">
              <a:buNone/>
              <a:defRPr/>
            </a:lvl2pPr>
          </a:lstStyle>
          <a:p>
            <a:pPr lvl="0"/>
            <a:r>
              <a:rPr lang="en-US"/>
              <a:t>Eyebrow identification, CALIBRI, 14PT REGULAR</a:t>
            </a:r>
          </a:p>
        </p:txBody>
      </p:sp>
      <p:sp>
        <p:nvSpPr>
          <p:cNvPr id="17" name="Text Placeholder 9">
            <a:extLst>
              <a:ext uri="{FF2B5EF4-FFF2-40B4-BE49-F238E27FC236}">
                <a16:creationId xmlns:a16="http://schemas.microsoft.com/office/drawing/2014/main" id="{F184EA7A-C14A-435C-84F4-DB8BC3A9A6E5}"/>
              </a:ext>
            </a:extLst>
          </p:cNvPr>
          <p:cNvSpPr>
            <a:spLocks noGrp="1"/>
          </p:cNvSpPr>
          <p:nvPr>
            <p:ph type="body" sz="quarter" idx="14" hasCustomPrompt="1"/>
          </p:nvPr>
        </p:nvSpPr>
        <p:spPr>
          <a:xfrm>
            <a:off x="670560" y="1463040"/>
            <a:ext cx="10838688" cy="1097280"/>
          </a:xfrm>
          <a:prstGeom prst="rect">
            <a:avLst/>
          </a:prstGeom>
        </p:spPr>
        <p:txBody>
          <a:bodyPr>
            <a:noAutofit/>
          </a:bodyPr>
          <a:lstStyle>
            <a:lvl1pPr>
              <a:defRPr sz="2133" b="0">
                <a:solidFill>
                  <a:schemeClr val="accent3"/>
                </a:solidFill>
                <a:latin typeface="+mj-lt"/>
              </a:defRPr>
            </a:lvl1pPr>
          </a:lstStyle>
          <a:p>
            <a:pPr lvl="0"/>
            <a:r>
              <a:rPr lang="en-US"/>
              <a:t>Click to edit master text styles</a:t>
            </a:r>
          </a:p>
        </p:txBody>
      </p:sp>
      <p:sp>
        <p:nvSpPr>
          <p:cNvPr id="18" name="Text Placeholder 4">
            <a:extLst>
              <a:ext uri="{FF2B5EF4-FFF2-40B4-BE49-F238E27FC236}">
                <a16:creationId xmlns:a16="http://schemas.microsoft.com/office/drawing/2014/main" id="{5D0068BB-B539-4488-911A-96DC071FE88E}"/>
              </a:ext>
            </a:extLst>
          </p:cNvPr>
          <p:cNvSpPr>
            <a:spLocks noGrp="1"/>
          </p:cNvSpPr>
          <p:nvPr>
            <p:ph type="body" sz="quarter" idx="13" hasCustomPrompt="1"/>
          </p:nvPr>
        </p:nvSpPr>
        <p:spPr>
          <a:xfrm>
            <a:off x="670984" y="2743201"/>
            <a:ext cx="5089736" cy="520700"/>
          </a:xfrm>
          <a:prstGeom prst="rect">
            <a:avLst/>
          </a:prstGeom>
        </p:spPr>
        <p:txBody>
          <a:bodyPr>
            <a:noAutofit/>
          </a:bodyPr>
          <a:lstStyle>
            <a:lvl1pPr>
              <a:defRPr sz="2133" b="1" cap="all" baseline="0">
                <a:solidFill>
                  <a:schemeClr val="accent3"/>
                </a:solidFill>
                <a:latin typeface="+mn-lt"/>
              </a:defRPr>
            </a:lvl1pPr>
          </a:lstStyle>
          <a:p>
            <a:pPr lvl="0"/>
            <a:r>
              <a:rPr lang="en-US"/>
              <a:t>SHORT TITLE, CALIBRI, 16PT, BOLD</a:t>
            </a:r>
          </a:p>
        </p:txBody>
      </p:sp>
      <p:sp>
        <p:nvSpPr>
          <p:cNvPr id="19" name="Text Placeholder 4">
            <a:extLst>
              <a:ext uri="{FF2B5EF4-FFF2-40B4-BE49-F238E27FC236}">
                <a16:creationId xmlns:a16="http://schemas.microsoft.com/office/drawing/2014/main" id="{FC1F4580-228D-4976-BFA8-C2248824F3A1}"/>
              </a:ext>
            </a:extLst>
          </p:cNvPr>
          <p:cNvSpPr>
            <a:spLocks noGrp="1"/>
          </p:cNvSpPr>
          <p:nvPr>
            <p:ph type="body" sz="quarter" idx="18" hasCustomPrompt="1"/>
          </p:nvPr>
        </p:nvSpPr>
        <p:spPr>
          <a:xfrm>
            <a:off x="6431280" y="2743201"/>
            <a:ext cx="5089736" cy="520700"/>
          </a:xfrm>
          <a:prstGeom prst="rect">
            <a:avLst/>
          </a:prstGeom>
        </p:spPr>
        <p:txBody>
          <a:bodyPr>
            <a:noAutofit/>
          </a:bodyPr>
          <a:lstStyle>
            <a:lvl1pPr>
              <a:defRPr sz="2133" b="1" cap="all" baseline="0">
                <a:solidFill>
                  <a:schemeClr val="accent3"/>
                </a:solidFill>
                <a:latin typeface="+mn-lt"/>
              </a:defRPr>
            </a:lvl1pPr>
          </a:lstStyle>
          <a:p>
            <a:pPr lvl="0"/>
            <a:r>
              <a:rPr lang="en-US"/>
              <a:t>SHORT TITLE, CALIBRI, 16PT, BOLD</a:t>
            </a:r>
          </a:p>
        </p:txBody>
      </p:sp>
      <p:sp>
        <p:nvSpPr>
          <p:cNvPr id="20" name="Content Placeholder 6">
            <a:extLst>
              <a:ext uri="{FF2B5EF4-FFF2-40B4-BE49-F238E27FC236}">
                <a16:creationId xmlns:a16="http://schemas.microsoft.com/office/drawing/2014/main" id="{4073EB3D-18BB-4E2C-9D12-E03D0B6131B9}"/>
              </a:ext>
            </a:extLst>
          </p:cNvPr>
          <p:cNvSpPr>
            <a:spLocks noGrp="1"/>
          </p:cNvSpPr>
          <p:nvPr>
            <p:ph sz="quarter" idx="19"/>
          </p:nvPr>
        </p:nvSpPr>
        <p:spPr>
          <a:xfrm>
            <a:off x="670559" y="3263901"/>
            <a:ext cx="5089735" cy="2954017"/>
          </a:xfrm>
        </p:spPr>
        <p:txBody>
          <a:bodyPr>
            <a:noAutofit/>
          </a:bodyPr>
          <a:lstStyle>
            <a:lvl1pPr>
              <a:defRPr sz="1867"/>
            </a:lvl1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21" name="Content Placeholder 6">
            <a:extLst>
              <a:ext uri="{FF2B5EF4-FFF2-40B4-BE49-F238E27FC236}">
                <a16:creationId xmlns:a16="http://schemas.microsoft.com/office/drawing/2014/main" id="{112F3581-3732-4A0B-8F51-60DBC2912C03}"/>
              </a:ext>
            </a:extLst>
          </p:cNvPr>
          <p:cNvSpPr>
            <a:spLocks noGrp="1"/>
          </p:cNvSpPr>
          <p:nvPr>
            <p:ph sz="quarter" idx="20"/>
          </p:nvPr>
        </p:nvSpPr>
        <p:spPr>
          <a:xfrm>
            <a:off x="6431281" y="3263901"/>
            <a:ext cx="5089735" cy="2954017"/>
          </a:xfrm>
        </p:spPr>
        <p:txBody>
          <a:bodyPr>
            <a:noAutofit/>
          </a:bodyPr>
          <a:lstStyle>
            <a:lvl1pPr>
              <a:defRPr sz="1867"/>
            </a:lvl1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2" name="Date Placeholder 1">
            <a:extLst>
              <a:ext uri="{FF2B5EF4-FFF2-40B4-BE49-F238E27FC236}">
                <a16:creationId xmlns:a16="http://schemas.microsoft.com/office/drawing/2014/main" id="{D3D7130C-27A5-4624-9DE7-54CCA5B6E680}"/>
              </a:ext>
            </a:extLst>
          </p:cNvPr>
          <p:cNvSpPr>
            <a:spLocks noGrp="1"/>
          </p:cNvSpPr>
          <p:nvPr>
            <p:ph type="dt" sz="half" idx="21"/>
          </p:nvPr>
        </p:nvSpPr>
        <p:spPr/>
        <p:txBody>
          <a:bodyPr/>
          <a:lstStyle/>
          <a:p>
            <a:r>
              <a:rPr lang="en-US" sz="1333"/>
              <a:t>17-Dec-24</a:t>
            </a:r>
            <a:endParaRPr lang="en-IN" sz="1333"/>
          </a:p>
        </p:txBody>
      </p:sp>
      <p:sp>
        <p:nvSpPr>
          <p:cNvPr id="3" name="Footer Placeholder 2">
            <a:extLst>
              <a:ext uri="{FF2B5EF4-FFF2-40B4-BE49-F238E27FC236}">
                <a16:creationId xmlns:a16="http://schemas.microsoft.com/office/drawing/2014/main" id="{6B8D77C1-A9B7-4C57-B330-C34B8588E4BD}"/>
              </a:ext>
            </a:extLst>
          </p:cNvPr>
          <p:cNvSpPr>
            <a:spLocks noGrp="1"/>
          </p:cNvSpPr>
          <p:nvPr>
            <p:ph type="ftr" sz="quarter" idx="22"/>
          </p:nvPr>
        </p:nvSpPr>
        <p:spPr/>
        <p:txBody>
          <a:bodyPr/>
          <a:lstStyle/>
          <a:p>
            <a:pPr>
              <a:defRPr/>
            </a:pPr>
            <a:r>
              <a:rPr lang="en-US"/>
              <a:t>Enter title via "insert&gt;header and footer&gt;footer" | </a:t>
            </a:r>
            <a:endParaRPr lang="en-IN"/>
          </a:p>
        </p:txBody>
      </p:sp>
      <p:sp>
        <p:nvSpPr>
          <p:cNvPr id="4" name="Slide Number Placeholder 3">
            <a:extLst>
              <a:ext uri="{FF2B5EF4-FFF2-40B4-BE49-F238E27FC236}">
                <a16:creationId xmlns:a16="http://schemas.microsoft.com/office/drawing/2014/main" id="{310E347A-2097-4DC1-8FC4-1FBFBC563FCB}"/>
              </a:ext>
            </a:extLst>
          </p:cNvPr>
          <p:cNvSpPr>
            <a:spLocks noGrp="1"/>
          </p:cNvSpPr>
          <p:nvPr>
            <p:ph type="sldNum" sz="quarter" idx="23"/>
          </p:nvPr>
        </p:nvSpPr>
        <p:spPr/>
        <p:txBody>
          <a:bodyPr/>
          <a:lstStyle/>
          <a:p>
            <a:pPr>
              <a:defRPr/>
            </a:pPr>
            <a:r>
              <a:rPr lang="en-IN"/>
              <a:t>| </a:t>
            </a:r>
            <a:fld id="{7B2119CD-3B2D-4CEB-B404-D2E3F8CD6D69}" type="slidenum">
              <a:rPr lang="en-IN" smtClean="0"/>
              <a:pPr>
                <a:defRPr/>
              </a:pPr>
              <a:t>‹#›</a:t>
            </a:fld>
            <a:endParaRPr lang="en-IN"/>
          </a:p>
        </p:txBody>
      </p:sp>
      <p:sp>
        <p:nvSpPr>
          <p:cNvPr id="6" name="Title 5">
            <a:extLst>
              <a:ext uri="{FF2B5EF4-FFF2-40B4-BE49-F238E27FC236}">
                <a16:creationId xmlns:a16="http://schemas.microsoft.com/office/drawing/2014/main" id="{AD079F95-85C8-47A7-9EDE-B17DE1BCA47B}"/>
              </a:ext>
            </a:extLst>
          </p:cNvPr>
          <p:cNvSpPr>
            <a:spLocks noGrp="1"/>
          </p:cNvSpPr>
          <p:nvPr>
            <p:ph type="title"/>
          </p:nvPr>
        </p:nvSpPr>
        <p:spPr/>
        <p:txBody>
          <a:bodyPr/>
          <a:lstStyle/>
          <a:p>
            <a:r>
              <a:rPr lang="en-US"/>
              <a:t>Click to edit Master title style</a:t>
            </a:r>
            <a:endParaRPr lang="en-IN"/>
          </a:p>
        </p:txBody>
      </p:sp>
    </p:spTree>
    <p:extLst>
      <p:ext uri="{BB962C8B-B14F-4D97-AF65-F5344CB8AC3E}">
        <p14:creationId xmlns:p14="http://schemas.microsoft.com/office/powerpoint/2010/main" val="1727524847"/>
      </p:ext>
    </p:extLst>
  </p:cSld>
  <p:clrMapOvr>
    <a:masterClrMapping/>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userDrawn="1">
  <p:cSld name="(L) Half-content &amp; image layout">
    <p:spTree>
      <p:nvGrpSpPr>
        <p:cNvPr id="1" name=""/>
        <p:cNvGrpSpPr/>
        <p:nvPr/>
      </p:nvGrpSpPr>
      <p:grpSpPr>
        <a:xfrm>
          <a:off x="0" y="0"/>
          <a:ext cx="0" cy="0"/>
          <a:chOff x="0" y="0"/>
          <a:chExt cx="0" cy="0"/>
        </a:xfrm>
      </p:grpSpPr>
      <p:sp>
        <p:nvSpPr>
          <p:cNvPr id="10" name="Picture Placeholder 9"/>
          <p:cNvSpPr>
            <a:spLocks noGrp="1"/>
          </p:cNvSpPr>
          <p:nvPr>
            <p:ph type="pic" sz="quarter" idx="14" hasCustomPrompt="1"/>
          </p:nvPr>
        </p:nvSpPr>
        <p:spPr>
          <a:xfrm>
            <a:off x="6425185" y="0"/>
            <a:ext cx="5766815" cy="6858000"/>
          </a:xfrm>
          <a:prstGeom prst="rect">
            <a:avLst/>
          </a:prstGeom>
          <a:solidFill>
            <a:schemeClr val="bg2"/>
          </a:solidFill>
          <a:ln>
            <a:noFill/>
          </a:ln>
          <a:effectLst/>
        </p:spPr>
        <p:txBody>
          <a:bodyPr lIns="365760" rIns="365760" anchor="ctr" anchorCtr="1"/>
          <a:lstStyle>
            <a:lvl1pPr algn="ctr">
              <a:defRPr sz="2400" b="0" baseline="0">
                <a:solidFill>
                  <a:schemeClr val="accent1"/>
                </a:solidFill>
                <a:latin typeface="+mn-lt"/>
              </a:defRPr>
            </a:lvl1pPr>
          </a:lstStyle>
          <a:p>
            <a:r>
              <a:rPr lang="en-US"/>
              <a:t>Insert an image</a:t>
            </a:r>
            <a:br>
              <a:rPr lang="en-US"/>
            </a:br>
            <a:r>
              <a:rPr lang="en-US"/>
              <a:t>within this placeholder </a:t>
            </a:r>
          </a:p>
        </p:txBody>
      </p:sp>
      <p:sp>
        <p:nvSpPr>
          <p:cNvPr id="14" name="Text Placeholder 9">
            <a:extLst>
              <a:ext uri="{FF2B5EF4-FFF2-40B4-BE49-F238E27FC236}">
                <a16:creationId xmlns:a16="http://schemas.microsoft.com/office/drawing/2014/main" id="{05D9C096-3ECB-4476-AF46-67B691208D52}"/>
              </a:ext>
            </a:extLst>
          </p:cNvPr>
          <p:cNvSpPr>
            <a:spLocks noGrp="1"/>
          </p:cNvSpPr>
          <p:nvPr>
            <p:ph type="body" sz="quarter" idx="18" hasCustomPrompt="1"/>
          </p:nvPr>
        </p:nvSpPr>
        <p:spPr>
          <a:xfrm>
            <a:off x="670562" y="355600"/>
            <a:ext cx="5096255" cy="348813"/>
          </a:xfrm>
          <a:prstGeom prst="rect">
            <a:avLst/>
          </a:prstGeom>
        </p:spPr>
        <p:txBody>
          <a:bodyPr wrap="square">
            <a:noAutofit/>
          </a:bodyPr>
          <a:lstStyle>
            <a:lvl1pPr>
              <a:defRPr sz="1867" b="0" cap="all" spc="200" baseline="0">
                <a:solidFill>
                  <a:schemeClr val="accent1"/>
                </a:solidFill>
                <a:latin typeface="+mn-lt"/>
              </a:defRPr>
            </a:lvl1pPr>
            <a:lvl2pPr marL="0" indent="0">
              <a:buNone/>
              <a:defRPr/>
            </a:lvl2pPr>
          </a:lstStyle>
          <a:p>
            <a:pPr lvl="0"/>
            <a:r>
              <a:rPr lang="en-US"/>
              <a:t>Eyebrow identification, CALIBRI, 14PT</a:t>
            </a:r>
          </a:p>
        </p:txBody>
      </p:sp>
      <p:sp>
        <p:nvSpPr>
          <p:cNvPr id="17" name="Text Placeholder 4">
            <a:extLst>
              <a:ext uri="{FF2B5EF4-FFF2-40B4-BE49-F238E27FC236}">
                <a16:creationId xmlns:a16="http://schemas.microsoft.com/office/drawing/2014/main" id="{E828A00F-D1B4-4C3E-969E-375A3487E70C}"/>
              </a:ext>
            </a:extLst>
          </p:cNvPr>
          <p:cNvSpPr>
            <a:spLocks noGrp="1"/>
          </p:cNvSpPr>
          <p:nvPr>
            <p:ph type="body" sz="quarter" idx="19" hasCustomPrompt="1"/>
          </p:nvPr>
        </p:nvSpPr>
        <p:spPr>
          <a:xfrm>
            <a:off x="670984" y="1463943"/>
            <a:ext cx="5089736" cy="520700"/>
          </a:xfrm>
          <a:prstGeom prst="rect">
            <a:avLst/>
          </a:prstGeom>
        </p:spPr>
        <p:txBody>
          <a:bodyPr>
            <a:noAutofit/>
          </a:bodyPr>
          <a:lstStyle>
            <a:lvl1pPr>
              <a:defRPr sz="2400" b="1" cap="all" baseline="0">
                <a:solidFill>
                  <a:schemeClr val="accent3"/>
                </a:solidFill>
                <a:latin typeface="+mn-lt"/>
              </a:defRPr>
            </a:lvl1pPr>
          </a:lstStyle>
          <a:p>
            <a:pPr lvl="0"/>
            <a:r>
              <a:rPr lang="en-US"/>
              <a:t>SUBTITLE, CALIBRI, 18PT, BOLD</a:t>
            </a:r>
          </a:p>
        </p:txBody>
      </p:sp>
      <p:sp>
        <p:nvSpPr>
          <p:cNvPr id="18" name="Text Placeholder 4">
            <a:extLst>
              <a:ext uri="{FF2B5EF4-FFF2-40B4-BE49-F238E27FC236}">
                <a16:creationId xmlns:a16="http://schemas.microsoft.com/office/drawing/2014/main" id="{98B40350-90AF-4369-8B21-A237E4585B43}"/>
              </a:ext>
            </a:extLst>
          </p:cNvPr>
          <p:cNvSpPr>
            <a:spLocks noGrp="1"/>
          </p:cNvSpPr>
          <p:nvPr>
            <p:ph type="body" sz="quarter" idx="13" hasCustomPrompt="1"/>
          </p:nvPr>
        </p:nvSpPr>
        <p:spPr>
          <a:xfrm>
            <a:off x="670984" y="2159957"/>
            <a:ext cx="5089736" cy="426720"/>
          </a:xfrm>
          <a:prstGeom prst="rect">
            <a:avLst/>
          </a:prstGeom>
        </p:spPr>
        <p:txBody>
          <a:bodyPr>
            <a:noAutofit/>
          </a:bodyPr>
          <a:lstStyle>
            <a:lvl1pPr>
              <a:defRPr sz="2133" b="1" cap="all" baseline="0">
                <a:solidFill>
                  <a:schemeClr val="accent3"/>
                </a:solidFill>
                <a:latin typeface="+mn-lt"/>
              </a:defRPr>
            </a:lvl1pPr>
          </a:lstStyle>
          <a:p>
            <a:pPr lvl="0"/>
            <a:r>
              <a:rPr lang="en-US"/>
              <a:t>SHORT TITLE, CALIBRI, 16PT, BOLD</a:t>
            </a:r>
          </a:p>
        </p:txBody>
      </p:sp>
      <p:sp>
        <p:nvSpPr>
          <p:cNvPr id="19" name="Content Placeholder 5">
            <a:extLst>
              <a:ext uri="{FF2B5EF4-FFF2-40B4-BE49-F238E27FC236}">
                <a16:creationId xmlns:a16="http://schemas.microsoft.com/office/drawing/2014/main" id="{74DA2C74-7837-4DF6-A9E0-010AABA411BF}"/>
              </a:ext>
            </a:extLst>
          </p:cNvPr>
          <p:cNvSpPr>
            <a:spLocks noGrp="1"/>
          </p:cNvSpPr>
          <p:nvPr>
            <p:ph sz="quarter" idx="20"/>
          </p:nvPr>
        </p:nvSpPr>
        <p:spPr>
          <a:xfrm>
            <a:off x="670559" y="2610322"/>
            <a:ext cx="5089735" cy="1442031"/>
          </a:xfrm>
        </p:spPr>
        <p:txBody>
          <a:bodyPr>
            <a:noAutofit/>
          </a:bodyPr>
          <a:lstStyle>
            <a:lvl1pPr>
              <a:defRPr sz="1867"/>
            </a:lvl1pPr>
            <a:lvl2pPr>
              <a:defRPr/>
            </a:lvl2pPr>
            <a:lvl3pPr>
              <a:defRPr/>
            </a:lvl3pPr>
            <a:lvl4pPr>
              <a:defRPr/>
            </a:lvl4pPr>
          </a:lstStyle>
          <a:p>
            <a:pPr lvl="0"/>
            <a:r>
              <a:rPr lang="en-US"/>
              <a:t>Click to edit Master text styles</a:t>
            </a:r>
          </a:p>
          <a:p>
            <a:pPr lvl="1"/>
            <a:r>
              <a:rPr lang="en-US"/>
              <a:t>Second level</a:t>
            </a:r>
          </a:p>
          <a:p>
            <a:pPr lvl="2"/>
            <a:r>
              <a:rPr lang="en-US"/>
              <a:t>Third level</a:t>
            </a:r>
          </a:p>
          <a:p>
            <a:pPr lvl="3"/>
            <a:r>
              <a:rPr lang="en-US"/>
              <a:t>Fourth level</a:t>
            </a:r>
          </a:p>
        </p:txBody>
      </p:sp>
      <p:sp>
        <p:nvSpPr>
          <p:cNvPr id="20" name="Text Placeholder 4">
            <a:extLst>
              <a:ext uri="{FF2B5EF4-FFF2-40B4-BE49-F238E27FC236}">
                <a16:creationId xmlns:a16="http://schemas.microsoft.com/office/drawing/2014/main" id="{04384C29-B1D2-4169-8C59-6E4C6B7D22EF}"/>
              </a:ext>
            </a:extLst>
          </p:cNvPr>
          <p:cNvSpPr>
            <a:spLocks noGrp="1"/>
          </p:cNvSpPr>
          <p:nvPr>
            <p:ph type="body" sz="quarter" idx="21" hasCustomPrompt="1"/>
          </p:nvPr>
        </p:nvSpPr>
        <p:spPr>
          <a:xfrm>
            <a:off x="670984" y="4316768"/>
            <a:ext cx="5089736" cy="426720"/>
          </a:xfrm>
          <a:prstGeom prst="rect">
            <a:avLst/>
          </a:prstGeom>
        </p:spPr>
        <p:txBody>
          <a:bodyPr>
            <a:noAutofit/>
          </a:bodyPr>
          <a:lstStyle>
            <a:lvl1pPr>
              <a:defRPr sz="2133" b="1" cap="all" baseline="0">
                <a:solidFill>
                  <a:schemeClr val="accent3"/>
                </a:solidFill>
                <a:latin typeface="+mn-lt"/>
              </a:defRPr>
            </a:lvl1pPr>
          </a:lstStyle>
          <a:p>
            <a:pPr lvl="0"/>
            <a:r>
              <a:rPr lang="en-US"/>
              <a:t>SHORT TITLE, CALIBRI, 16PT, BOLD</a:t>
            </a:r>
          </a:p>
        </p:txBody>
      </p:sp>
      <p:sp>
        <p:nvSpPr>
          <p:cNvPr id="21" name="Content Placeholder 5">
            <a:extLst>
              <a:ext uri="{FF2B5EF4-FFF2-40B4-BE49-F238E27FC236}">
                <a16:creationId xmlns:a16="http://schemas.microsoft.com/office/drawing/2014/main" id="{0312D5F6-81FC-4261-AED0-88E16C372781}"/>
              </a:ext>
            </a:extLst>
          </p:cNvPr>
          <p:cNvSpPr>
            <a:spLocks noGrp="1"/>
          </p:cNvSpPr>
          <p:nvPr>
            <p:ph sz="quarter" idx="22"/>
          </p:nvPr>
        </p:nvSpPr>
        <p:spPr>
          <a:xfrm>
            <a:off x="670559" y="4767134"/>
            <a:ext cx="5089735" cy="1442029"/>
          </a:xfrm>
        </p:spPr>
        <p:txBody>
          <a:bodyPr>
            <a:noAutofit/>
          </a:bodyPr>
          <a:lstStyle>
            <a:lvl1pPr>
              <a:defRPr sz="1867"/>
            </a:lvl1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Date Placeholder 4">
            <a:extLst>
              <a:ext uri="{FF2B5EF4-FFF2-40B4-BE49-F238E27FC236}">
                <a16:creationId xmlns:a16="http://schemas.microsoft.com/office/drawing/2014/main" id="{4FF65347-7CD3-4F10-8EF3-1278C80396FE}"/>
              </a:ext>
            </a:extLst>
          </p:cNvPr>
          <p:cNvSpPr>
            <a:spLocks noGrp="1"/>
          </p:cNvSpPr>
          <p:nvPr>
            <p:ph type="dt" sz="half" idx="23"/>
          </p:nvPr>
        </p:nvSpPr>
        <p:spPr/>
        <p:txBody>
          <a:bodyPr/>
          <a:lstStyle/>
          <a:p>
            <a:r>
              <a:rPr lang="en-US" sz="1333"/>
              <a:t>17-Dec-24</a:t>
            </a:r>
            <a:endParaRPr lang="en-IN" sz="1333"/>
          </a:p>
        </p:txBody>
      </p:sp>
      <p:sp>
        <p:nvSpPr>
          <p:cNvPr id="6" name="Footer Placeholder 5">
            <a:extLst>
              <a:ext uri="{FF2B5EF4-FFF2-40B4-BE49-F238E27FC236}">
                <a16:creationId xmlns:a16="http://schemas.microsoft.com/office/drawing/2014/main" id="{FE4E929D-79C8-4A03-8A31-BDC679EAB2C4}"/>
              </a:ext>
            </a:extLst>
          </p:cNvPr>
          <p:cNvSpPr>
            <a:spLocks noGrp="1"/>
          </p:cNvSpPr>
          <p:nvPr>
            <p:ph type="ftr" sz="quarter" idx="24"/>
          </p:nvPr>
        </p:nvSpPr>
        <p:spPr/>
        <p:txBody>
          <a:bodyPr/>
          <a:lstStyle/>
          <a:p>
            <a:pPr>
              <a:defRPr/>
            </a:pPr>
            <a:r>
              <a:rPr lang="en-US"/>
              <a:t>Enter title via "insert&gt;header and footer&gt;footer" | </a:t>
            </a:r>
            <a:endParaRPr lang="en-IN"/>
          </a:p>
        </p:txBody>
      </p:sp>
      <p:sp>
        <p:nvSpPr>
          <p:cNvPr id="7" name="Slide Number Placeholder 6">
            <a:extLst>
              <a:ext uri="{FF2B5EF4-FFF2-40B4-BE49-F238E27FC236}">
                <a16:creationId xmlns:a16="http://schemas.microsoft.com/office/drawing/2014/main" id="{2CC59128-8C19-4115-801D-638E5DDDF8DB}"/>
              </a:ext>
            </a:extLst>
          </p:cNvPr>
          <p:cNvSpPr>
            <a:spLocks noGrp="1"/>
          </p:cNvSpPr>
          <p:nvPr>
            <p:ph type="sldNum" sz="quarter" idx="25"/>
          </p:nvPr>
        </p:nvSpPr>
        <p:spPr/>
        <p:txBody>
          <a:bodyPr/>
          <a:lstStyle/>
          <a:p>
            <a:pPr>
              <a:defRPr/>
            </a:pPr>
            <a:r>
              <a:rPr lang="en-IN"/>
              <a:t>| </a:t>
            </a:r>
            <a:fld id="{7B2119CD-3B2D-4CEB-B404-D2E3F8CD6D69}" type="slidenum">
              <a:rPr lang="en-IN" smtClean="0"/>
              <a:pPr>
                <a:defRPr/>
              </a:pPr>
              <a:t>‹#›</a:t>
            </a:fld>
            <a:endParaRPr lang="en-IN"/>
          </a:p>
        </p:txBody>
      </p:sp>
      <p:sp>
        <p:nvSpPr>
          <p:cNvPr id="3" name="Title 2">
            <a:extLst>
              <a:ext uri="{FF2B5EF4-FFF2-40B4-BE49-F238E27FC236}">
                <a16:creationId xmlns:a16="http://schemas.microsoft.com/office/drawing/2014/main" id="{9A67DE3C-68DE-43DF-A233-910AFDC7FBD6}"/>
              </a:ext>
            </a:extLst>
          </p:cNvPr>
          <p:cNvSpPr>
            <a:spLocks noGrp="1"/>
          </p:cNvSpPr>
          <p:nvPr>
            <p:ph type="title"/>
          </p:nvPr>
        </p:nvSpPr>
        <p:spPr>
          <a:xfrm>
            <a:off x="670560" y="759459"/>
            <a:ext cx="5089733" cy="520701"/>
          </a:xfrm>
        </p:spPr>
        <p:txBody>
          <a:bodyPr/>
          <a:lstStyle/>
          <a:p>
            <a:r>
              <a:rPr lang="en-US"/>
              <a:t>Click to edit Master title style</a:t>
            </a:r>
            <a:endParaRPr lang="en-IN"/>
          </a:p>
        </p:txBody>
      </p:sp>
    </p:spTree>
    <p:extLst>
      <p:ext uri="{BB962C8B-B14F-4D97-AF65-F5344CB8AC3E}">
        <p14:creationId xmlns:p14="http://schemas.microsoft.com/office/powerpoint/2010/main" val="4110176716"/>
      </p:ext>
    </p:extLst>
  </p:cSld>
  <p:clrMapOvr>
    <a:masterClrMapping/>
  </p:clrMapOvr>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userDrawn="1">
  <p:cSld name="(R) Half-content &amp; image layout">
    <p:spTree>
      <p:nvGrpSpPr>
        <p:cNvPr id="1" name=""/>
        <p:cNvGrpSpPr/>
        <p:nvPr/>
      </p:nvGrpSpPr>
      <p:grpSpPr>
        <a:xfrm>
          <a:off x="0" y="0"/>
          <a:ext cx="0" cy="0"/>
          <a:chOff x="0" y="0"/>
          <a:chExt cx="0" cy="0"/>
        </a:xfrm>
      </p:grpSpPr>
      <p:sp>
        <p:nvSpPr>
          <p:cNvPr id="10" name="Picture Placeholder 9"/>
          <p:cNvSpPr>
            <a:spLocks noGrp="1"/>
          </p:cNvSpPr>
          <p:nvPr>
            <p:ph type="pic" sz="quarter" idx="14" hasCustomPrompt="1"/>
          </p:nvPr>
        </p:nvSpPr>
        <p:spPr>
          <a:xfrm>
            <a:off x="1" y="0"/>
            <a:ext cx="5753292" cy="6858000"/>
          </a:xfrm>
          <a:prstGeom prst="rect">
            <a:avLst/>
          </a:prstGeom>
          <a:solidFill>
            <a:schemeClr val="bg2"/>
          </a:solidFill>
          <a:ln>
            <a:noFill/>
          </a:ln>
          <a:effectLst/>
        </p:spPr>
        <p:txBody>
          <a:bodyPr lIns="365760" rIns="365760" anchor="ctr" anchorCtr="1"/>
          <a:lstStyle>
            <a:lvl1pPr algn="ctr">
              <a:defRPr sz="2400" b="0" baseline="0">
                <a:solidFill>
                  <a:schemeClr val="accent1"/>
                </a:solidFill>
                <a:latin typeface="+mn-lt"/>
              </a:defRPr>
            </a:lvl1pPr>
          </a:lstStyle>
          <a:p>
            <a:r>
              <a:rPr lang="en-US"/>
              <a:t>Insert an image</a:t>
            </a:r>
            <a:br>
              <a:rPr lang="en-US"/>
            </a:br>
            <a:r>
              <a:rPr lang="en-US"/>
              <a:t>within this placeholder </a:t>
            </a:r>
          </a:p>
        </p:txBody>
      </p:sp>
      <p:sp>
        <p:nvSpPr>
          <p:cNvPr id="9" name="Content Placeholder 2">
            <a:extLst>
              <a:ext uri="{FF2B5EF4-FFF2-40B4-BE49-F238E27FC236}">
                <a16:creationId xmlns:a16="http://schemas.microsoft.com/office/drawing/2014/main" id="{A406D962-A904-455A-9FF2-A3FC930F6781}"/>
              </a:ext>
            </a:extLst>
          </p:cNvPr>
          <p:cNvSpPr txBox="1">
            <a:spLocks/>
          </p:cNvSpPr>
          <p:nvPr userDrawn="1"/>
        </p:nvSpPr>
        <p:spPr bwMode="gray">
          <a:xfrm>
            <a:off x="670561" y="6427471"/>
            <a:ext cx="4077308" cy="292101"/>
          </a:xfrm>
          <a:prstGeom prst="rect">
            <a:avLst/>
          </a:prstGeom>
        </p:spPr>
        <p:txBody>
          <a:bodyPr vert="horz" lIns="0" rIns="0" anchor="b" anchorCtr="0"/>
          <a:lstStyle>
            <a:defPPr>
              <a:defRPr lang="en-US"/>
            </a:defPPr>
            <a:lvl1pPr indent="0" defTabSz="457200">
              <a:spcBef>
                <a:spcPct val="20000"/>
              </a:spcBef>
              <a:buFont typeface="Arial"/>
              <a:buNone/>
              <a:defRPr sz="1000">
                <a:solidFill>
                  <a:srgbClr val="000000"/>
                </a:solidFill>
                <a:cs typeface="Calibri" panose="020F0502020204030204" pitchFamily="34" charset="0"/>
              </a:defRPr>
            </a:lvl1pPr>
            <a:lvl2pPr indent="0" defTabSz="457200">
              <a:spcBef>
                <a:spcPct val="20000"/>
              </a:spcBef>
              <a:buFont typeface="Arial"/>
              <a:buNone/>
              <a:defRPr sz="900">
                <a:latin typeface="Georgia"/>
                <a:cs typeface="Georgia"/>
              </a:defRPr>
            </a:lvl2pPr>
            <a:lvl3pPr indent="0" defTabSz="457200">
              <a:spcBef>
                <a:spcPct val="20000"/>
              </a:spcBef>
              <a:buFont typeface="Arial"/>
              <a:buNone/>
              <a:defRPr sz="900">
                <a:latin typeface="Georgia"/>
                <a:cs typeface="Georgia"/>
              </a:defRPr>
            </a:lvl3pPr>
            <a:lvl4pPr indent="0" defTabSz="457200">
              <a:spcBef>
                <a:spcPct val="20000"/>
              </a:spcBef>
              <a:buFont typeface="Arial"/>
              <a:buNone/>
              <a:defRPr sz="900">
                <a:latin typeface="Georgia"/>
                <a:cs typeface="Georgia"/>
              </a:defRPr>
            </a:lvl4pPr>
            <a:lvl5pPr indent="0" defTabSz="457200">
              <a:spcBef>
                <a:spcPct val="20000"/>
              </a:spcBef>
              <a:buFont typeface="Arial"/>
              <a:buNone/>
              <a:defRPr sz="900">
                <a:latin typeface="Georgia"/>
                <a:cs typeface="Georgia"/>
              </a:defRPr>
            </a:lvl5pPr>
            <a:lvl6pPr marL="2514600" indent="-228600" defTabSz="457200">
              <a:spcBef>
                <a:spcPct val="20000"/>
              </a:spcBef>
              <a:buFont typeface="Arial"/>
              <a:buChar char="•"/>
              <a:defRPr sz="2000"/>
            </a:lvl6pPr>
            <a:lvl7pPr marL="2971800" indent="-228600" defTabSz="457200">
              <a:spcBef>
                <a:spcPct val="20000"/>
              </a:spcBef>
              <a:buFont typeface="Arial"/>
              <a:buChar char="•"/>
              <a:defRPr sz="2000"/>
            </a:lvl7pPr>
            <a:lvl8pPr marL="3429000" indent="-228600" defTabSz="457200">
              <a:spcBef>
                <a:spcPct val="20000"/>
              </a:spcBef>
              <a:buFont typeface="Arial"/>
              <a:buChar char="•"/>
              <a:defRPr sz="2000"/>
            </a:lvl8pPr>
            <a:lvl9pPr marL="3886200" indent="-228600" defTabSz="457200">
              <a:spcBef>
                <a:spcPct val="20000"/>
              </a:spcBef>
              <a:buFont typeface="Arial"/>
              <a:buChar char="•"/>
              <a:defRPr sz="2000"/>
            </a:lvl9pPr>
          </a:lstStyle>
          <a:p>
            <a:pPr lvl="0"/>
            <a:r>
              <a:rPr lang="en-US" sz="1333"/>
              <a:t>Proprietary and confidential — do not distribute</a:t>
            </a:r>
          </a:p>
        </p:txBody>
      </p:sp>
      <p:sp>
        <p:nvSpPr>
          <p:cNvPr id="15" name="Text Placeholder 9">
            <a:extLst>
              <a:ext uri="{FF2B5EF4-FFF2-40B4-BE49-F238E27FC236}">
                <a16:creationId xmlns:a16="http://schemas.microsoft.com/office/drawing/2014/main" id="{82FAC416-5A96-491E-91F4-37DD3C42AC2D}"/>
              </a:ext>
            </a:extLst>
          </p:cNvPr>
          <p:cNvSpPr>
            <a:spLocks noGrp="1"/>
          </p:cNvSpPr>
          <p:nvPr>
            <p:ph type="body" sz="quarter" idx="18" hasCustomPrompt="1"/>
          </p:nvPr>
        </p:nvSpPr>
        <p:spPr>
          <a:xfrm>
            <a:off x="6435346" y="355600"/>
            <a:ext cx="5096255" cy="348813"/>
          </a:xfrm>
          <a:prstGeom prst="rect">
            <a:avLst/>
          </a:prstGeom>
        </p:spPr>
        <p:txBody>
          <a:bodyPr wrap="square">
            <a:noAutofit/>
          </a:bodyPr>
          <a:lstStyle>
            <a:lvl1pPr>
              <a:defRPr sz="1867" b="0" cap="all" spc="200" baseline="0">
                <a:solidFill>
                  <a:schemeClr val="accent1"/>
                </a:solidFill>
                <a:latin typeface="+mn-lt"/>
              </a:defRPr>
            </a:lvl1pPr>
            <a:lvl2pPr marL="0" indent="0">
              <a:buNone/>
              <a:defRPr/>
            </a:lvl2pPr>
          </a:lstStyle>
          <a:p>
            <a:pPr lvl="0"/>
            <a:r>
              <a:rPr lang="en-US"/>
              <a:t>Eyebrow identification, CALIBRI, 14PT</a:t>
            </a:r>
          </a:p>
        </p:txBody>
      </p:sp>
      <p:sp>
        <p:nvSpPr>
          <p:cNvPr id="17" name="Text Placeholder 4">
            <a:extLst>
              <a:ext uri="{FF2B5EF4-FFF2-40B4-BE49-F238E27FC236}">
                <a16:creationId xmlns:a16="http://schemas.microsoft.com/office/drawing/2014/main" id="{53FDA49B-BBFC-4479-BD4E-6B88C700E352}"/>
              </a:ext>
            </a:extLst>
          </p:cNvPr>
          <p:cNvSpPr>
            <a:spLocks noGrp="1"/>
          </p:cNvSpPr>
          <p:nvPr>
            <p:ph type="body" sz="quarter" idx="19" hasCustomPrompt="1"/>
          </p:nvPr>
        </p:nvSpPr>
        <p:spPr>
          <a:xfrm>
            <a:off x="6435768" y="1463943"/>
            <a:ext cx="5089736" cy="520700"/>
          </a:xfrm>
          <a:prstGeom prst="rect">
            <a:avLst/>
          </a:prstGeom>
        </p:spPr>
        <p:txBody>
          <a:bodyPr>
            <a:noAutofit/>
          </a:bodyPr>
          <a:lstStyle>
            <a:lvl1pPr>
              <a:defRPr sz="2400" b="1" cap="all" baseline="0">
                <a:solidFill>
                  <a:schemeClr val="accent3"/>
                </a:solidFill>
                <a:latin typeface="+mn-lt"/>
              </a:defRPr>
            </a:lvl1pPr>
          </a:lstStyle>
          <a:p>
            <a:pPr lvl="0"/>
            <a:r>
              <a:rPr lang="en-US"/>
              <a:t>SUBTITLE, CALIBRI, 18PT, BOLD</a:t>
            </a:r>
          </a:p>
        </p:txBody>
      </p:sp>
      <p:sp>
        <p:nvSpPr>
          <p:cNvPr id="18" name="Text Placeholder 4">
            <a:extLst>
              <a:ext uri="{FF2B5EF4-FFF2-40B4-BE49-F238E27FC236}">
                <a16:creationId xmlns:a16="http://schemas.microsoft.com/office/drawing/2014/main" id="{EC4C2575-A445-43B7-875C-641A76884F26}"/>
              </a:ext>
            </a:extLst>
          </p:cNvPr>
          <p:cNvSpPr>
            <a:spLocks noGrp="1"/>
          </p:cNvSpPr>
          <p:nvPr>
            <p:ph type="body" sz="quarter" idx="13" hasCustomPrompt="1"/>
          </p:nvPr>
        </p:nvSpPr>
        <p:spPr>
          <a:xfrm>
            <a:off x="6435768" y="2159957"/>
            <a:ext cx="5089736" cy="426720"/>
          </a:xfrm>
          <a:prstGeom prst="rect">
            <a:avLst/>
          </a:prstGeom>
        </p:spPr>
        <p:txBody>
          <a:bodyPr>
            <a:noAutofit/>
          </a:bodyPr>
          <a:lstStyle>
            <a:lvl1pPr>
              <a:defRPr sz="2133" b="1" cap="all" baseline="0">
                <a:solidFill>
                  <a:schemeClr val="accent3"/>
                </a:solidFill>
                <a:latin typeface="+mn-lt"/>
              </a:defRPr>
            </a:lvl1pPr>
          </a:lstStyle>
          <a:p>
            <a:pPr lvl="0"/>
            <a:r>
              <a:rPr lang="en-US"/>
              <a:t>SHORT TITLE, CALIBRI, 16PT, BOLD</a:t>
            </a:r>
          </a:p>
        </p:txBody>
      </p:sp>
      <p:sp>
        <p:nvSpPr>
          <p:cNvPr id="19" name="Content Placeholder 5">
            <a:extLst>
              <a:ext uri="{FF2B5EF4-FFF2-40B4-BE49-F238E27FC236}">
                <a16:creationId xmlns:a16="http://schemas.microsoft.com/office/drawing/2014/main" id="{E778DA63-FCCC-4EE0-AA5F-890A1063CF18}"/>
              </a:ext>
            </a:extLst>
          </p:cNvPr>
          <p:cNvSpPr>
            <a:spLocks noGrp="1"/>
          </p:cNvSpPr>
          <p:nvPr>
            <p:ph sz="quarter" idx="20"/>
          </p:nvPr>
        </p:nvSpPr>
        <p:spPr>
          <a:xfrm>
            <a:off x="6435343" y="2610322"/>
            <a:ext cx="5089735" cy="1442031"/>
          </a:xfrm>
        </p:spPr>
        <p:txBody>
          <a:bodyPr>
            <a:noAutofit/>
          </a:bodyPr>
          <a:lstStyle>
            <a:lvl1pPr>
              <a:defRPr sz="1867"/>
            </a:lvl1pPr>
            <a:lvl2pPr>
              <a:defRPr/>
            </a:lvl2pPr>
            <a:lvl3pPr>
              <a:defRPr/>
            </a:lvl3pPr>
            <a:lvl4pPr>
              <a:defRPr/>
            </a:lvl4pPr>
          </a:lstStyle>
          <a:p>
            <a:pPr lvl="0"/>
            <a:r>
              <a:rPr lang="en-US"/>
              <a:t>Click to edit Master text styles</a:t>
            </a:r>
          </a:p>
          <a:p>
            <a:pPr lvl="1"/>
            <a:r>
              <a:rPr lang="en-US"/>
              <a:t>Second level</a:t>
            </a:r>
          </a:p>
          <a:p>
            <a:pPr lvl="2"/>
            <a:r>
              <a:rPr lang="en-US"/>
              <a:t>Third level</a:t>
            </a:r>
          </a:p>
          <a:p>
            <a:pPr lvl="3"/>
            <a:r>
              <a:rPr lang="en-US"/>
              <a:t>Fourth level</a:t>
            </a:r>
          </a:p>
        </p:txBody>
      </p:sp>
      <p:sp>
        <p:nvSpPr>
          <p:cNvPr id="20" name="Text Placeholder 4">
            <a:extLst>
              <a:ext uri="{FF2B5EF4-FFF2-40B4-BE49-F238E27FC236}">
                <a16:creationId xmlns:a16="http://schemas.microsoft.com/office/drawing/2014/main" id="{BFD7EDCF-7335-4524-B52F-57203999193F}"/>
              </a:ext>
            </a:extLst>
          </p:cNvPr>
          <p:cNvSpPr>
            <a:spLocks noGrp="1"/>
          </p:cNvSpPr>
          <p:nvPr>
            <p:ph type="body" sz="quarter" idx="21" hasCustomPrompt="1"/>
          </p:nvPr>
        </p:nvSpPr>
        <p:spPr>
          <a:xfrm>
            <a:off x="6435768" y="4316768"/>
            <a:ext cx="5089736" cy="426720"/>
          </a:xfrm>
          <a:prstGeom prst="rect">
            <a:avLst/>
          </a:prstGeom>
        </p:spPr>
        <p:txBody>
          <a:bodyPr>
            <a:noAutofit/>
          </a:bodyPr>
          <a:lstStyle>
            <a:lvl1pPr>
              <a:defRPr sz="2133" b="1" cap="all" baseline="0">
                <a:solidFill>
                  <a:schemeClr val="accent3"/>
                </a:solidFill>
                <a:latin typeface="+mn-lt"/>
              </a:defRPr>
            </a:lvl1pPr>
          </a:lstStyle>
          <a:p>
            <a:pPr lvl="0"/>
            <a:r>
              <a:rPr lang="en-US"/>
              <a:t>SHORT TITLE, CALIBRI, 16PT, BOLD</a:t>
            </a:r>
          </a:p>
        </p:txBody>
      </p:sp>
      <p:sp>
        <p:nvSpPr>
          <p:cNvPr id="21" name="Content Placeholder 5">
            <a:extLst>
              <a:ext uri="{FF2B5EF4-FFF2-40B4-BE49-F238E27FC236}">
                <a16:creationId xmlns:a16="http://schemas.microsoft.com/office/drawing/2014/main" id="{08041EA5-1907-45C9-B84F-05A0E02AB318}"/>
              </a:ext>
            </a:extLst>
          </p:cNvPr>
          <p:cNvSpPr>
            <a:spLocks noGrp="1"/>
          </p:cNvSpPr>
          <p:nvPr>
            <p:ph sz="quarter" idx="22"/>
          </p:nvPr>
        </p:nvSpPr>
        <p:spPr>
          <a:xfrm>
            <a:off x="6435343" y="4767134"/>
            <a:ext cx="5089735" cy="1442029"/>
          </a:xfrm>
        </p:spPr>
        <p:txBody>
          <a:bodyPr>
            <a:noAutofit/>
          </a:bodyPr>
          <a:lstStyle>
            <a:lvl1pPr>
              <a:defRPr sz="1867"/>
            </a:lvl1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Date Placeholder 4">
            <a:extLst>
              <a:ext uri="{FF2B5EF4-FFF2-40B4-BE49-F238E27FC236}">
                <a16:creationId xmlns:a16="http://schemas.microsoft.com/office/drawing/2014/main" id="{2A75C93F-ECF9-4556-AC7C-FA60927EA1A8}"/>
              </a:ext>
            </a:extLst>
          </p:cNvPr>
          <p:cNvSpPr>
            <a:spLocks noGrp="1"/>
          </p:cNvSpPr>
          <p:nvPr>
            <p:ph type="dt" sz="half" idx="23"/>
          </p:nvPr>
        </p:nvSpPr>
        <p:spPr/>
        <p:txBody>
          <a:bodyPr/>
          <a:lstStyle/>
          <a:p>
            <a:r>
              <a:rPr lang="en-US" sz="1333"/>
              <a:t>17-Dec-24</a:t>
            </a:r>
            <a:endParaRPr lang="en-IN" sz="1333"/>
          </a:p>
        </p:txBody>
      </p:sp>
      <p:sp>
        <p:nvSpPr>
          <p:cNvPr id="6" name="Footer Placeholder 5">
            <a:extLst>
              <a:ext uri="{FF2B5EF4-FFF2-40B4-BE49-F238E27FC236}">
                <a16:creationId xmlns:a16="http://schemas.microsoft.com/office/drawing/2014/main" id="{7C069AD8-8E84-41FF-B477-E769B006F372}"/>
              </a:ext>
            </a:extLst>
          </p:cNvPr>
          <p:cNvSpPr>
            <a:spLocks noGrp="1"/>
          </p:cNvSpPr>
          <p:nvPr>
            <p:ph type="ftr" sz="quarter" idx="24"/>
          </p:nvPr>
        </p:nvSpPr>
        <p:spPr/>
        <p:txBody>
          <a:bodyPr/>
          <a:lstStyle/>
          <a:p>
            <a:pPr>
              <a:defRPr/>
            </a:pPr>
            <a:r>
              <a:rPr lang="en-US"/>
              <a:t>Enter title via "insert&gt;header and footer&gt;footer" | </a:t>
            </a:r>
            <a:endParaRPr lang="en-IN"/>
          </a:p>
        </p:txBody>
      </p:sp>
      <p:sp>
        <p:nvSpPr>
          <p:cNvPr id="7" name="Slide Number Placeholder 6">
            <a:extLst>
              <a:ext uri="{FF2B5EF4-FFF2-40B4-BE49-F238E27FC236}">
                <a16:creationId xmlns:a16="http://schemas.microsoft.com/office/drawing/2014/main" id="{62859DF1-EAA0-48AE-9642-5890114712D6}"/>
              </a:ext>
            </a:extLst>
          </p:cNvPr>
          <p:cNvSpPr>
            <a:spLocks noGrp="1"/>
          </p:cNvSpPr>
          <p:nvPr>
            <p:ph type="sldNum" sz="quarter" idx="25"/>
          </p:nvPr>
        </p:nvSpPr>
        <p:spPr/>
        <p:txBody>
          <a:bodyPr/>
          <a:lstStyle/>
          <a:p>
            <a:pPr>
              <a:defRPr/>
            </a:pPr>
            <a:r>
              <a:rPr lang="en-IN"/>
              <a:t>| </a:t>
            </a:r>
            <a:fld id="{7B2119CD-3B2D-4CEB-B404-D2E3F8CD6D69}" type="slidenum">
              <a:rPr lang="en-IN" smtClean="0"/>
              <a:pPr>
                <a:defRPr/>
              </a:pPr>
              <a:t>‹#›</a:t>
            </a:fld>
            <a:endParaRPr lang="en-IN"/>
          </a:p>
        </p:txBody>
      </p:sp>
      <p:sp>
        <p:nvSpPr>
          <p:cNvPr id="3" name="Title 2">
            <a:extLst>
              <a:ext uri="{FF2B5EF4-FFF2-40B4-BE49-F238E27FC236}">
                <a16:creationId xmlns:a16="http://schemas.microsoft.com/office/drawing/2014/main" id="{40AE3F9D-0018-4E23-82DB-DD559B56D0D9}"/>
              </a:ext>
            </a:extLst>
          </p:cNvPr>
          <p:cNvSpPr>
            <a:spLocks noGrp="1"/>
          </p:cNvSpPr>
          <p:nvPr>
            <p:ph type="title"/>
          </p:nvPr>
        </p:nvSpPr>
        <p:spPr>
          <a:xfrm>
            <a:off x="6425184" y="759459"/>
            <a:ext cx="5096256" cy="520701"/>
          </a:xfrm>
        </p:spPr>
        <p:txBody>
          <a:bodyPr/>
          <a:lstStyle/>
          <a:p>
            <a:r>
              <a:rPr lang="en-US"/>
              <a:t>Click to edit Master title style</a:t>
            </a:r>
            <a:endParaRPr lang="en-IN"/>
          </a:p>
        </p:txBody>
      </p:sp>
    </p:spTree>
    <p:extLst>
      <p:ext uri="{BB962C8B-B14F-4D97-AF65-F5344CB8AC3E}">
        <p14:creationId xmlns:p14="http://schemas.microsoft.com/office/powerpoint/2010/main" val="3327941229"/>
      </p:ext>
    </p:extLst>
  </p:cSld>
  <p:clrMapOvr>
    <a:masterClrMapping/>
  </p:clrMapOvr>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userDrawn="1">
  <p:cSld name="(L) Alternate Half-content &amp; image layout">
    <p:spTree>
      <p:nvGrpSpPr>
        <p:cNvPr id="1" name=""/>
        <p:cNvGrpSpPr/>
        <p:nvPr/>
      </p:nvGrpSpPr>
      <p:grpSpPr>
        <a:xfrm>
          <a:off x="0" y="0"/>
          <a:ext cx="0" cy="0"/>
          <a:chOff x="0" y="0"/>
          <a:chExt cx="0" cy="0"/>
        </a:xfrm>
      </p:grpSpPr>
      <p:sp>
        <p:nvSpPr>
          <p:cNvPr id="10" name="Picture Placeholder 9"/>
          <p:cNvSpPr>
            <a:spLocks noGrp="1"/>
          </p:cNvSpPr>
          <p:nvPr>
            <p:ph type="pic" sz="quarter" idx="14" hasCustomPrompt="1"/>
          </p:nvPr>
        </p:nvSpPr>
        <p:spPr>
          <a:xfrm>
            <a:off x="6425185" y="0"/>
            <a:ext cx="5766815" cy="6858000"/>
          </a:xfrm>
          <a:prstGeom prst="rect">
            <a:avLst/>
          </a:prstGeom>
          <a:solidFill>
            <a:schemeClr val="bg2"/>
          </a:solidFill>
          <a:ln>
            <a:noFill/>
          </a:ln>
          <a:effectLst/>
        </p:spPr>
        <p:txBody>
          <a:bodyPr lIns="365760" rIns="365760" anchor="ctr" anchorCtr="1"/>
          <a:lstStyle>
            <a:lvl1pPr algn="ctr">
              <a:defRPr sz="2400" b="0" baseline="0">
                <a:solidFill>
                  <a:schemeClr val="accent1"/>
                </a:solidFill>
                <a:latin typeface="+mn-lt"/>
              </a:defRPr>
            </a:lvl1pPr>
          </a:lstStyle>
          <a:p>
            <a:r>
              <a:rPr lang="en-US"/>
              <a:t>Insert an image</a:t>
            </a:r>
            <a:br>
              <a:rPr lang="en-US"/>
            </a:br>
            <a:r>
              <a:rPr lang="en-US"/>
              <a:t>within this placeholder </a:t>
            </a:r>
          </a:p>
        </p:txBody>
      </p:sp>
      <p:sp>
        <p:nvSpPr>
          <p:cNvPr id="14" name="Text Placeholder 9">
            <a:extLst>
              <a:ext uri="{FF2B5EF4-FFF2-40B4-BE49-F238E27FC236}">
                <a16:creationId xmlns:a16="http://schemas.microsoft.com/office/drawing/2014/main" id="{05D9C096-3ECB-4476-AF46-67B691208D52}"/>
              </a:ext>
            </a:extLst>
          </p:cNvPr>
          <p:cNvSpPr>
            <a:spLocks noGrp="1"/>
          </p:cNvSpPr>
          <p:nvPr>
            <p:ph type="body" sz="quarter" idx="18" hasCustomPrompt="1"/>
          </p:nvPr>
        </p:nvSpPr>
        <p:spPr>
          <a:xfrm>
            <a:off x="670562" y="355600"/>
            <a:ext cx="5096255" cy="348813"/>
          </a:xfrm>
          <a:prstGeom prst="rect">
            <a:avLst/>
          </a:prstGeom>
        </p:spPr>
        <p:txBody>
          <a:bodyPr wrap="square">
            <a:noAutofit/>
          </a:bodyPr>
          <a:lstStyle>
            <a:lvl1pPr>
              <a:defRPr sz="1867" b="0" cap="all" spc="200" baseline="0">
                <a:solidFill>
                  <a:schemeClr val="accent1"/>
                </a:solidFill>
                <a:latin typeface="+mn-lt"/>
              </a:defRPr>
            </a:lvl1pPr>
            <a:lvl2pPr marL="0" indent="0">
              <a:buNone/>
              <a:defRPr/>
            </a:lvl2pPr>
          </a:lstStyle>
          <a:p>
            <a:pPr lvl="0"/>
            <a:r>
              <a:rPr lang="en-US"/>
              <a:t>Eyebrow identification, CALIBRI, 14PT</a:t>
            </a:r>
          </a:p>
        </p:txBody>
      </p:sp>
      <p:sp>
        <p:nvSpPr>
          <p:cNvPr id="17" name="Text Placeholder 4">
            <a:extLst>
              <a:ext uri="{FF2B5EF4-FFF2-40B4-BE49-F238E27FC236}">
                <a16:creationId xmlns:a16="http://schemas.microsoft.com/office/drawing/2014/main" id="{E828A00F-D1B4-4C3E-969E-375A3487E70C}"/>
              </a:ext>
            </a:extLst>
          </p:cNvPr>
          <p:cNvSpPr>
            <a:spLocks noGrp="1"/>
          </p:cNvSpPr>
          <p:nvPr>
            <p:ph type="body" sz="quarter" idx="19" hasCustomPrompt="1"/>
          </p:nvPr>
        </p:nvSpPr>
        <p:spPr>
          <a:xfrm>
            <a:off x="670984" y="1463943"/>
            <a:ext cx="5089736" cy="520700"/>
          </a:xfrm>
          <a:prstGeom prst="rect">
            <a:avLst/>
          </a:prstGeom>
        </p:spPr>
        <p:txBody>
          <a:bodyPr>
            <a:noAutofit/>
          </a:bodyPr>
          <a:lstStyle>
            <a:lvl1pPr>
              <a:defRPr sz="2400" b="1" cap="all" baseline="0">
                <a:solidFill>
                  <a:schemeClr val="accent3"/>
                </a:solidFill>
                <a:latin typeface="+mn-lt"/>
              </a:defRPr>
            </a:lvl1pPr>
          </a:lstStyle>
          <a:p>
            <a:pPr lvl="0"/>
            <a:r>
              <a:rPr lang="en-US"/>
              <a:t>SUBTITLE, CALIBRI, 18PT, BOLD</a:t>
            </a:r>
          </a:p>
        </p:txBody>
      </p:sp>
      <p:sp>
        <p:nvSpPr>
          <p:cNvPr id="19" name="Content Placeholder 5">
            <a:extLst>
              <a:ext uri="{FF2B5EF4-FFF2-40B4-BE49-F238E27FC236}">
                <a16:creationId xmlns:a16="http://schemas.microsoft.com/office/drawing/2014/main" id="{74DA2C74-7837-4DF6-A9E0-010AABA411BF}"/>
              </a:ext>
            </a:extLst>
          </p:cNvPr>
          <p:cNvSpPr>
            <a:spLocks noGrp="1"/>
          </p:cNvSpPr>
          <p:nvPr>
            <p:ph sz="quarter" idx="20"/>
          </p:nvPr>
        </p:nvSpPr>
        <p:spPr>
          <a:xfrm>
            <a:off x="670559" y="2159958"/>
            <a:ext cx="5089735" cy="4060927"/>
          </a:xfrm>
        </p:spPr>
        <p:txBody>
          <a:bodyPr>
            <a:noAutofit/>
          </a:bodyPr>
          <a:lstStyle>
            <a:lvl1pPr>
              <a:defRPr sz="1867"/>
            </a:lvl1pPr>
            <a:lvl2pPr>
              <a:defRPr/>
            </a:lvl2pPr>
            <a:lvl3pPr>
              <a:defRPr/>
            </a:lvl3pPr>
            <a:lvl4pPr>
              <a:defRPr/>
            </a:lvl4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Date Placeholder 4">
            <a:extLst>
              <a:ext uri="{FF2B5EF4-FFF2-40B4-BE49-F238E27FC236}">
                <a16:creationId xmlns:a16="http://schemas.microsoft.com/office/drawing/2014/main" id="{4727F0BF-1759-4538-B8D8-0064CA73DDB0}"/>
              </a:ext>
            </a:extLst>
          </p:cNvPr>
          <p:cNvSpPr>
            <a:spLocks noGrp="1"/>
          </p:cNvSpPr>
          <p:nvPr>
            <p:ph type="dt" sz="half" idx="21"/>
          </p:nvPr>
        </p:nvSpPr>
        <p:spPr/>
        <p:txBody>
          <a:bodyPr/>
          <a:lstStyle/>
          <a:p>
            <a:r>
              <a:rPr lang="en-US" sz="1333"/>
              <a:t>17-Dec-24</a:t>
            </a:r>
            <a:endParaRPr lang="en-IN" sz="1333"/>
          </a:p>
        </p:txBody>
      </p:sp>
      <p:sp>
        <p:nvSpPr>
          <p:cNvPr id="6" name="Footer Placeholder 5">
            <a:extLst>
              <a:ext uri="{FF2B5EF4-FFF2-40B4-BE49-F238E27FC236}">
                <a16:creationId xmlns:a16="http://schemas.microsoft.com/office/drawing/2014/main" id="{950FE4CA-4B98-48B6-B1EE-FD27EAF7A291}"/>
              </a:ext>
            </a:extLst>
          </p:cNvPr>
          <p:cNvSpPr>
            <a:spLocks noGrp="1"/>
          </p:cNvSpPr>
          <p:nvPr>
            <p:ph type="ftr" sz="quarter" idx="22"/>
          </p:nvPr>
        </p:nvSpPr>
        <p:spPr/>
        <p:txBody>
          <a:bodyPr/>
          <a:lstStyle/>
          <a:p>
            <a:pPr>
              <a:defRPr/>
            </a:pPr>
            <a:r>
              <a:rPr lang="en-US"/>
              <a:t>Enter title via "insert&gt;header and footer&gt;footer" | </a:t>
            </a:r>
            <a:endParaRPr lang="en-IN"/>
          </a:p>
        </p:txBody>
      </p:sp>
      <p:sp>
        <p:nvSpPr>
          <p:cNvPr id="7" name="Slide Number Placeholder 6">
            <a:extLst>
              <a:ext uri="{FF2B5EF4-FFF2-40B4-BE49-F238E27FC236}">
                <a16:creationId xmlns:a16="http://schemas.microsoft.com/office/drawing/2014/main" id="{B56BBD30-0719-4938-BD49-A680D58627FE}"/>
              </a:ext>
            </a:extLst>
          </p:cNvPr>
          <p:cNvSpPr>
            <a:spLocks noGrp="1"/>
          </p:cNvSpPr>
          <p:nvPr>
            <p:ph type="sldNum" sz="quarter" idx="23"/>
          </p:nvPr>
        </p:nvSpPr>
        <p:spPr/>
        <p:txBody>
          <a:bodyPr/>
          <a:lstStyle/>
          <a:p>
            <a:pPr>
              <a:defRPr/>
            </a:pPr>
            <a:r>
              <a:rPr lang="en-IN"/>
              <a:t>| </a:t>
            </a:r>
            <a:fld id="{7B2119CD-3B2D-4CEB-B404-D2E3F8CD6D69}" type="slidenum">
              <a:rPr lang="en-IN" smtClean="0"/>
              <a:pPr>
                <a:defRPr/>
              </a:pPr>
              <a:t>‹#›</a:t>
            </a:fld>
            <a:endParaRPr lang="en-IN"/>
          </a:p>
        </p:txBody>
      </p:sp>
      <p:sp>
        <p:nvSpPr>
          <p:cNvPr id="3" name="Title 2">
            <a:extLst>
              <a:ext uri="{FF2B5EF4-FFF2-40B4-BE49-F238E27FC236}">
                <a16:creationId xmlns:a16="http://schemas.microsoft.com/office/drawing/2014/main" id="{7A62E712-D0C0-4F27-A890-045067D4FBAF}"/>
              </a:ext>
            </a:extLst>
          </p:cNvPr>
          <p:cNvSpPr>
            <a:spLocks noGrp="1"/>
          </p:cNvSpPr>
          <p:nvPr>
            <p:ph type="title"/>
          </p:nvPr>
        </p:nvSpPr>
        <p:spPr>
          <a:xfrm>
            <a:off x="670560" y="759459"/>
            <a:ext cx="5089733" cy="520701"/>
          </a:xfrm>
        </p:spPr>
        <p:txBody>
          <a:bodyPr/>
          <a:lstStyle/>
          <a:p>
            <a:r>
              <a:rPr lang="en-US"/>
              <a:t>Click to edit Master title style</a:t>
            </a:r>
            <a:endParaRPr lang="en-IN"/>
          </a:p>
        </p:txBody>
      </p:sp>
    </p:spTree>
    <p:extLst>
      <p:ext uri="{BB962C8B-B14F-4D97-AF65-F5344CB8AC3E}">
        <p14:creationId xmlns:p14="http://schemas.microsoft.com/office/powerpoint/2010/main" val="350676077"/>
      </p:ext>
    </p:extLst>
  </p:cSld>
  <p:clrMapOvr>
    <a:masterClrMapping/>
  </p:clrMapOvr>
</p:sldLayout>
</file>

<file path=ppt/slideLayouts/slideLayout138.xml><?xml version="1.0" encoding="utf-8"?>
<p:sldLayout xmlns:a="http://schemas.openxmlformats.org/drawingml/2006/main" xmlns:r="http://schemas.openxmlformats.org/officeDocument/2006/relationships" xmlns:p="http://schemas.openxmlformats.org/presentationml/2006/main" preserve="1" userDrawn="1">
  <p:cSld name="(R) Alternate Half-content &amp; image layout">
    <p:spTree>
      <p:nvGrpSpPr>
        <p:cNvPr id="1" name=""/>
        <p:cNvGrpSpPr/>
        <p:nvPr/>
      </p:nvGrpSpPr>
      <p:grpSpPr>
        <a:xfrm>
          <a:off x="0" y="0"/>
          <a:ext cx="0" cy="0"/>
          <a:chOff x="0" y="0"/>
          <a:chExt cx="0" cy="0"/>
        </a:xfrm>
      </p:grpSpPr>
      <p:sp>
        <p:nvSpPr>
          <p:cNvPr id="10" name="Picture Placeholder 9"/>
          <p:cNvSpPr>
            <a:spLocks noGrp="1"/>
          </p:cNvSpPr>
          <p:nvPr>
            <p:ph type="pic" sz="quarter" idx="14" hasCustomPrompt="1"/>
          </p:nvPr>
        </p:nvSpPr>
        <p:spPr>
          <a:xfrm>
            <a:off x="1" y="0"/>
            <a:ext cx="5753292" cy="6858000"/>
          </a:xfrm>
          <a:prstGeom prst="rect">
            <a:avLst/>
          </a:prstGeom>
          <a:solidFill>
            <a:schemeClr val="bg2"/>
          </a:solidFill>
          <a:ln>
            <a:noFill/>
          </a:ln>
          <a:effectLst/>
        </p:spPr>
        <p:txBody>
          <a:bodyPr lIns="365760" rIns="365760" anchor="ctr" anchorCtr="1"/>
          <a:lstStyle>
            <a:lvl1pPr algn="ctr">
              <a:defRPr sz="2400" b="0" baseline="0">
                <a:solidFill>
                  <a:schemeClr val="accent1"/>
                </a:solidFill>
                <a:latin typeface="+mn-lt"/>
              </a:defRPr>
            </a:lvl1pPr>
          </a:lstStyle>
          <a:p>
            <a:r>
              <a:rPr lang="en-US"/>
              <a:t>Insert an image</a:t>
            </a:r>
            <a:br>
              <a:rPr lang="en-US"/>
            </a:br>
            <a:r>
              <a:rPr lang="en-US"/>
              <a:t>within this placeholder </a:t>
            </a:r>
          </a:p>
        </p:txBody>
      </p:sp>
      <p:sp>
        <p:nvSpPr>
          <p:cNvPr id="9" name="Content Placeholder 2">
            <a:extLst>
              <a:ext uri="{FF2B5EF4-FFF2-40B4-BE49-F238E27FC236}">
                <a16:creationId xmlns:a16="http://schemas.microsoft.com/office/drawing/2014/main" id="{A406D962-A904-455A-9FF2-A3FC930F6781}"/>
              </a:ext>
            </a:extLst>
          </p:cNvPr>
          <p:cNvSpPr txBox="1">
            <a:spLocks/>
          </p:cNvSpPr>
          <p:nvPr userDrawn="1"/>
        </p:nvSpPr>
        <p:spPr bwMode="gray">
          <a:xfrm>
            <a:off x="670561" y="6427471"/>
            <a:ext cx="4077308" cy="292101"/>
          </a:xfrm>
          <a:prstGeom prst="rect">
            <a:avLst/>
          </a:prstGeom>
        </p:spPr>
        <p:txBody>
          <a:bodyPr vert="horz" lIns="0" rIns="0" anchor="b" anchorCtr="0"/>
          <a:lstStyle>
            <a:defPPr>
              <a:defRPr lang="en-US"/>
            </a:defPPr>
            <a:lvl1pPr indent="0" defTabSz="457200">
              <a:spcBef>
                <a:spcPct val="20000"/>
              </a:spcBef>
              <a:buFont typeface="Arial"/>
              <a:buNone/>
              <a:defRPr sz="1000">
                <a:solidFill>
                  <a:srgbClr val="000000"/>
                </a:solidFill>
                <a:cs typeface="Calibri" panose="020F0502020204030204" pitchFamily="34" charset="0"/>
              </a:defRPr>
            </a:lvl1pPr>
            <a:lvl2pPr indent="0" defTabSz="457200">
              <a:spcBef>
                <a:spcPct val="20000"/>
              </a:spcBef>
              <a:buFont typeface="Arial"/>
              <a:buNone/>
              <a:defRPr sz="900">
                <a:latin typeface="Georgia"/>
                <a:cs typeface="Georgia"/>
              </a:defRPr>
            </a:lvl2pPr>
            <a:lvl3pPr indent="0" defTabSz="457200">
              <a:spcBef>
                <a:spcPct val="20000"/>
              </a:spcBef>
              <a:buFont typeface="Arial"/>
              <a:buNone/>
              <a:defRPr sz="900">
                <a:latin typeface="Georgia"/>
                <a:cs typeface="Georgia"/>
              </a:defRPr>
            </a:lvl3pPr>
            <a:lvl4pPr indent="0" defTabSz="457200">
              <a:spcBef>
                <a:spcPct val="20000"/>
              </a:spcBef>
              <a:buFont typeface="Arial"/>
              <a:buNone/>
              <a:defRPr sz="900">
                <a:latin typeface="Georgia"/>
                <a:cs typeface="Georgia"/>
              </a:defRPr>
            </a:lvl4pPr>
            <a:lvl5pPr indent="0" defTabSz="457200">
              <a:spcBef>
                <a:spcPct val="20000"/>
              </a:spcBef>
              <a:buFont typeface="Arial"/>
              <a:buNone/>
              <a:defRPr sz="900">
                <a:latin typeface="Georgia"/>
                <a:cs typeface="Georgia"/>
              </a:defRPr>
            </a:lvl5pPr>
            <a:lvl6pPr marL="2514600" indent="-228600" defTabSz="457200">
              <a:spcBef>
                <a:spcPct val="20000"/>
              </a:spcBef>
              <a:buFont typeface="Arial"/>
              <a:buChar char="•"/>
              <a:defRPr sz="2000"/>
            </a:lvl6pPr>
            <a:lvl7pPr marL="2971800" indent="-228600" defTabSz="457200">
              <a:spcBef>
                <a:spcPct val="20000"/>
              </a:spcBef>
              <a:buFont typeface="Arial"/>
              <a:buChar char="•"/>
              <a:defRPr sz="2000"/>
            </a:lvl7pPr>
            <a:lvl8pPr marL="3429000" indent="-228600" defTabSz="457200">
              <a:spcBef>
                <a:spcPct val="20000"/>
              </a:spcBef>
              <a:buFont typeface="Arial"/>
              <a:buChar char="•"/>
              <a:defRPr sz="2000"/>
            </a:lvl8pPr>
            <a:lvl9pPr marL="3886200" indent="-228600" defTabSz="457200">
              <a:spcBef>
                <a:spcPct val="20000"/>
              </a:spcBef>
              <a:buFont typeface="Arial"/>
              <a:buChar char="•"/>
              <a:defRPr sz="2000"/>
            </a:lvl9pPr>
          </a:lstStyle>
          <a:p>
            <a:pPr lvl="0"/>
            <a:r>
              <a:rPr lang="en-US" sz="1333"/>
              <a:t>Proprietary and confidential — do not distribute</a:t>
            </a:r>
          </a:p>
        </p:txBody>
      </p:sp>
      <p:sp>
        <p:nvSpPr>
          <p:cNvPr id="15" name="Text Placeholder 9">
            <a:extLst>
              <a:ext uri="{FF2B5EF4-FFF2-40B4-BE49-F238E27FC236}">
                <a16:creationId xmlns:a16="http://schemas.microsoft.com/office/drawing/2014/main" id="{82FAC416-5A96-491E-91F4-37DD3C42AC2D}"/>
              </a:ext>
            </a:extLst>
          </p:cNvPr>
          <p:cNvSpPr>
            <a:spLocks noGrp="1"/>
          </p:cNvSpPr>
          <p:nvPr>
            <p:ph type="body" sz="quarter" idx="18" hasCustomPrompt="1"/>
          </p:nvPr>
        </p:nvSpPr>
        <p:spPr>
          <a:xfrm>
            <a:off x="6435346" y="355600"/>
            <a:ext cx="5096255" cy="348813"/>
          </a:xfrm>
          <a:prstGeom prst="rect">
            <a:avLst/>
          </a:prstGeom>
        </p:spPr>
        <p:txBody>
          <a:bodyPr wrap="square">
            <a:noAutofit/>
          </a:bodyPr>
          <a:lstStyle>
            <a:lvl1pPr>
              <a:defRPr sz="1867" b="0" cap="all" spc="200" baseline="0">
                <a:solidFill>
                  <a:schemeClr val="accent1"/>
                </a:solidFill>
                <a:latin typeface="+mn-lt"/>
              </a:defRPr>
            </a:lvl1pPr>
            <a:lvl2pPr marL="0" indent="0">
              <a:buNone/>
              <a:defRPr/>
            </a:lvl2pPr>
          </a:lstStyle>
          <a:p>
            <a:pPr lvl="0"/>
            <a:r>
              <a:rPr lang="en-US"/>
              <a:t>Eyebrow identification, CALIBRI, 14PT</a:t>
            </a:r>
          </a:p>
        </p:txBody>
      </p:sp>
      <p:sp>
        <p:nvSpPr>
          <p:cNvPr id="17" name="Text Placeholder 4">
            <a:extLst>
              <a:ext uri="{FF2B5EF4-FFF2-40B4-BE49-F238E27FC236}">
                <a16:creationId xmlns:a16="http://schemas.microsoft.com/office/drawing/2014/main" id="{53FDA49B-BBFC-4479-BD4E-6B88C700E352}"/>
              </a:ext>
            </a:extLst>
          </p:cNvPr>
          <p:cNvSpPr>
            <a:spLocks noGrp="1"/>
          </p:cNvSpPr>
          <p:nvPr>
            <p:ph type="body" sz="quarter" idx="19" hasCustomPrompt="1"/>
          </p:nvPr>
        </p:nvSpPr>
        <p:spPr>
          <a:xfrm>
            <a:off x="6435768" y="1463943"/>
            <a:ext cx="5089736" cy="520700"/>
          </a:xfrm>
          <a:prstGeom prst="rect">
            <a:avLst/>
          </a:prstGeom>
        </p:spPr>
        <p:txBody>
          <a:bodyPr>
            <a:noAutofit/>
          </a:bodyPr>
          <a:lstStyle>
            <a:lvl1pPr>
              <a:defRPr sz="2400" b="1" cap="all" baseline="0">
                <a:solidFill>
                  <a:schemeClr val="accent3"/>
                </a:solidFill>
                <a:latin typeface="+mn-lt"/>
              </a:defRPr>
            </a:lvl1pPr>
          </a:lstStyle>
          <a:p>
            <a:pPr lvl="0"/>
            <a:r>
              <a:rPr lang="en-US"/>
              <a:t>SUBTITLE, CALIBRI, 18PT, BOLD</a:t>
            </a:r>
          </a:p>
        </p:txBody>
      </p:sp>
      <p:sp>
        <p:nvSpPr>
          <p:cNvPr id="19" name="Content Placeholder 5">
            <a:extLst>
              <a:ext uri="{FF2B5EF4-FFF2-40B4-BE49-F238E27FC236}">
                <a16:creationId xmlns:a16="http://schemas.microsoft.com/office/drawing/2014/main" id="{E778DA63-FCCC-4EE0-AA5F-890A1063CF18}"/>
              </a:ext>
            </a:extLst>
          </p:cNvPr>
          <p:cNvSpPr>
            <a:spLocks noGrp="1"/>
          </p:cNvSpPr>
          <p:nvPr>
            <p:ph sz="quarter" idx="20"/>
          </p:nvPr>
        </p:nvSpPr>
        <p:spPr>
          <a:xfrm>
            <a:off x="6435343" y="2159958"/>
            <a:ext cx="5089735" cy="4060927"/>
          </a:xfrm>
        </p:spPr>
        <p:txBody>
          <a:bodyPr>
            <a:noAutofit/>
          </a:bodyPr>
          <a:lstStyle>
            <a:lvl1pPr>
              <a:defRPr sz="1867"/>
            </a:lvl1pPr>
            <a:lvl2pPr>
              <a:defRPr/>
            </a:lvl2pPr>
            <a:lvl3pPr>
              <a:defRPr/>
            </a:lvl3pPr>
            <a:lvl4pPr>
              <a:defRPr/>
            </a:lvl4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Date Placeholder 4">
            <a:extLst>
              <a:ext uri="{FF2B5EF4-FFF2-40B4-BE49-F238E27FC236}">
                <a16:creationId xmlns:a16="http://schemas.microsoft.com/office/drawing/2014/main" id="{B9013800-11CE-477C-AE55-6CEC71C7CC12}"/>
              </a:ext>
            </a:extLst>
          </p:cNvPr>
          <p:cNvSpPr>
            <a:spLocks noGrp="1"/>
          </p:cNvSpPr>
          <p:nvPr>
            <p:ph type="dt" sz="half" idx="21"/>
          </p:nvPr>
        </p:nvSpPr>
        <p:spPr/>
        <p:txBody>
          <a:bodyPr/>
          <a:lstStyle/>
          <a:p>
            <a:r>
              <a:rPr lang="en-US" sz="1333"/>
              <a:t>17-Dec-24</a:t>
            </a:r>
            <a:endParaRPr lang="en-IN" sz="1333"/>
          </a:p>
        </p:txBody>
      </p:sp>
      <p:sp>
        <p:nvSpPr>
          <p:cNvPr id="6" name="Footer Placeholder 5">
            <a:extLst>
              <a:ext uri="{FF2B5EF4-FFF2-40B4-BE49-F238E27FC236}">
                <a16:creationId xmlns:a16="http://schemas.microsoft.com/office/drawing/2014/main" id="{03EF273E-1E19-49B4-B078-2C8515634842}"/>
              </a:ext>
            </a:extLst>
          </p:cNvPr>
          <p:cNvSpPr>
            <a:spLocks noGrp="1"/>
          </p:cNvSpPr>
          <p:nvPr>
            <p:ph type="ftr" sz="quarter" idx="22"/>
          </p:nvPr>
        </p:nvSpPr>
        <p:spPr/>
        <p:txBody>
          <a:bodyPr/>
          <a:lstStyle/>
          <a:p>
            <a:pPr>
              <a:defRPr/>
            </a:pPr>
            <a:r>
              <a:rPr lang="en-US"/>
              <a:t>Enter title via "insert&gt;header and footer&gt;footer" | </a:t>
            </a:r>
            <a:endParaRPr lang="en-IN"/>
          </a:p>
        </p:txBody>
      </p:sp>
      <p:sp>
        <p:nvSpPr>
          <p:cNvPr id="7" name="Slide Number Placeholder 6">
            <a:extLst>
              <a:ext uri="{FF2B5EF4-FFF2-40B4-BE49-F238E27FC236}">
                <a16:creationId xmlns:a16="http://schemas.microsoft.com/office/drawing/2014/main" id="{A5194424-AE09-468A-95DC-0699180FC4E1}"/>
              </a:ext>
            </a:extLst>
          </p:cNvPr>
          <p:cNvSpPr>
            <a:spLocks noGrp="1"/>
          </p:cNvSpPr>
          <p:nvPr>
            <p:ph type="sldNum" sz="quarter" idx="23"/>
          </p:nvPr>
        </p:nvSpPr>
        <p:spPr/>
        <p:txBody>
          <a:bodyPr/>
          <a:lstStyle/>
          <a:p>
            <a:pPr>
              <a:defRPr/>
            </a:pPr>
            <a:r>
              <a:rPr lang="en-IN"/>
              <a:t>| </a:t>
            </a:r>
            <a:fld id="{7B2119CD-3B2D-4CEB-B404-D2E3F8CD6D69}" type="slidenum">
              <a:rPr lang="en-IN" smtClean="0"/>
              <a:pPr>
                <a:defRPr/>
              </a:pPr>
              <a:t>‹#›</a:t>
            </a:fld>
            <a:endParaRPr lang="en-IN"/>
          </a:p>
        </p:txBody>
      </p:sp>
      <p:sp>
        <p:nvSpPr>
          <p:cNvPr id="3" name="Title 2">
            <a:extLst>
              <a:ext uri="{FF2B5EF4-FFF2-40B4-BE49-F238E27FC236}">
                <a16:creationId xmlns:a16="http://schemas.microsoft.com/office/drawing/2014/main" id="{22AB94D7-D90B-4C16-A5BF-F2C3042C6A24}"/>
              </a:ext>
            </a:extLst>
          </p:cNvPr>
          <p:cNvSpPr>
            <a:spLocks noGrp="1"/>
          </p:cNvSpPr>
          <p:nvPr>
            <p:ph type="title"/>
          </p:nvPr>
        </p:nvSpPr>
        <p:spPr>
          <a:xfrm>
            <a:off x="6425185" y="759459"/>
            <a:ext cx="5096255" cy="520701"/>
          </a:xfrm>
        </p:spPr>
        <p:txBody>
          <a:bodyPr/>
          <a:lstStyle/>
          <a:p>
            <a:r>
              <a:rPr lang="en-US"/>
              <a:t>Click to edit Master title style</a:t>
            </a:r>
            <a:endParaRPr lang="en-IN"/>
          </a:p>
        </p:txBody>
      </p:sp>
    </p:spTree>
    <p:extLst>
      <p:ext uri="{BB962C8B-B14F-4D97-AF65-F5344CB8AC3E}">
        <p14:creationId xmlns:p14="http://schemas.microsoft.com/office/powerpoint/2010/main" val="4221719162"/>
      </p:ext>
    </p:extLst>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userDrawn="1">
  <p:cSld name="Full Page Chart + Header">
    <p:spTree>
      <p:nvGrpSpPr>
        <p:cNvPr id="1" name=""/>
        <p:cNvGrpSpPr/>
        <p:nvPr/>
      </p:nvGrpSpPr>
      <p:grpSpPr>
        <a:xfrm>
          <a:off x="0" y="0"/>
          <a:ext cx="0" cy="0"/>
          <a:chOff x="0" y="0"/>
          <a:chExt cx="0" cy="0"/>
        </a:xfrm>
      </p:grpSpPr>
      <p:sp>
        <p:nvSpPr>
          <p:cNvPr id="12" name="Text Placeholder 9">
            <a:extLst>
              <a:ext uri="{FF2B5EF4-FFF2-40B4-BE49-F238E27FC236}">
                <a16:creationId xmlns:a16="http://schemas.microsoft.com/office/drawing/2014/main" id="{6DB57EE1-11D5-470C-B633-08E9CE6ABD2E}"/>
              </a:ext>
            </a:extLst>
          </p:cNvPr>
          <p:cNvSpPr>
            <a:spLocks noGrp="1"/>
          </p:cNvSpPr>
          <p:nvPr>
            <p:ph type="body" sz="quarter" idx="10" hasCustomPrompt="1"/>
          </p:nvPr>
        </p:nvSpPr>
        <p:spPr>
          <a:xfrm>
            <a:off x="670562" y="355600"/>
            <a:ext cx="6989233" cy="348813"/>
          </a:xfrm>
          <a:prstGeom prst="rect">
            <a:avLst/>
          </a:prstGeom>
        </p:spPr>
        <p:txBody>
          <a:bodyPr>
            <a:noAutofit/>
          </a:bodyPr>
          <a:lstStyle>
            <a:lvl1pPr>
              <a:defRPr sz="1867" b="0" cap="all" spc="200" baseline="0">
                <a:solidFill>
                  <a:schemeClr val="accent1"/>
                </a:solidFill>
                <a:latin typeface="+mn-lt"/>
              </a:defRPr>
            </a:lvl1pPr>
            <a:lvl2pPr marL="0" indent="0">
              <a:buNone/>
              <a:defRPr/>
            </a:lvl2pPr>
          </a:lstStyle>
          <a:p>
            <a:pPr lvl="0"/>
            <a:r>
              <a:rPr lang="en-US"/>
              <a:t>Eyebrow identification, CALIBRI, 14PT REGULAR</a:t>
            </a:r>
          </a:p>
        </p:txBody>
      </p:sp>
      <p:sp>
        <p:nvSpPr>
          <p:cNvPr id="14" name="Text Placeholder 4">
            <a:extLst>
              <a:ext uri="{FF2B5EF4-FFF2-40B4-BE49-F238E27FC236}">
                <a16:creationId xmlns:a16="http://schemas.microsoft.com/office/drawing/2014/main" id="{69C8B4ED-99D4-4FA7-951B-B230EC2B1EEC}"/>
              </a:ext>
            </a:extLst>
          </p:cNvPr>
          <p:cNvSpPr>
            <a:spLocks noGrp="1"/>
          </p:cNvSpPr>
          <p:nvPr>
            <p:ph type="body" sz="quarter" idx="20" hasCustomPrompt="1"/>
          </p:nvPr>
        </p:nvSpPr>
        <p:spPr>
          <a:xfrm>
            <a:off x="663615" y="1463943"/>
            <a:ext cx="10850880" cy="365760"/>
          </a:xfrm>
          <a:prstGeom prst="rect">
            <a:avLst/>
          </a:prstGeom>
        </p:spPr>
        <p:txBody>
          <a:bodyPr>
            <a:noAutofit/>
          </a:bodyPr>
          <a:lstStyle>
            <a:lvl1pPr>
              <a:defRPr sz="2400" b="1" cap="all" baseline="0">
                <a:solidFill>
                  <a:schemeClr val="accent3"/>
                </a:solidFill>
                <a:latin typeface="+mn-lt"/>
              </a:defRPr>
            </a:lvl1pPr>
          </a:lstStyle>
          <a:p>
            <a:pPr lvl="0"/>
            <a:r>
              <a:rPr lang="en-US"/>
              <a:t>CLICK TO EDIT CHART TITLE, CALIBRI, 18PT, BOLD</a:t>
            </a:r>
          </a:p>
        </p:txBody>
      </p:sp>
      <p:sp>
        <p:nvSpPr>
          <p:cNvPr id="16" name="Text Placeholder 4">
            <a:extLst>
              <a:ext uri="{FF2B5EF4-FFF2-40B4-BE49-F238E27FC236}">
                <a16:creationId xmlns:a16="http://schemas.microsoft.com/office/drawing/2014/main" id="{9849D2D5-1C25-41F7-91C5-A575937D23D1}"/>
              </a:ext>
            </a:extLst>
          </p:cNvPr>
          <p:cNvSpPr>
            <a:spLocks noGrp="1"/>
          </p:cNvSpPr>
          <p:nvPr>
            <p:ph type="body" sz="quarter" idx="21" hasCustomPrompt="1"/>
          </p:nvPr>
        </p:nvSpPr>
        <p:spPr>
          <a:xfrm>
            <a:off x="663613" y="1826008"/>
            <a:ext cx="10850880" cy="365760"/>
          </a:xfrm>
        </p:spPr>
        <p:txBody>
          <a:bodyPr>
            <a:noAutofit/>
          </a:bodyPr>
          <a:lstStyle>
            <a:lvl1pPr>
              <a:defRPr sz="1867"/>
            </a:lvl1pPr>
          </a:lstStyle>
          <a:p>
            <a:pPr lvl="0"/>
            <a:r>
              <a:rPr lang="en-US"/>
              <a:t>Second level for chart subtitle</a:t>
            </a:r>
          </a:p>
        </p:txBody>
      </p:sp>
      <p:sp>
        <p:nvSpPr>
          <p:cNvPr id="17" name="Chart Placeholder 14">
            <a:extLst>
              <a:ext uri="{FF2B5EF4-FFF2-40B4-BE49-F238E27FC236}">
                <a16:creationId xmlns:a16="http://schemas.microsoft.com/office/drawing/2014/main" id="{5F384281-9885-4DF1-AB32-7D6D158EC4B8}"/>
              </a:ext>
            </a:extLst>
          </p:cNvPr>
          <p:cNvSpPr>
            <a:spLocks noGrp="1"/>
          </p:cNvSpPr>
          <p:nvPr>
            <p:ph type="chart" sz="quarter" idx="22"/>
          </p:nvPr>
        </p:nvSpPr>
        <p:spPr>
          <a:xfrm>
            <a:off x="670560" y="2286000"/>
            <a:ext cx="10861040" cy="3657600"/>
          </a:xfrm>
        </p:spPr>
        <p:txBody>
          <a:bodyPr anchor="ctr"/>
          <a:lstStyle>
            <a:lvl1pPr algn="ctr">
              <a:defRPr>
                <a:latin typeface="+mn-lt"/>
              </a:defRPr>
            </a:lvl1pPr>
          </a:lstStyle>
          <a:p>
            <a:r>
              <a:rPr lang="en-US"/>
              <a:t>Click icon to add chart</a:t>
            </a:r>
          </a:p>
        </p:txBody>
      </p:sp>
      <p:sp>
        <p:nvSpPr>
          <p:cNvPr id="18" name="Text Placeholder 7">
            <a:extLst>
              <a:ext uri="{FF2B5EF4-FFF2-40B4-BE49-F238E27FC236}">
                <a16:creationId xmlns:a16="http://schemas.microsoft.com/office/drawing/2014/main" id="{0806C5A9-06E4-4EA0-A5AC-FD02E44C1525}"/>
              </a:ext>
            </a:extLst>
          </p:cNvPr>
          <p:cNvSpPr>
            <a:spLocks noGrp="1"/>
          </p:cNvSpPr>
          <p:nvPr>
            <p:ph type="body" sz="quarter" idx="16" hasCustomPrompt="1"/>
          </p:nvPr>
        </p:nvSpPr>
        <p:spPr>
          <a:xfrm>
            <a:off x="670560" y="6171250"/>
            <a:ext cx="10850880" cy="212366"/>
          </a:xfrm>
          <a:prstGeom prst="rect">
            <a:avLst/>
          </a:prstGeom>
        </p:spPr>
        <p:txBody>
          <a:bodyPr wrap="square" anchor="b" anchorCtr="0">
            <a:spAutoFit/>
          </a:bodyPr>
          <a:lstStyle>
            <a:lvl1pPr>
              <a:lnSpc>
                <a:spcPct val="90000"/>
              </a:lnSpc>
              <a:spcBef>
                <a:spcPts val="267"/>
              </a:spcBef>
              <a:defRPr sz="1200" b="0">
                <a:solidFill>
                  <a:schemeClr val="tx1">
                    <a:lumMod val="65000"/>
                    <a:lumOff val="35000"/>
                  </a:schemeClr>
                </a:solidFill>
                <a:latin typeface="+mn-lt"/>
                <a:cs typeface="Calibri" panose="020F0502020204030204" pitchFamily="34" charset="0"/>
              </a:defRPr>
            </a:lvl1pPr>
          </a:lstStyle>
          <a:p>
            <a:pPr lvl="0"/>
            <a:r>
              <a:rPr lang="en-US"/>
              <a:t>Add footnote, source here</a:t>
            </a:r>
          </a:p>
        </p:txBody>
      </p:sp>
      <p:sp>
        <p:nvSpPr>
          <p:cNvPr id="5" name="Date Placeholder 4">
            <a:extLst>
              <a:ext uri="{FF2B5EF4-FFF2-40B4-BE49-F238E27FC236}">
                <a16:creationId xmlns:a16="http://schemas.microsoft.com/office/drawing/2014/main" id="{3F82C435-71F6-4068-8A4B-8C697C1529D2}"/>
              </a:ext>
            </a:extLst>
          </p:cNvPr>
          <p:cNvSpPr>
            <a:spLocks noGrp="1"/>
          </p:cNvSpPr>
          <p:nvPr>
            <p:ph type="dt" sz="half" idx="23"/>
          </p:nvPr>
        </p:nvSpPr>
        <p:spPr/>
        <p:txBody>
          <a:bodyPr/>
          <a:lstStyle/>
          <a:p>
            <a:r>
              <a:rPr lang="en-US" sz="1333"/>
              <a:t>17-Dec-24</a:t>
            </a:r>
            <a:endParaRPr lang="en-IN" sz="1333"/>
          </a:p>
        </p:txBody>
      </p:sp>
      <p:sp>
        <p:nvSpPr>
          <p:cNvPr id="6" name="Footer Placeholder 5">
            <a:extLst>
              <a:ext uri="{FF2B5EF4-FFF2-40B4-BE49-F238E27FC236}">
                <a16:creationId xmlns:a16="http://schemas.microsoft.com/office/drawing/2014/main" id="{7CBC25F0-DFF8-436D-8252-A061A91C145E}"/>
              </a:ext>
            </a:extLst>
          </p:cNvPr>
          <p:cNvSpPr>
            <a:spLocks noGrp="1"/>
          </p:cNvSpPr>
          <p:nvPr>
            <p:ph type="ftr" sz="quarter" idx="24"/>
          </p:nvPr>
        </p:nvSpPr>
        <p:spPr/>
        <p:txBody>
          <a:bodyPr/>
          <a:lstStyle/>
          <a:p>
            <a:pPr>
              <a:defRPr/>
            </a:pPr>
            <a:r>
              <a:rPr lang="en-US"/>
              <a:t>Enter title via "insert&gt;header and footer&gt;footer" | </a:t>
            </a:r>
            <a:endParaRPr lang="en-IN"/>
          </a:p>
        </p:txBody>
      </p:sp>
      <p:sp>
        <p:nvSpPr>
          <p:cNvPr id="7" name="Slide Number Placeholder 6">
            <a:extLst>
              <a:ext uri="{FF2B5EF4-FFF2-40B4-BE49-F238E27FC236}">
                <a16:creationId xmlns:a16="http://schemas.microsoft.com/office/drawing/2014/main" id="{0672353F-0202-40BD-B19D-D4C9B9A0C62B}"/>
              </a:ext>
            </a:extLst>
          </p:cNvPr>
          <p:cNvSpPr>
            <a:spLocks noGrp="1"/>
          </p:cNvSpPr>
          <p:nvPr>
            <p:ph type="sldNum" sz="quarter" idx="25"/>
          </p:nvPr>
        </p:nvSpPr>
        <p:spPr/>
        <p:txBody>
          <a:bodyPr/>
          <a:lstStyle/>
          <a:p>
            <a:pPr>
              <a:defRPr/>
            </a:pPr>
            <a:r>
              <a:rPr lang="en-IN"/>
              <a:t>| </a:t>
            </a:r>
            <a:fld id="{7B2119CD-3B2D-4CEB-B404-D2E3F8CD6D69}" type="slidenum">
              <a:rPr lang="en-IN" smtClean="0"/>
              <a:pPr>
                <a:defRPr/>
              </a:pPr>
              <a:t>‹#›</a:t>
            </a:fld>
            <a:endParaRPr lang="en-IN"/>
          </a:p>
        </p:txBody>
      </p:sp>
      <p:sp>
        <p:nvSpPr>
          <p:cNvPr id="3" name="Title 2">
            <a:extLst>
              <a:ext uri="{FF2B5EF4-FFF2-40B4-BE49-F238E27FC236}">
                <a16:creationId xmlns:a16="http://schemas.microsoft.com/office/drawing/2014/main" id="{09B3C7C1-99C7-46EF-8247-FA3C97B61021}"/>
              </a:ext>
            </a:extLst>
          </p:cNvPr>
          <p:cNvSpPr>
            <a:spLocks noGrp="1"/>
          </p:cNvSpPr>
          <p:nvPr>
            <p:ph type="title"/>
          </p:nvPr>
        </p:nvSpPr>
        <p:spPr/>
        <p:txBody>
          <a:bodyPr/>
          <a:lstStyle/>
          <a:p>
            <a:r>
              <a:rPr lang="en-US"/>
              <a:t>Click to edit Master title style</a:t>
            </a:r>
            <a:endParaRPr lang="en-IN"/>
          </a:p>
        </p:txBody>
      </p:sp>
    </p:spTree>
    <p:extLst>
      <p:ext uri="{BB962C8B-B14F-4D97-AF65-F5344CB8AC3E}">
        <p14:creationId xmlns:p14="http://schemas.microsoft.com/office/powerpoint/2010/main" val="1663168467"/>
      </p:ext>
    </p:extLst>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preserve="1" userDrawn="1">
  <p:cSld name="Full Page Table + Header">
    <p:spTree>
      <p:nvGrpSpPr>
        <p:cNvPr id="1" name=""/>
        <p:cNvGrpSpPr/>
        <p:nvPr/>
      </p:nvGrpSpPr>
      <p:grpSpPr>
        <a:xfrm>
          <a:off x="0" y="0"/>
          <a:ext cx="0" cy="0"/>
          <a:chOff x="0" y="0"/>
          <a:chExt cx="0" cy="0"/>
        </a:xfrm>
      </p:grpSpPr>
      <p:sp>
        <p:nvSpPr>
          <p:cNvPr id="13" name="Text Placeholder 9">
            <a:extLst>
              <a:ext uri="{FF2B5EF4-FFF2-40B4-BE49-F238E27FC236}">
                <a16:creationId xmlns:a16="http://schemas.microsoft.com/office/drawing/2014/main" id="{E4099E12-93CF-4238-950D-B699BBED1B97}"/>
              </a:ext>
            </a:extLst>
          </p:cNvPr>
          <p:cNvSpPr>
            <a:spLocks noGrp="1"/>
          </p:cNvSpPr>
          <p:nvPr>
            <p:ph type="body" sz="quarter" idx="10" hasCustomPrompt="1"/>
          </p:nvPr>
        </p:nvSpPr>
        <p:spPr>
          <a:xfrm>
            <a:off x="670562" y="355600"/>
            <a:ext cx="6989233" cy="348813"/>
          </a:xfrm>
          <a:prstGeom prst="rect">
            <a:avLst/>
          </a:prstGeom>
        </p:spPr>
        <p:txBody>
          <a:bodyPr>
            <a:noAutofit/>
          </a:bodyPr>
          <a:lstStyle>
            <a:lvl1pPr>
              <a:defRPr sz="1867" b="0" cap="all" spc="200" baseline="0">
                <a:solidFill>
                  <a:schemeClr val="accent1"/>
                </a:solidFill>
                <a:latin typeface="+mn-lt"/>
              </a:defRPr>
            </a:lvl1pPr>
            <a:lvl2pPr marL="0" indent="0">
              <a:buNone/>
              <a:defRPr/>
            </a:lvl2pPr>
          </a:lstStyle>
          <a:p>
            <a:pPr lvl="0"/>
            <a:r>
              <a:rPr lang="en-US"/>
              <a:t>Eyebrow identification, CALIBRI, 14PT REGULAR</a:t>
            </a:r>
          </a:p>
        </p:txBody>
      </p:sp>
      <p:sp>
        <p:nvSpPr>
          <p:cNvPr id="16" name="Text Placeholder 4">
            <a:extLst>
              <a:ext uri="{FF2B5EF4-FFF2-40B4-BE49-F238E27FC236}">
                <a16:creationId xmlns:a16="http://schemas.microsoft.com/office/drawing/2014/main" id="{2FAF8700-F002-4A2F-B04A-6FE90BE6FD35}"/>
              </a:ext>
            </a:extLst>
          </p:cNvPr>
          <p:cNvSpPr>
            <a:spLocks noGrp="1"/>
          </p:cNvSpPr>
          <p:nvPr>
            <p:ph type="body" sz="quarter" idx="20" hasCustomPrompt="1"/>
          </p:nvPr>
        </p:nvSpPr>
        <p:spPr>
          <a:xfrm>
            <a:off x="663615" y="1463943"/>
            <a:ext cx="10850880" cy="365760"/>
          </a:xfrm>
          <a:prstGeom prst="rect">
            <a:avLst/>
          </a:prstGeom>
        </p:spPr>
        <p:txBody>
          <a:bodyPr>
            <a:noAutofit/>
          </a:bodyPr>
          <a:lstStyle>
            <a:lvl1pPr>
              <a:defRPr sz="2400" b="1" cap="all" baseline="0">
                <a:solidFill>
                  <a:schemeClr val="accent3"/>
                </a:solidFill>
                <a:latin typeface="+mn-lt"/>
              </a:defRPr>
            </a:lvl1pPr>
          </a:lstStyle>
          <a:p>
            <a:pPr lvl="0"/>
            <a:r>
              <a:rPr lang="en-US"/>
              <a:t>CLICK TO EDIT table TITLE, CALIBRI, 18PT, BOLD</a:t>
            </a:r>
          </a:p>
        </p:txBody>
      </p:sp>
      <p:sp>
        <p:nvSpPr>
          <p:cNvPr id="17" name="Text Placeholder 4">
            <a:extLst>
              <a:ext uri="{FF2B5EF4-FFF2-40B4-BE49-F238E27FC236}">
                <a16:creationId xmlns:a16="http://schemas.microsoft.com/office/drawing/2014/main" id="{CBF897FA-2891-4141-ADA3-1B87FB5BC58E}"/>
              </a:ext>
            </a:extLst>
          </p:cNvPr>
          <p:cNvSpPr>
            <a:spLocks noGrp="1"/>
          </p:cNvSpPr>
          <p:nvPr>
            <p:ph type="body" sz="quarter" idx="21" hasCustomPrompt="1"/>
          </p:nvPr>
        </p:nvSpPr>
        <p:spPr>
          <a:xfrm>
            <a:off x="663613" y="1826008"/>
            <a:ext cx="10850880" cy="365760"/>
          </a:xfrm>
        </p:spPr>
        <p:txBody>
          <a:bodyPr>
            <a:noAutofit/>
          </a:bodyPr>
          <a:lstStyle>
            <a:lvl1pPr>
              <a:defRPr sz="1867"/>
            </a:lvl1pPr>
          </a:lstStyle>
          <a:p>
            <a:pPr lvl="0"/>
            <a:r>
              <a:rPr lang="en-US"/>
              <a:t>Second level for table subtitle</a:t>
            </a:r>
          </a:p>
        </p:txBody>
      </p:sp>
      <p:sp>
        <p:nvSpPr>
          <p:cNvPr id="18" name="Table Placeholder 4">
            <a:extLst>
              <a:ext uri="{FF2B5EF4-FFF2-40B4-BE49-F238E27FC236}">
                <a16:creationId xmlns:a16="http://schemas.microsoft.com/office/drawing/2014/main" id="{2EA10139-92DE-45F7-A9D8-ABD6CC72C084}"/>
              </a:ext>
            </a:extLst>
          </p:cNvPr>
          <p:cNvSpPr>
            <a:spLocks noGrp="1"/>
          </p:cNvSpPr>
          <p:nvPr>
            <p:ph type="tbl" sz="quarter" idx="22"/>
          </p:nvPr>
        </p:nvSpPr>
        <p:spPr>
          <a:xfrm>
            <a:off x="670560" y="2286000"/>
            <a:ext cx="10867987" cy="3657600"/>
          </a:xfrm>
        </p:spPr>
        <p:txBody>
          <a:bodyPr anchor="ctr"/>
          <a:lstStyle>
            <a:lvl1pPr algn="ctr">
              <a:defRPr>
                <a:latin typeface="+mn-lt"/>
              </a:defRPr>
            </a:lvl1pPr>
          </a:lstStyle>
          <a:p>
            <a:r>
              <a:rPr lang="en-US"/>
              <a:t>Click icon to add table</a:t>
            </a:r>
          </a:p>
        </p:txBody>
      </p:sp>
      <p:sp>
        <p:nvSpPr>
          <p:cNvPr id="19" name="Text Placeholder 7">
            <a:extLst>
              <a:ext uri="{FF2B5EF4-FFF2-40B4-BE49-F238E27FC236}">
                <a16:creationId xmlns:a16="http://schemas.microsoft.com/office/drawing/2014/main" id="{347BBFB3-3E66-4180-AF12-56CA7F755311}"/>
              </a:ext>
            </a:extLst>
          </p:cNvPr>
          <p:cNvSpPr>
            <a:spLocks noGrp="1"/>
          </p:cNvSpPr>
          <p:nvPr>
            <p:ph type="body" sz="quarter" idx="16" hasCustomPrompt="1"/>
          </p:nvPr>
        </p:nvSpPr>
        <p:spPr>
          <a:xfrm>
            <a:off x="670560" y="6171250"/>
            <a:ext cx="10850880" cy="212366"/>
          </a:xfrm>
          <a:prstGeom prst="rect">
            <a:avLst/>
          </a:prstGeom>
        </p:spPr>
        <p:txBody>
          <a:bodyPr wrap="square" anchor="b" anchorCtr="0">
            <a:spAutoFit/>
          </a:bodyPr>
          <a:lstStyle>
            <a:lvl1pPr>
              <a:lnSpc>
                <a:spcPct val="90000"/>
              </a:lnSpc>
              <a:spcBef>
                <a:spcPts val="267"/>
              </a:spcBef>
              <a:defRPr sz="1200" b="0">
                <a:solidFill>
                  <a:schemeClr val="tx1">
                    <a:lumMod val="65000"/>
                    <a:lumOff val="35000"/>
                  </a:schemeClr>
                </a:solidFill>
                <a:latin typeface="+mn-lt"/>
                <a:cs typeface="Calibri" panose="020F0502020204030204" pitchFamily="34" charset="0"/>
              </a:defRPr>
            </a:lvl1pPr>
          </a:lstStyle>
          <a:p>
            <a:pPr lvl="0"/>
            <a:r>
              <a:rPr lang="en-US"/>
              <a:t>Add footnote, source here</a:t>
            </a:r>
          </a:p>
        </p:txBody>
      </p:sp>
      <p:sp>
        <p:nvSpPr>
          <p:cNvPr id="2" name="Date Placeholder 1">
            <a:extLst>
              <a:ext uri="{FF2B5EF4-FFF2-40B4-BE49-F238E27FC236}">
                <a16:creationId xmlns:a16="http://schemas.microsoft.com/office/drawing/2014/main" id="{6C2C66BA-D565-4011-B0A4-9903204CC066}"/>
              </a:ext>
            </a:extLst>
          </p:cNvPr>
          <p:cNvSpPr>
            <a:spLocks noGrp="1"/>
          </p:cNvSpPr>
          <p:nvPr>
            <p:ph type="dt" sz="half" idx="23"/>
          </p:nvPr>
        </p:nvSpPr>
        <p:spPr/>
        <p:txBody>
          <a:bodyPr/>
          <a:lstStyle/>
          <a:p>
            <a:r>
              <a:rPr lang="en-US" sz="1333"/>
              <a:t>17-Dec-24</a:t>
            </a:r>
            <a:endParaRPr lang="en-IN" sz="1333"/>
          </a:p>
        </p:txBody>
      </p:sp>
      <p:sp>
        <p:nvSpPr>
          <p:cNvPr id="3" name="Footer Placeholder 2">
            <a:extLst>
              <a:ext uri="{FF2B5EF4-FFF2-40B4-BE49-F238E27FC236}">
                <a16:creationId xmlns:a16="http://schemas.microsoft.com/office/drawing/2014/main" id="{2B68657A-366F-45A8-9F2D-9FBE15E12470}"/>
              </a:ext>
            </a:extLst>
          </p:cNvPr>
          <p:cNvSpPr>
            <a:spLocks noGrp="1"/>
          </p:cNvSpPr>
          <p:nvPr>
            <p:ph type="ftr" sz="quarter" idx="24"/>
          </p:nvPr>
        </p:nvSpPr>
        <p:spPr/>
        <p:txBody>
          <a:bodyPr/>
          <a:lstStyle/>
          <a:p>
            <a:pPr>
              <a:defRPr/>
            </a:pPr>
            <a:r>
              <a:rPr lang="en-US"/>
              <a:t>Enter title via "insert&gt;header and footer&gt;footer" | </a:t>
            </a:r>
            <a:endParaRPr lang="en-IN"/>
          </a:p>
        </p:txBody>
      </p:sp>
      <p:sp>
        <p:nvSpPr>
          <p:cNvPr id="4" name="Slide Number Placeholder 3">
            <a:extLst>
              <a:ext uri="{FF2B5EF4-FFF2-40B4-BE49-F238E27FC236}">
                <a16:creationId xmlns:a16="http://schemas.microsoft.com/office/drawing/2014/main" id="{5494FFD5-60B8-4C56-97EB-599229FD90B3}"/>
              </a:ext>
            </a:extLst>
          </p:cNvPr>
          <p:cNvSpPr>
            <a:spLocks noGrp="1"/>
          </p:cNvSpPr>
          <p:nvPr>
            <p:ph type="sldNum" sz="quarter" idx="25"/>
          </p:nvPr>
        </p:nvSpPr>
        <p:spPr/>
        <p:txBody>
          <a:bodyPr/>
          <a:lstStyle/>
          <a:p>
            <a:pPr>
              <a:defRPr/>
            </a:pPr>
            <a:r>
              <a:rPr lang="en-IN"/>
              <a:t>| </a:t>
            </a:r>
            <a:fld id="{7B2119CD-3B2D-4CEB-B404-D2E3F8CD6D69}" type="slidenum">
              <a:rPr lang="en-IN" smtClean="0"/>
              <a:pPr>
                <a:defRPr/>
              </a:pPr>
              <a:t>‹#›</a:t>
            </a:fld>
            <a:endParaRPr lang="en-IN"/>
          </a:p>
        </p:txBody>
      </p:sp>
      <p:sp>
        <p:nvSpPr>
          <p:cNvPr id="6" name="Title 5">
            <a:extLst>
              <a:ext uri="{FF2B5EF4-FFF2-40B4-BE49-F238E27FC236}">
                <a16:creationId xmlns:a16="http://schemas.microsoft.com/office/drawing/2014/main" id="{1D78DA13-52C4-4A1D-BD59-DC0D557C1771}"/>
              </a:ext>
            </a:extLst>
          </p:cNvPr>
          <p:cNvSpPr>
            <a:spLocks noGrp="1"/>
          </p:cNvSpPr>
          <p:nvPr>
            <p:ph type="title"/>
          </p:nvPr>
        </p:nvSpPr>
        <p:spPr/>
        <p:txBody>
          <a:bodyPr/>
          <a:lstStyle/>
          <a:p>
            <a:r>
              <a:rPr lang="en-US"/>
              <a:t>Click to edit Master title style</a:t>
            </a:r>
            <a:endParaRPr lang="en-IN"/>
          </a:p>
        </p:txBody>
      </p:sp>
    </p:spTree>
    <p:extLst>
      <p:ext uri="{BB962C8B-B14F-4D97-AF65-F5344CB8AC3E}">
        <p14:creationId xmlns:p14="http://schemas.microsoft.com/office/powerpoint/2010/main" val="850553402"/>
      </p:ext>
    </p:extLst>
  </p:cSld>
  <p:clrMapOvr>
    <a:masterClrMapping/>
  </p:clrMapOvr>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userDrawn="1">
  <p:cSld name="(L) Half-content &amp; full image layout">
    <p:spTree>
      <p:nvGrpSpPr>
        <p:cNvPr id="1" name=""/>
        <p:cNvGrpSpPr/>
        <p:nvPr/>
      </p:nvGrpSpPr>
      <p:grpSpPr>
        <a:xfrm>
          <a:off x="0" y="0"/>
          <a:ext cx="0" cy="0"/>
          <a:chOff x="0" y="0"/>
          <a:chExt cx="0" cy="0"/>
        </a:xfrm>
      </p:grpSpPr>
      <p:sp>
        <p:nvSpPr>
          <p:cNvPr id="5" name="Picture Placeholder 9">
            <a:extLst>
              <a:ext uri="{FF2B5EF4-FFF2-40B4-BE49-F238E27FC236}">
                <a16:creationId xmlns:a16="http://schemas.microsoft.com/office/drawing/2014/main" id="{EBBC6B44-1A66-4C17-802D-CD6F3BEB84DB}"/>
              </a:ext>
            </a:extLst>
          </p:cNvPr>
          <p:cNvSpPr>
            <a:spLocks noGrp="1"/>
          </p:cNvSpPr>
          <p:nvPr>
            <p:ph type="pic" sz="quarter" idx="14" hasCustomPrompt="1"/>
          </p:nvPr>
        </p:nvSpPr>
        <p:spPr>
          <a:xfrm>
            <a:off x="1" y="0"/>
            <a:ext cx="12192000" cy="6858000"/>
          </a:xfrm>
          <a:prstGeom prst="rect">
            <a:avLst/>
          </a:prstGeom>
          <a:solidFill>
            <a:schemeClr val="bg2"/>
          </a:solidFill>
          <a:ln>
            <a:noFill/>
          </a:ln>
          <a:effectLst/>
        </p:spPr>
        <p:txBody>
          <a:bodyPr lIns="365760" rIns="365760" anchor="ctr" anchorCtr="1"/>
          <a:lstStyle>
            <a:lvl1pPr marL="5035425" indent="0" algn="l">
              <a:tabLst/>
              <a:defRPr sz="2400" b="0" baseline="0">
                <a:solidFill>
                  <a:schemeClr val="accent1"/>
                </a:solidFill>
                <a:latin typeface="+mn-lt"/>
              </a:defRPr>
            </a:lvl1pPr>
          </a:lstStyle>
          <a:p>
            <a:r>
              <a:rPr lang="en-US"/>
              <a:t>Insert an image</a:t>
            </a:r>
            <a:br>
              <a:rPr lang="en-US"/>
            </a:br>
            <a:r>
              <a:rPr lang="en-US"/>
              <a:t>within this placeholder </a:t>
            </a:r>
          </a:p>
        </p:txBody>
      </p:sp>
      <p:sp>
        <p:nvSpPr>
          <p:cNvPr id="10" name="Content Placeholder 2">
            <a:extLst>
              <a:ext uri="{FF2B5EF4-FFF2-40B4-BE49-F238E27FC236}">
                <a16:creationId xmlns:a16="http://schemas.microsoft.com/office/drawing/2014/main" id="{3C8B7A96-E0C8-46F1-B070-891752D196D5}"/>
              </a:ext>
            </a:extLst>
          </p:cNvPr>
          <p:cNvSpPr txBox="1">
            <a:spLocks/>
          </p:cNvSpPr>
          <p:nvPr userDrawn="1"/>
        </p:nvSpPr>
        <p:spPr bwMode="gray">
          <a:xfrm>
            <a:off x="670561" y="6427471"/>
            <a:ext cx="4077308" cy="292101"/>
          </a:xfrm>
          <a:prstGeom prst="rect">
            <a:avLst/>
          </a:prstGeom>
        </p:spPr>
        <p:txBody>
          <a:bodyPr vert="horz" lIns="0" rIns="0" anchor="b" anchorCtr="0"/>
          <a:lstStyle>
            <a:defPPr>
              <a:defRPr lang="en-US"/>
            </a:defPPr>
            <a:lvl1pPr indent="0" defTabSz="457200">
              <a:spcBef>
                <a:spcPct val="20000"/>
              </a:spcBef>
              <a:buFont typeface="Arial"/>
              <a:buNone/>
              <a:defRPr sz="1000">
                <a:solidFill>
                  <a:srgbClr val="000000"/>
                </a:solidFill>
                <a:cs typeface="Calibri" panose="020F0502020204030204" pitchFamily="34" charset="0"/>
              </a:defRPr>
            </a:lvl1pPr>
            <a:lvl2pPr indent="0" defTabSz="457200">
              <a:spcBef>
                <a:spcPct val="20000"/>
              </a:spcBef>
              <a:buFont typeface="Arial"/>
              <a:buNone/>
              <a:defRPr sz="900">
                <a:latin typeface="Georgia"/>
                <a:cs typeface="Georgia"/>
              </a:defRPr>
            </a:lvl2pPr>
            <a:lvl3pPr indent="0" defTabSz="457200">
              <a:spcBef>
                <a:spcPct val="20000"/>
              </a:spcBef>
              <a:buFont typeface="Arial"/>
              <a:buNone/>
              <a:defRPr sz="900">
                <a:latin typeface="Georgia"/>
                <a:cs typeface="Georgia"/>
              </a:defRPr>
            </a:lvl3pPr>
            <a:lvl4pPr indent="0" defTabSz="457200">
              <a:spcBef>
                <a:spcPct val="20000"/>
              </a:spcBef>
              <a:buFont typeface="Arial"/>
              <a:buNone/>
              <a:defRPr sz="900">
                <a:latin typeface="Georgia"/>
                <a:cs typeface="Georgia"/>
              </a:defRPr>
            </a:lvl4pPr>
            <a:lvl5pPr indent="0" defTabSz="457200">
              <a:spcBef>
                <a:spcPct val="20000"/>
              </a:spcBef>
              <a:buFont typeface="Arial"/>
              <a:buNone/>
              <a:defRPr sz="900">
                <a:latin typeface="Georgia"/>
                <a:cs typeface="Georgia"/>
              </a:defRPr>
            </a:lvl5pPr>
            <a:lvl6pPr marL="2514600" indent="-228600" defTabSz="457200">
              <a:spcBef>
                <a:spcPct val="20000"/>
              </a:spcBef>
              <a:buFont typeface="Arial"/>
              <a:buChar char="•"/>
              <a:defRPr sz="2000"/>
            </a:lvl6pPr>
            <a:lvl7pPr marL="2971800" indent="-228600" defTabSz="457200">
              <a:spcBef>
                <a:spcPct val="20000"/>
              </a:spcBef>
              <a:buFont typeface="Arial"/>
              <a:buChar char="•"/>
              <a:defRPr sz="2000"/>
            </a:lvl7pPr>
            <a:lvl8pPr marL="3429000" indent="-228600" defTabSz="457200">
              <a:spcBef>
                <a:spcPct val="20000"/>
              </a:spcBef>
              <a:buFont typeface="Arial"/>
              <a:buChar char="•"/>
              <a:defRPr sz="2000"/>
            </a:lvl8pPr>
            <a:lvl9pPr marL="3886200" indent="-228600" defTabSz="457200">
              <a:spcBef>
                <a:spcPct val="20000"/>
              </a:spcBef>
              <a:buFont typeface="Arial"/>
              <a:buChar char="•"/>
              <a:defRPr sz="2000"/>
            </a:lvl9pPr>
          </a:lstStyle>
          <a:p>
            <a:pPr lvl="0"/>
            <a:r>
              <a:rPr lang="en-US" sz="1333"/>
              <a:t>Proprietary and confidential — do not distribute</a:t>
            </a:r>
          </a:p>
        </p:txBody>
      </p:sp>
      <p:sp>
        <p:nvSpPr>
          <p:cNvPr id="14" name="Text Placeholder 9">
            <a:extLst>
              <a:ext uri="{FF2B5EF4-FFF2-40B4-BE49-F238E27FC236}">
                <a16:creationId xmlns:a16="http://schemas.microsoft.com/office/drawing/2014/main" id="{BD57305E-F709-4E9E-B399-8D21F2A51FF6}"/>
              </a:ext>
            </a:extLst>
          </p:cNvPr>
          <p:cNvSpPr>
            <a:spLocks noGrp="1"/>
          </p:cNvSpPr>
          <p:nvPr>
            <p:ph type="body" sz="quarter" idx="18" hasCustomPrompt="1"/>
          </p:nvPr>
        </p:nvSpPr>
        <p:spPr>
          <a:xfrm>
            <a:off x="670562" y="355600"/>
            <a:ext cx="5096255" cy="348813"/>
          </a:xfrm>
          <a:prstGeom prst="rect">
            <a:avLst/>
          </a:prstGeom>
        </p:spPr>
        <p:txBody>
          <a:bodyPr wrap="square">
            <a:noAutofit/>
          </a:bodyPr>
          <a:lstStyle>
            <a:lvl1pPr>
              <a:defRPr sz="1867" b="0" cap="all" spc="200" baseline="0">
                <a:solidFill>
                  <a:schemeClr val="accent1"/>
                </a:solidFill>
                <a:latin typeface="+mn-lt"/>
              </a:defRPr>
            </a:lvl1pPr>
            <a:lvl2pPr marL="0" indent="0">
              <a:buNone/>
              <a:defRPr/>
            </a:lvl2pPr>
          </a:lstStyle>
          <a:p>
            <a:pPr lvl="0"/>
            <a:r>
              <a:rPr lang="en-US"/>
              <a:t>Eyebrow identification, CALIBRI, 14PT</a:t>
            </a:r>
          </a:p>
        </p:txBody>
      </p:sp>
      <p:sp>
        <p:nvSpPr>
          <p:cNvPr id="16" name="Content Placeholder 5">
            <a:extLst>
              <a:ext uri="{FF2B5EF4-FFF2-40B4-BE49-F238E27FC236}">
                <a16:creationId xmlns:a16="http://schemas.microsoft.com/office/drawing/2014/main" id="{C73EADF8-32AF-409A-AD0A-3134A5D09D53}"/>
              </a:ext>
            </a:extLst>
          </p:cNvPr>
          <p:cNvSpPr>
            <a:spLocks noGrp="1"/>
          </p:cNvSpPr>
          <p:nvPr>
            <p:ph sz="quarter" idx="19"/>
          </p:nvPr>
        </p:nvSpPr>
        <p:spPr>
          <a:xfrm>
            <a:off x="670559" y="1882587"/>
            <a:ext cx="5096255" cy="4335332"/>
          </a:xfrm>
        </p:spPr>
        <p:txBody>
          <a:bodyPr/>
          <a:lstStyle>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Date Placeholder 5">
            <a:extLst>
              <a:ext uri="{FF2B5EF4-FFF2-40B4-BE49-F238E27FC236}">
                <a16:creationId xmlns:a16="http://schemas.microsoft.com/office/drawing/2014/main" id="{89AEB25F-FA40-4727-8C63-0FB00C65B1F1}"/>
              </a:ext>
            </a:extLst>
          </p:cNvPr>
          <p:cNvSpPr>
            <a:spLocks noGrp="1"/>
          </p:cNvSpPr>
          <p:nvPr>
            <p:ph type="dt" sz="half" idx="20"/>
          </p:nvPr>
        </p:nvSpPr>
        <p:spPr/>
        <p:txBody>
          <a:bodyPr/>
          <a:lstStyle/>
          <a:p>
            <a:r>
              <a:rPr lang="en-US" sz="1333"/>
              <a:t>17-Dec-24</a:t>
            </a:r>
            <a:endParaRPr lang="en-IN" sz="1333"/>
          </a:p>
        </p:txBody>
      </p:sp>
      <p:sp>
        <p:nvSpPr>
          <p:cNvPr id="7" name="Footer Placeholder 6">
            <a:extLst>
              <a:ext uri="{FF2B5EF4-FFF2-40B4-BE49-F238E27FC236}">
                <a16:creationId xmlns:a16="http://schemas.microsoft.com/office/drawing/2014/main" id="{080517F6-6DC6-4EDB-A0A3-3A25D9B2A02C}"/>
              </a:ext>
            </a:extLst>
          </p:cNvPr>
          <p:cNvSpPr>
            <a:spLocks noGrp="1"/>
          </p:cNvSpPr>
          <p:nvPr>
            <p:ph type="ftr" sz="quarter" idx="21"/>
          </p:nvPr>
        </p:nvSpPr>
        <p:spPr/>
        <p:txBody>
          <a:bodyPr/>
          <a:lstStyle/>
          <a:p>
            <a:pPr>
              <a:defRPr/>
            </a:pPr>
            <a:r>
              <a:rPr lang="en-US"/>
              <a:t>Enter title via "insert&gt;header and footer&gt;footer" | </a:t>
            </a:r>
            <a:endParaRPr lang="en-IN"/>
          </a:p>
        </p:txBody>
      </p:sp>
      <p:sp>
        <p:nvSpPr>
          <p:cNvPr id="8" name="Slide Number Placeholder 7">
            <a:extLst>
              <a:ext uri="{FF2B5EF4-FFF2-40B4-BE49-F238E27FC236}">
                <a16:creationId xmlns:a16="http://schemas.microsoft.com/office/drawing/2014/main" id="{E0E4568D-868E-42F7-926A-483A8A7B381A}"/>
              </a:ext>
            </a:extLst>
          </p:cNvPr>
          <p:cNvSpPr>
            <a:spLocks noGrp="1"/>
          </p:cNvSpPr>
          <p:nvPr>
            <p:ph type="sldNum" sz="quarter" idx="22"/>
          </p:nvPr>
        </p:nvSpPr>
        <p:spPr/>
        <p:txBody>
          <a:bodyPr/>
          <a:lstStyle/>
          <a:p>
            <a:pPr>
              <a:defRPr/>
            </a:pPr>
            <a:r>
              <a:rPr lang="en-IN"/>
              <a:t>| </a:t>
            </a:r>
            <a:fld id="{7B2119CD-3B2D-4CEB-B404-D2E3F8CD6D69}" type="slidenum">
              <a:rPr lang="en-IN" smtClean="0"/>
              <a:pPr>
                <a:defRPr/>
              </a:pPr>
              <a:t>‹#›</a:t>
            </a:fld>
            <a:endParaRPr lang="en-IN"/>
          </a:p>
        </p:txBody>
      </p:sp>
      <p:sp>
        <p:nvSpPr>
          <p:cNvPr id="3" name="Title 2">
            <a:extLst>
              <a:ext uri="{FF2B5EF4-FFF2-40B4-BE49-F238E27FC236}">
                <a16:creationId xmlns:a16="http://schemas.microsoft.com/office/drawing/2014/main" id="{F49B87BA-CB3B-4626-87FF-39721BA39BC9}"/>
              </a:ext>
            </a:extLst>
          </p:cNvPr>
          <p:cNvSpPr>
            <a:spLocks noGrp="1"/>
          </p:cNvSpPr>
          <p:nvPr>
            <p:ph type="title"/>
          </p:nvPr>
        </p:nvSpPr>
        <p:spPr>
          <a:xfrm>
            <a:off x="670560" y="759459"/>
            <a:ext cx="5096253" cy="520701"/>
          </a:xfrm>
        </p:spPr>
        <p:txBody>
          <a:bodyPr/>
          <a:lstStyle/>
          <a:p>
            <a:r>
              <a:rPr lang="en-US"/>
              <a:t>Click to edit Master title style</a:t>
            </a:r>
            <a:endParaRPr lang="en-IN"/>
          </a:p>
        </p:txBody>
      </p:sp>
    </p:spTree>
    <p:extLst>
      <p:ext uri="{BB962C8B-B14F-4D97-AF65-F5344CB8AC3E}">
        <p14:creationId xmlns:p14="http://schemas.microsoft.com/office/powerpoint/2010/main" val="2958247008"/>
      </p:ext>
    </p:extLst>
  </p:cSld>
  <p:clrMapOvr>
    <a:masterClrMapping/>
  </p:clrMapOvr>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userDrawn="1">
  <p:cSld name="(R) Half-content &amp; full image layout">
    <p:spTree>
      <p:nvGrpSpPr>
        <p:cNvPr id="1" name=""/>
        <p:cNvGrpSpPr/>
        <p:nvPr/>
      </p:nvGrpSpPr>
      <p:grpSpPr>
        <a:xfrm>
          <a:off x="0" y="0"/>
          <a:ext cx="0" cy="0"/>
          <a:chOff x="0" y="0"/>
          <a:chExt cx="0" cy="0"/>
        </a:xfrm>
      </p:grpSpPr>
      <p:sp>
        <p:nvSpPr>
          <p:cNvPr id="5" name="Picture Placeholder 9">
            <a:extLst>
              <a:ext uri="{FF2B5EF4-FFF2-40B4-BE49-F238E27FC236}">
                <a16:creationId xmlns:a16="http://schemas.microsoft.com/office/drawing/2014/main" id="{EBBC6B44-1A66-4C17-802D-CD6F3BEB84DB}"/>
              </a:ext>
            </a:extLst>
          </p:cNvPr>
          <p:cNvSpPr>
            <a:spLocks noGrp="1"/>
          </p:cNvSpPr>
          <p:nvPr>
            <p:ph type="pic" sz="quarter" idx="14" hasCustomPrompt="1"/>
          </p:nvPr>
        </p:nvSpPr>
        <p:spPr>
          <a:xfrm>
            <a:off x="1" y="0"/>
            <a:ext cx="12192000" cy="6858000"/>
          </a:xfrm>
          <a:prstGeom prst="rect">
            <a:avLst/>
          </a:prstGeom>
          <a:solidFill>
            <a:schemeClr val="bg2"/>
          </a:solidFill>
          <a:ln>
            <a:noFill/>
          </a:ln>
          <a:effectLst/>
        </p:spPr>
        <p:txBody>
          <a:bodyPr lIns="0" rIns="0" anchor="ctr" anchorCtr="0"/>
          <a:lstStyle>
            <a:lvl1pPr marL="927077" indent="0" algn="l">
              <a:tabLst/>
              <a:defRPr sz="2400" b="0" baseline="0">
                <a:solidFill>
                  <a:schemeClr val="accent1"/>
                </a:solidFill>
                <a:latin typeface="+mn-lt"/>
              </a:defRPr>
            </a:lvl1pPr>
          </a:lstStyle>
          <a:p>
            <a:r>
              <a:rPr lang="en-US"/>
              <a:t>Insert an image</a:t>
            </a:r>
            <a:br>
              <a:rPr lang="en-US"/>
            </a:br>
            <a:r>
              <a:rPr lang="en-US"/>
              <a:t>within this placeholder </a:t>
            </a:r>
          </a:p>
        </p:txBody>
      </p:sp>
      <p:sp>
        <p:nvSpPr>
          <p:cNvPr id="10" name="Content Placeholder 2">
            <a:extLst>
              <a:ext uri="{FF2B5EF4-FFF2-40B4-BE49-F238E27FC236}">
                <a16:creationId xmlns:a16="http://schemas.microsoft.com/office/drawing/2014/main" id="{997FC738-9BF3-4608-8B8E-05D0C5B5F6DE}"/>
              </a:ext>
            </a:extLst>
          </p:cNvPr>
          <p:cNvSpPr txBox="1">
            <a:spLocks/>
          </p:cNvSpPr>
          <p:nvPr userDrawn="1"/>
        </p:nvSpPr>
        <p:spPr bwMode="gray">
          <a:xfrm>
            <a:off x="670561" y="6427471"/>
            <a:ext cx="4077308" cy="292101"/>
          </a:xfrm>
          <a:prstGeom prst="rect">
            <a:avLst/>
          </a:prstGeom>
        </p:spPr>
        <p:txBody>
          <a:bodyPr vert="horz" lIns="0" rIns="0" anchor="b" anchorCtr="0"/>
          <a:lstStyle>
            <a:defPPr>
              <a:defRPr lang="en-US"/>
            </a:defPPr>
            <a:lvl1pPr indent="0" defTabSz="457200">
              <a:spcBef>
                <a:spcPct val="20000"/>
              </a:spcBef>
              <a:buFont typeface="Arial"/>
              <a:buNone/>
              <a:defRPr sz="1000">
                <a:solidFill>
                  <a:srgbClr val="000000"/>
                </a:solidFill>
                <a:cs typeface="Calibri" panose="020F0502020204030204" pitchFamily="34" charset="0"/>
              </a:defRPr>
            </a:lvl1pPr>
            <a:lvl2pPr indent="0" defTabSz="457200">
              <a:spcBef>
                <a:spcPct val="20000"/>
              </a:spcBef>
              <a:buFont typeface="Arial"/>
              <a:buNone/>
              <a:defRPr sz="900">
                <a:latin typeface="Georgia"/>
                <a:cs typeface="Georgia"/>
              </a:defRPr>
            </a:lvl2pPr>
            <a:lvl3pPr indent="0" defTabSz="457200">
              <a:spcBef>
                <a:spcPct val="20000"/>
              </a:spcBef>
              <a:buFont typeface="Arial"/>
              <a:buNone/>
              <a:defRPr sz="900">
                <a:latin typeface="Georgia"/>
                <a:cs typeface="Georgia"/>
              </a:defRPr>
            </a:lvl3pPr>
            <a:lvl4pPr indent="0" defTabSz="457200">
              <a:spcBef>
                <a:spcPct val="20000"/>
              </a:spcBef>
              <a:buFont typeface="Arial"/>
              <a:buNone/>
              <a:defRPr sz="900">
                <a:latin typeface="Georgia"/>
                <a:cs typeface="Georgia"/>
              </a:defRPr>
            </a:lvl4pPr>
            <a:lvl5pPr indent="0" defTabSz="457200">
              <a:spcBef>
                <a:spcPct val="20000"/>
              </a:spcBef>
              <a:buFont typeface="Arial"/>
              <a:buNone/>
              <a:defRPr sz="900">
                <a:latin typeface="Georgia"/>
                <a:cs typeface="Georgia"/>
              </a:defRPr>
            </a:lvl5pPr>
            <a:lvl6pPr marL="2514600" indent="-228600" defTabSz="457200">
              <a:spcBef>
                <a:spcPct val="20000"/>
              </a:spcBef>
              <a:buFont typeface="Arial"/>
              <a:buChar char="•"/>
              <a:defRPr sz="2000"/>
            </a:lvl6pPr>
            <a:lvl7pPr marL="2971800" indent="-228600" defTabSz="457200">
              <a:spcBef>
                <a:spcPct val="20000"/>
              </a:spcBef>
              <a:buFont typeface="Arial"/>
              <a:buChar char="•"/>
              <a:defRPr sz="2000"/>
            </a:lvl7pPr>
            <a:lvl8pPr marL="3429000" indent="-228600" defTabSz="457200">
              <a:spcBef>
                <a:spcPct val="20000"/>
              </a:spcBef>
              <a:buFont typeface="Arial"/>
              <a:buChar char="•"/>
              <a:defRPr sz="2000"/>
            </a:lvl8pPr>
            <a:lvl9pPr marL="3886200" indent="-228600" defTabSz="457200">
              <a:spcBef>
                <a:spcPct val="20000"/>
              </a:spcBef>
              <a:buFont typeface="Arial"/>
              <a:buChar char="•"/>
              <a:defRPr sz="2000"/>
            </a:lvl9pPr>
          </a:lstStyle>
          <a:p>
            <a:pPr lvl="0"/>
            <a:r>
              <a:rPr lang="en-US" sz="1333"/>
              <a:t>Proprietary and confidential — do not distribute</a:t>
            </a:r>
          </a:p>
        </p:txBody>
      </p:sp>
      <p:sp>
        <p:nvSpPr>
          <p:cNvPr id="17" name="Text Placeholder 9">
            <a:extLst>
              <a:ext uri="{FF2B5EF4-FFF2-40B4-BE49-F238E27FC236}">
                <a16:creationId xmlns:a16="http://schemas.microsoft.com/office/drawing/2014/main" id="{6273392E-BE16-4C3F-A463-7A7FC6BEE036}"/>
              </a:ext>
            </a:extLst>
          </p:cNvPr>
          <p:cNvSpPr>
            <a:spLocks noGrp="1"/>
          </p:cNvSpPr>
          <p:nvPr>
            <p:ph type="body" sz="quarter" idx="18" hasCustomPrompt="1"/>
          </p:nvPr>
        </p:nvSpPr>
        <p:spPr>
          <a:xfrm>
            <a:off x="6425185" y="355600"/>
            <a:ext cx="5096255" cy="348813"/>
          </a:xfrm>
          <a:prstGeom prst="rect">
            <a:avLst/>
          </a:prstGeom>
        </p:spPr>
        <p:txBody>
          <a:bodyPr wrap="square">
            <a:noAutofit/>
          </a:bodyPr>
          <a:lstStyle>
            <a:lvl1pPr>
              <a:defRPr sz="1867" b="0" cap="all" spc="200" baseline="0">
                <a:solidFill>
                  <a:schemeClr val="accent1"/>
                </a:solidFill>
                <a:latin typeface="+mn-lt"/>
              </a:defRPr>
            </a:lvl1pPr>
            <a:lvl2pPr marL="0" indent="0">
              <a:buNone/>
              <a:defRPr/>
            </a:lvl2pPr>
          </a:lstStyle>
          <a:p>
            <a:pPr lvl="0"/>
            <a:r>
              <a:rPr lang="en-US"/>
              <a:t>Eyebrow identification, CALIBRI, 14PT</a:t>
            </a:r>
          </a:p>
        </p:txBody>
      </p:sp>
      <p:sp>
        <p:nvSpPr>
          <p:cNvPr id="19" name="Content Placeholder 5">
            <a:extLst>
              <a:ext uri="{FF2B5EF4-FFF2-40B4-BE49-F238E27FC236}">
                <a16:creationId xmlns:a16="http://schemas.microsoft.com/office/drawing/2014/main" id="{1679F6DF-FEFB-4C1A-A396-814197C11D86}"/>
              </a:ext>
            </a:extLst>
          </p:cNvPr>
          <p:cNvSpPr>
            <a:spLocks noGrp="1"/>
          </p:cNvSpPr>
          <p:nvPr>
            <p:ph sz="quarter" idx="19"/>
          </p:nvPr>
        </p:nvSpPr>
        <p:spPr>
          <a:xfrm>
            <a:off x="6425182" y="1882587"/>
            <a:ext cx="5096255" cy="4335332"/>
          </a:xfrm>
        </p:spPr>
        <p:txBody>
          <a:bodyPr/>
          <a:lstStyle>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Date Placeholder 5">
            <a:extLst>
              <a:ext uri="{FF2B5EF4-FFF2-40B4-BE49-F238E27FC236}">
                <a16:creationId xmlns:a16="http://schemas.microsoft.com/office/drawing/2014/main" id="{9F552E6A-42EF-4270-B9A7-98DFF9C26BC9}"/>
              </a:ext>
            </a:extLst>
          </p:cNvPr>
          <p:cNvSpPr>
            <a:spLocks noGrp="1"/>
          </p:cNvSpPr>
          <p:nvPr>
            <p:ph type="dt" sz="half" idx="20"/>
          </p:nvPr>
        </p:nvSpPr>
        <p:spPr/>
        <p:txBody>
          <a:bodyPr/>
          <a:lstStyle/>
          <a:p>
            <a:r>
              <a:rPr lang="en-US" sz="1333"/>
              <a:t>17-Dec-24</a:t>
            </a:r>
            <a:endParaRPr lang="en-IN" sz="1333"/>
          </a:p>
        </p:txBody>
      </p:sp>
      <p:sp>
        <p:nvSpPr>
          <p:cNvPr id="7" name="Footer Placeholder 6">
            <a:extLst>
              <a:ext uri="{FF2B5EF4-FFF2-40B4-BE49-F238E27FC236}">
                <a16:creationId xmlns:a16="http://schemas.microsoft.com/office/drawing/2014/main" id="{7474A17B-B0E6-4C29-8975-C906D9247990}"/>
              </a:ext>
            </a:extLst>
          </p:cNvPr>
          <p:cNvSpPr>
            <a:spLocks noGrp="1"/>
          </p:cNvSpPr>
          <p:nvPr>
            <p:ph type="ftr" sz="quarter" idx="21"/>
          </p:nvPr>
        </p:nvSpPr>
        <p:spPr/>
        <p:txBody>
          <a:bodyPr/>
          <a:lstStyle/>
          <a:p>
            <a:pPr>
              <a:defRPr/>
            </a:pPr>
            <a:r>
              <a:rPr lang="en-US"/>
              <a:t>Enter title via "insert&gt;header and footer&gt;footer" | </a:t>
            </a:r>
            <a:endParaRPr lang="en-IN"/>
          </a:p>
        </p:txBody>
      </p:sp>
      <p:sp>
        <p:nvSpPr>
          <p:cNvPr id="8" name="Slide Number Placeholder 7">
            <a:extLst>
              <a:ext uri="{FF2B5EF4-FFF2-40B4-BE49-F238E27FC236}">
                <a16:creationId xmlns:a16="http://schemas.microsoft.com/office/drawing/2014/main" id="{9A86EBC0-A4B4-49A9-8E69-797CFD88D052}"/>
              </a:ext>
            </a:extLst>
          </p:cNvPr>
          <p:cNvSpPr>
            <a:spLocks noGrp="1"/>
          </p:cNvSpPr>
          <p:nvPr>
            <p:ph type="sldNum" sz="quarter" idx="22"/>
          </p:nvPr>
        </p:nvSpPr>
        <p:spPr/>
        <p:txBody>
          <a:bodyPr/>
          <a:lstStyle/>
          <a:p>
            <a:pPr>
              <a:defRPr/>
            </a:pPr>
            <a:r>
              <a:rPr lang="en-IN"/>
              <a:t>| </a:t>
            </a:r>
            <a:fld id="{7B2119CD-3B2D-4CEB-B404-D2E3F8CD6D69}" type="slidenum">
              <a:rPr lang="en-IN" smtClean="0"/>
              <a:pPr>
                <a:defRPr/>
              </a:pPr>
              <a:t>‹#›</a:t>
            </a:fld>
            <a:endParaRPr lang="en-IN"/>
          </a:p>
        </p:txBody>
      </p:sp>
      <p:sp>
        <p:nvSpPr>
          <p:cNvPr id="3" name="Title 2">
            <a:extLst>
              <a:ext uri="{FF2B5EF4-FFF2-40B4-BE49-F238E27FC236}">
                <a16:creationId xmlns:a16="http://schemas.microsoft.com/office/drawing/2014/main" id="{40E04E43-6321-44FE-86E3-92363113651D}"/>
              </a:ext>
            </a:extLst>
          </p:cNvPr>
          <p:cNvSpPr>
            <a:spLocks noGrp="1"/>
          </p:cNvSpPr>
          <p:nvPr>
            <p:ph type="title"/>
          </p:nvPr>
        </p:nvSpPr>
        <p:spPr>
          <a:xfrm>
            <a:off x="6425181" y="759459"/>
            <a:ext cx="5096259" cy="520701"/>
          </a:xfrm>
        </p:spPr>
        <p:txBody>
          <a:bodyPr/>
          <a:lstStyle/>
          <a:p>
            <a:r>
              <a:rPr lang="en-US"/>
              <a:t>Click to edit Master title style</a:t>
            </a:r>
            <a:endParaRPr lang="en-IN"/>
          </a:p>
        </p:txBody>
      </p:sp>
    </p:spTree>
    <p:extLst>
      <p:ext uri="{BB962C8B-B14F-4D97-AF65-F5344CB8AC3E}">
        <p14:creationId xmlns:p14="http://schemas.microsoft.com/office/powerpoint/2010/main" val="3431524670"/>
      </p:ext>
    </p:extLst>
  </p:cSld>
  <p:clrMapOvr>
    <a:masterClrMapping/>
  </p:clrMapOvr>
</p:sldLayout>
</file>

<file path=ppt/slideLayouts/slideLayout14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Do not remove" hidden="1">
            <a:extLst>
              <a:ext uri="{FF2B5EF4-FFF2-40B4-BE49-F238E27FC236}">
                <a16:creationId xmlns:a16="http://schemas.microsoft.com/office/drawing/2014/main" id="{53691526-B1DA-8BF6-E7D6-57A4A2CB20DF}"/>
              </a:ext>
            </a:extLst>
          </p:cNvPr>
          <p:cNvSpPr/>
          <p:nvPr userDrawn="1">
            <p:custDataLst>
              <p:tags r:id="rId1"/>
            </p:custDataLst>
          </p:nvPr>
        </p:nvSpPr>
        <p:spPr>
          <a:xfrm>
            <a:off x="0" y="0"/>
            <a:ext cx="16933" cy="16933"/>
          </a:xfrm>
          <a:prstGeom prst="octagon">
            <a:avLst/>
          </a:prstGeom>
          <a:noFill/>
          <a:ln>
            <a:noFill/>
          </a:ln>
          <a:extLst>
            <a:ext uri="{909E8E84-426E-40DD-AFC4-6F175D3DCCD1}">
              <a14:hiddenFill xmlns:a14="http://schemas.microsoft.com/office/drawing/2010/main">
                <a:solidFill>
                  <a:schemeClr val="accent5"/>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0" name="Text Placeholder 9">
            <a:extLst>
              <a:ext uri="{FF2B5EF4-FFF2-40B4-BE49-F238E27FC236}">
                <a16:creationId xmlns:a16="http://schemas.microsoft.com/office/drawing/2014/main" id="{CC2773AC-CB5F-4692-8614-145FCB812285}"/>
              </a:ext>
            </a:extLst>
          </p:cNvPr>
          <p:cNvSpPr>
            <a:spLocks noGrp="1"/>
          </p:cNvSpPr>
          <p:nvPr>
            <p:ph type="body" sz="quarter" idx="10" hasCustomPrompt="1"/>
          </p:nvPr>
        </p:nvSpPr>
        <p:spPr>
          <a:xfrm>
            <a:off x="670562" y="355600"/>
            <a:ext cx="6989233" cy="348813"/>
          </a:xfrm>
          <a:prstGeom prst="rect">
            <a:avLst/>
          </a:prstGeom>
        </p:spPr>
        <p:txBody>
          <a:bodyPr>
            <a:noAutofit/>
          </a:bodyPr>
          <a:lstStyle>
            <a:lvl1pPr>
              <a:defRPr sz="1867" b="0" cap="all" spc="200" baseline="0">
                <a:solidFill>
                  <a:schemeClr val="accent1"/>
                </a:solidFill>
                <a:latin typeface="+mn-lt"/>
              </a:defRPr>
            </a:lvl1pPr>
            <a:lvl2pPr marL="0" indent="0">
              <a:buNone/>
              <a:defRPr/>
            </a:lvl2pPr>
          </a:lstStyle>
          <a:p>
            <a:pPr lvl="0"/>
            <a:r>
              <a:rPr lang="en-US"/>
              <a:t>Eyebrow identification, CALIBRI, 14PT REGULAR</a:t>
            </a:r>
          </a:p>
        </p:txBody>
      </p:sp>
      <p:sp>
        <p:nvSpPr>
          <p:cNvPr id="5" name="Date Placeholder 4">
            <a:extLst>
              <a:ext uri="{FF2B5EF4-FFF2-40B4-BE49-F238E27FC236}">
                <a16:creationId xmlns:a16="http://schemas.microsoft.com/office/drawing/2014/main" id="{90095818-CAA3-49D4-822D-78FB55358F3D}"/>
              </a:ext>
            </a:extLst>
          </p:cNvPr>
          <p:cNvSpPr>
            <a:spLocks noGrp="1"/>
          </p:cNvSpPr>
          <p:nvPr>
            <p:ph type="dt" sz="half" idx="11"/>
          </p:nvPr>
        </p:nvSpPr>
        <p:spPr/>
        <p:txBody>
          <a:bodyPr/>
          <a:lstStyle/>
          <a:p>
            <a:r>
              <a:rPr lang="en-US" sz="1333"/>
              <a:t>17-Dec-24</a:t>
            </a:r>
            <a:endParaRPr lang="en-IN" sz="1333"/>
          </a:p>
        </p:txBody>
      </p:sp>
      <p:sp>
        <p:nvSpPr>
          <p:cNvPr id="6" name="Footer Placeholder 5">
            <a:extLst>
              <a:ext uri="{FF2B5EF4-FFF2-40B4-BE49-F238E27FC236}">
                <a16:creationId xmlns:a16="http://schemas.microsoft.com/office/drawing/2014/main" id="{3DF4A984-8C41-4A18-A4AB-486817760C84}"/>
              </a:ext>
            </a:extLst>
          </p:cNvPr>
          <p:cNvSpPr>
            <a:spLocks noGrp="1"/>
          </p:cNvSpPr>
          <p:nvPr>
            <p:ph type="ftr" sz="quarter" idx="12"/>
          </p:nvPr>
        </p:nvSpPr>
        <p:spPr/>
        <p:txBody>
          <a:bodyPr/>
          <a:lstStyle/>
          <a:p>
            <a:pPr>
              <a:defRPr/>
            </a:pPr>
            <a:r>
              <a:rPr lang="en-US"/>
              <a:t>Enter title via "insert&gt;header and footer&gt;footer" | </a:t>
            </a:r>
            <a:endParaRPr lang="en-IN"/>
          </a:p>
        </p:txBody>
      </p:sp>
      <p:sp>
        <p:nvSpPr>
          <p:cNvPr id="7" name="Slide Number Placeholder 6">
            <a:extLst>
              <a:ext uri="{FF2B5EF4-FFF2-40B4-BE49-F238E27FC236}">
                <a16:creationId xmlns:a16="http://schemas.microsoft.com/office/drawing/2014/main" id="{43C13B2C-626A-4182-93CD-E777AFAD57CE}"/>
              </a:ext>
            </a:extLst>
          </p:cNvPr>
          <p:cNvSpPr>
            <a:spLocks noGrp="1"/>
          </p:cNvSpPr>
          <p:nvPr>
            <p:ph type="sldNum" sz="quarter" idx="13"/>
          </p:nvPr>
        </p:nvSpPr>
        <p:spPr/>
        <p:txBody>
          <a:bodyPr/>
          <a:lstStyle/>
          <a:p>
            <a:pPr>
              <a:defRPr/>
            </a:pPr>
            <a:r>
              <a:rPr lang="en-IN"/>
              <a:t>| </a:t>
            </a:r>
            <a:fld id="{7B2119CD-3B2D-4CEB-B404-D2E3F8CD6D69}" type="slidenum">
              <a:rPr lang="en-IN" smtClean="0"/>
              <a:pPr>
                <a:defRPr/>
              </a:pPr>
              <a:t>‹#›</a:t>
            </a:fld>
            <a:endParaRPr lang="en-IN"/>
          </a:p>
        </p:txBody>
      </p:sp>
      <p:sp>
        <p:nvSpPr>
          <p:cNvPr id="3" name="Title 2">
            <a:extLst>
              <a:ext uri="{FF2B5EF4-FFF2-40B4-BE49-F238E27FC236}">
                <a16:creationId xmlns:a16="http://schemas.microsoft.com/office/drawing/2014/main" id="{3F2BE9E2-7A7D-4BED-96F2-45B5703A2DAB}"/>
              </a:ext>
            </a:extLst>
          </p:cNvPr>
          <p:cNvSpPr>
            <a:spLocks noGrp="1"/>
          </p:cNvSpPr>
          <p:nvPr>
            <p:ph type="title"/>
          </p:nvPr>
        </p:nvSpPr>
        <p:spPr/>
        <p:txBody>
          <a:bodyPr/>
          <a:lstStyle/>
          <a:p>
            <a:r>
              <a:rPr lang="en-US"/>
              <a:t>Click to edit Master title style</a:t>
            </a:r>
            <a:endParaRPr lang="en-IN"/>
          </a:p>
        </p:txBody>
      </p:sp>
    </p:spTree>
    <p:extLst>
      <p:ext uri="{BB962C8B-B14F-4D97-AF65-F5344CB8AC3E}">
        <p14:creationId xmlns:p14="http://schemas.microsoft.com/office/powerpoint/2010/main" val="1723485970"/>
      </p:ext>
    </p:extLst>
  </p:cSld>
  <p:clrMapOvr>
    <a:masterClrMapping/>
  </p:clrMapOvr>
</p:sldLayout>
</file>

<file path=ppt/slideLayouts/slideLayout14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51B9B04E-CEBD-4F9E-A541-121DB0F546B9}"/>
              </a:ext>
            </a:extLst>
          </p:cNvPr>
          <p:cNvSpPr>
            <a:spLocks noGrp="1"/>
          </p:cNvSpPr>
          <p:nvPr>
            <p:ph type="dt" sz="half" idx="10"/>
          </p:nvPr>
        </p:nvSpPr>
        <p:spPr/>
        <p:txBody>
          <a:bodyPr/>
          <a:lstStyle/>
          <a:p>
            <a:r>
              <a:rPr lang="en-US" sz="1333"/>
              <a:t>17-Dec-24</a:t>
            </a:r>
            <a:endParaRPr lang="en-IN" sz="1333"/>
          </a:p>
        </p:txBody>
      </p:sp>
      <p:sp>
        <p:nvSpPr>
          <p:cNvPr id="6" name="Footer Placeholder 5">
            <a:extLst>
              <a:ext uri="{FF2B5EF4-FFF2-40B4-BE49-F238E27FC236}">
                <a16:creationId xmlns:a16="http://schemas.microsoft.com/office/drawing/2014/main" id="{BDFCBFE7-5E00-4725-92DC-113FE1B9DB27}"/>
              </a:ext>
            </a:extLst>
          </p:cNvPr>
          <p:cNvSpPr>
            <a:spLocks noGrp="1"/>
          </p:cNvSpPr>
          <p:nvPr>
            <p:ph type="ftr" sz="quarter" idx="11"/>
          </p:nvPr>
        </p:nvSpPr>
        <p:spPr/>
        <p:txBody>
          <a:bodyPr/>
          <a:lstStyle/>
          <a:p>
            <a:pPr>
              <a:defRPr/>
            </a:pPr>
            <a:r>
              <a:rPr lang="en-US"/>
              <a:t>Enter title via "insert&gt;header and footer&gt;footer" | </a:t>
            </a:r>
            <a:endParaRPr lang="en-IN"/>
          </a:p>
        </p:txBody>
      </p:sp>
      <p:sp>
        <p:nvSpPr>
          <p:cNvPr id="7" name="Slide Number Placeholder 6">
            <a:extLst>
              <a:ext uri="{FF2B5EF4-FFF2-40B4-BE49-F238E27FC236}">
                <a16:creationId xmlns:a16="http://schemas.microsoft.com/office/drawing/2014/main" id="{E938BA52-5212-4BC3-9F12-DB299DFC36EF}"/>
              </a:ext>
            </a:extLst>
          </p:cNvPr>
          <p:cNvSpPr>
            <a:spLocks noGrp="1"/>
          </p:cNvSpPr>
          <p:nvPr>
            <p:ph type="sldNum" sz="quarter" idx="12"/>
          </p:nvPr>
        </p:nvSpPr>
        <p:spPr/>
        <p:txBody>
          <a:bodyPr/>
          <a:lstStyle/>
          <a:p>
            <a:pPr>
              <a:defRPr/>
            </a:pPr>
            <a:r>
              <a:rPr lang="en-IN"/>
              <a:t>| </a:t>
            </a:r>
            <a:fld id="{7B2119CD-3B2D-4CEB-B404-D2E3F8CD6D69}" type="slidenum">
              <a:rPr lang="en-IN" smtClean="0"/>
              <a:pPr>
                <a:defRPr/>
              </a:pPr>
              <a:t>‹#›</a:t>
            </a:fld>
            <a:endParaRPr lang="en-IN"/>
          </a:p>
        </p:txBody>
      </p:sp>
    </p:spTree>
    <p:extLst>
      <p:ext uri="{BB962C8B-B14F-4D97-AF65-F5344CB8AC3E}">
        <p14:creationId xmlns:p14="http://schemas.microsoft.com/office/powerpoint/2010/main" val="3711017952"/>
      </p:ext>
    </p:extLst>
  </p:cSld>
  <p:clrMapOvr>
    <a:masterClrMapping/>
  </p:clrMapOvr>
</p:sldLayout>
</file>

<file path=ppt/slideLayouts/slideLayout145.xml><?xml version="1.0" encoding="utf-8"?>
<p:sldLayout xmlns:a="http://schemas.openxmlformats.org/drawingml/2006/main" xmlns:r="http://schemas.openxmlformats.org/officeDocument/2006/relationships" xmlns:p="http://schemas.openxmlformats.org/presentationml/2006/main" showMasterSp="0" type="secHead" preserve="1">
  <p:cSld name="Section Header Dark Blue">
    <p:bg bwMode="auto">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bwMode="gray">
          <a:xfrm>
            <a:off x="670560" y="3108959"/>
            <a:ext cx="10850880" cy="1645920"/>
          </a:xfrm>
        </p:spPr>
        <p:txBody>
          <a:bodyPr wrap="square" rIns="0" bIns="0" anchor="t">
            <a:noAutofit/>
          </a:bodyPr>
          <a:lstStyle>
            <a:lvl1pPr algn="l">
              <a:lnSpc>
                <a:spcPct val="80000"/>
              </a:lnSpc>
              <a:defRPr sz="5867" b="0" cap="none" spc="0" baseline="0">
                <a:solidFill>
                  <a:schemeClr val="bg1"/>
                </a:solidFill>
                <a:latin typeface="+mj-lt"/>
              </a:defRPr>
            </a:lvl1pPr>
          </a:lstStyle>
          <a:p>
            <a:r>
              <a:rPr lang="en-US"/>
              <a:t>Click to edit master title style</a:t>
            </a:r>
          </a:p>
        </p:txBody>
      </p:sp>
      <p:sp>
        <p:nvSpPr>
          <p:cNvPr id="3" name="Text Placeholder 2"/>
          <p:cNvSpPr>
            <a:spLocks noGrp="1"/>
          </p:cNvSpPr>
          <p:nvPr>
            <p:ph type="body" idx="1" hasCustomPrompt="1"/>
          </p:nvPr>
        </p:nvSpPr>
        <p:spPr bwMode="gray">
          <a:xfrm>
            <a:off x="670560" y="2331720"/>
            <a:ext cx="10850880" cy="640080"/>
          </a:xfrm>
          <a:prstGeom prst="rect">
            <a:avLst/>
          </a:prstGeom>
        </p:spPr>
        <p:txBody>
          <a:bodyPr rIns="0" bIns="0" anchor="b"/>
          <a:lstStyle>
            <a:lvl1pPr marL="0" indent="0">
              <a:lnSpc>
                <a:spcPct val="100000"/>
              </a:lnSpc>
              <a:buNone/>
              <a:defRPr sz="2400" b="1" cap="all" spc="200" baseline="0">
                <a:solidFill>
                  <a:schemeClr val="bg1"/>
                </a:solidFill>
                <a:latin typeface="+mn-lt"/>
                <a:cs typeface="Calibri" panose="020F0502020204030204" pitchFamily="34" charset="0"/>
              </a:defRPr>
            </a:lvl1pPr>
            <a:lvl2pPr marL="609585" indent="0">
              <a:buNone/>
              <a:defRPr sz="2400">
                <a:solidFill>
                  <a:schemeClr val="tx1">
                    <a:tint val="75000"/>
                  </a:schemeClr>
                </a:solidFill>
              </a:defRPr>
            </a:lvl2pPr>
            <a:lvl3pPr marL="1219170" indent="0">
              <a:buNone/>
              <a:defRPr sz="2133">
                <a:solidFill>
                  <a:schemeClr val="tx1">
                    <a:tint val="75000"/>
                  </a:schemeClr>
                </a:solidFill>
              </a:defRPr>
            </a:lvl3pPr>
            <a:lvl4pPr marL="1828754" indent="0">
              <a:buNone/>
              <a:defRPr sz="1867">
                <a:solidFill>
                  <a:schemeClr val="tx1">
                    <a:tint val="75000"/>
                  </a:schemeClr>
                </a:solidFill>
              </a:defRPr>
            </a:lvl4pPr>
            <a:lvl5pPr marL="2438339" indent="0">
              <a:buNone/>
              <a:defRPr sz="1867">
                <a:solidFill>
                  <a:schemeClr val="tx1">
                    <a:tint val="75000"/>
                  </a:schemeClr>
                </a:solidFill>
              </a:defRPr>
            </a:lvl5pPr>
            <a:lvl6pPr marL="3047924" indent="0">
              <a:buNone/>
              <a:defRPr sz="1867">
                <a:solidFill>
                  <a:schemeClr val="tx1">
                    <a:tint val="75000"/>
                  </a:schemeClr>
                </a:solidFill>
              </a:defRPr>
            </a:lvl6pPr>
            <a:lvl7pPr marL="3657509" indent="0">
              <a:buNone/>
              <a:defRPr sz="1867">
                <a:solidFill>
                  <a:schemeClr val="tx1">
                    <a:tint val="75000"/>
                  </a:schemeClr>
                </a:solidFill>
              </a:defRPr>
            </a:lvl7pPr>
            <a:lvl8pPr marL="4267093" indent="0">
              <a:buNone/>
              <a:defRPr sz="1867">
                <a:solidFill>
                  <a:schemeClr val="tx1">
                    <a:tint val="75000"/>
                  </a:schemeClr>
                </a:solidFill>
              </a:defRPr>
            </a:lvl8pPr>
            <a:lvl9pPr marL="4876678" indent="0">
              <a:buNone/>
              <a:defRPr sz="1867">
                <a:solidFill>
                  <a:schemeClr val="tx1">
                    <a:tint val="75000"/>
                  </a:schemeClr>
                </a:solidFill>
              </a:defRPr>
            </a:lvl9pPr>
          </a:lstStyle>
          <a:p>
            <a:pPr lvl="0"/>
            <a:r>
              <a:rPr lang="en-US"/>
              <a:t>CLICK TO EDIT MASTER TEXT STYLES</a:t>
            </a:r>
          </a:p>
        </p:txBody>
      </p:sp>
      <p:sp>
        <p:nvSpPr>
          <p:cNvPr id="9" name="Content Placeholder 2">
            <a:extLst>
              <a:ext uri="{FF2B5EF4-FFF2-40B4-BE49-F238E27FC236}">
                <a16:creationId xmlns:a16="http://schemas.microsoft.com/office/drawing/2014/main" id="{815B31BE-5499-438F-8FC9-24D8712E9F2E}"/>
              </a:ext>
            </a:extLst>
          </p:cNvPr>
          <p:cNvSpPr txBox="1">
            <a:spLocks/>
          </p:cNvSpPr>
          <p:nvPr userDrawn="1"/>
        </p:nvSpPr>
        <p:spPr bwMode="gray">
          <a:xfrm>
            <a:off x="670561" y="6427471"/>
            <a:ext cx="4077308" cy="292101"/>
          </a:xfrm>
          <a:prstGeom prst="rect">
            <a:avLst/>
          </a:prstGeom>
        </p:spPr>
        <p:txBody>
          <a:bodyPr vert="horz" lIns="0" rIns="0" anchor="b" anchorCtr="0"/>
          <a:lstStyle>
            <a:lvl1pPr marL="0" indent="0" algn="l" defTabSz="457200" rtl="0" eaLnBrk="1" latinLnBrk="0" hangingPunct="1">
              <a:spcBef>
                <a:spcPct val="20000"/>
              </a:spcBef>
              <a:buFont typeface="Arial"/>
              <a:buNone/>
              <a:defRPr sz="900" kern="1200">
                <a:solidFill>
                  <a:schemeClr val="tx1"/>
                </a:solidFill>
                <a:latin typeface="Georgia"/>
                <a:ea typeface="+mn-ea"/>
                <a:cs typeface="Georgia"/>
              </a:defRPr>
            </a:lvl1pPr>
            <a:lvl2pPr marL="457200" indent="0" algn="l" defTabSz="457200" rtl="0" eaLnBrk="1" latinLnBrk="0" hangingPunct="1">
              <a:spcBef>
                <a:spcPct val="20000"/>
              </a:spcBef>
              <a:buFont typeface="Arial"/>
              <a:buNone/>
              <a:defRPr sz="900" kern="1200">
                <a:solidFill>
                  <a:schemeClr val="tx1"/>
                </a:solidFill>
                <a:latin typeface="Georgia"/>
                <a:ea typeface="+mn-ea"/>
                <a:cs typeface="Georgia"/>
              </a:defRPr>
            </a:lvl2pPr>
            <a:lvl3pPr marL="914400" indent="0" algn="l" defTabSz="457200" rtl="0" eaLnBrk="1" latinLnBrk="0" hangingPunct="1">
              <a:spcBef>
                <a:spcPct val="20000"/>
              </a:spcBef>
              <a:buFont typeface="Arial"/>
              <a:buNone/>
              <a:defRPr sz="900" kern="1200">
                <a:solidFill>
                  <a:schemeClr val="tx1"/>
                </a:solidFill>
                <a:latin typeface="Georgia"/>
                <a:ea typeface="+mn-ea"/>
                <a:cs typeface="Georgia"/>
              </a:defRPr>
            </a:lvl3pPr>
            <a:lvl4pPr marL="1371600" indent="0" algn="l" defTabSz="457200" rtl="0" eaLnBrk="1" latinLnBrk="0" hangingPunct="1">
              <a:spcBef>
                <a:spcPct val="20000"/>
              </a:spcBef>
              <a:buFont typeface="Arial"/>
              <a:buNone/>
              <a:defRPr sz="900" kern="1200">
                <a:solidFill>
                  <a:schemeClr val="tx1"/>
                </a:solidFill>
                <a:latin typeface="Georgia"/>
                <a:ea typeface="+mn-ea"/>
                <a:cs typeface="Georgia"/>
              </a:defRPr>
            </a:lvl4pPr>
            <a:lvl5pPr marL="1828800" indent="0" algn="l" defTabSz="457200" rtl="0" eaLnBrk="1" latinLnBrk="0" hangingPunct="1">
              <a:spcBef>
                <a:spcPct val="20000"/>
              </a:spcBef>
              <a:buFont typeface="Arial"/>
              <a:buNone/>
              <a:defRPr sz="900" kern="1200">
                <a:solidFill>
                  <a:schemeClr val="tx1"/>
                </a:solidFill>
                <a:latin typeface="Georgia"/>
                <a:ea typeface="+mn-ea"/>
                <a:cs typeface="Georgia"/>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1333">
                <a:solidFill>
                  <a:schemeClr val="bg1"/>
                </a:solidFill>
                <a:latin typeface="Calibri" panose="020F0502020204030204" pitchFamily="34" charset="0"/>
                <a:cs typeface="Calibri" panose="020F0502020204030204" pitchFamily="34" charset="0"/>
              </a:rPr>
              <a:t>Proprietary and confidential — do not distribute</a:t>
            </a:r>
          </a:p>
        </p:txBody>
      </p:sp>
      <p:sp>
        <p:nvSpPr>
          <p:cNvPr id="7" name="Date Placeholder 6">
            <a:extLst>
              <a:ext uri="{FF2B5EF4-FFF2-40B4-BE49-F238E27FC236}">
                <a16:creationId xmlns:a16="http://schemas.microsoft.com/office/drawing/2014/main" id="{6829463D-7256-4F94-B053-694230DDA169}"/>
              </a:ext>
            </a:extLst>
          </p:cNvPr>
          <p:cNvSpPr>
            <a:spLocks noGrp="1"/>
          </p:cNvSpPr>
          <p:nvPr>
            <p:ph type="dt" sz="half" idx="10"/>
          </p:nvPr>
        </p:nvSpPr>
        <p:spPr/>
        <p:txBody>
          <a:bodyPr/>
          <a:lstStyle>
            <a:lvl1pPr>
              <a:defRPr>
                <a:solidFill>
                  <a:schemeClr val="bg1"/>
                </a:solidFill>
              </a:defRPr>
            </a:lvl1pPr>
          </a:lstStyle>
          <a:p>
            <a:r>
              <a:rPr lang="en-US"/>
              <a:t>17-Dec-24</a:t>
            </a:r>
            <a:endParaRPr lang="en-IN"/>
          </a:p>
        </p:txBody>
      </p:sp>
      <p:sp>
        <p:nvSpPr>
          <p:cNvPr id="8" name="Footer Placeholder 7">
            <a:extLst>
              <a:ext uri="{FF2B5EF4-FFF2-40B4-BE49-F238E27FC236}">
                <a16:creationId xmlns:a16="http://schemas.microsoft.com/office/drawing/2014/main" id="{8AC65850-E065-46A5-AFAB-25EE12435446}"/>
              </a:ext>
            </a:extLst>
          </p:cNvPr>
          <p:cNvSpPr>
            <a:spLocks noGrp="1"/>
          </p:cNvSpPr>
          <p:nvPr>
            <p:ph type="ftr" sz="quarter" idx="11"/>
          </p:nvPr>
        </p:nvSpPr>
        <p:spPr/>
        <p:txBody>
          <a:bodyPr/>
          <a:lstStyle>
            <a:lvl1pPr>
              <a:defRPr>
                <a:solidFill>
                  <a:schemeClr val="bg1"/>
                </a:solidFill>
              </a:defRPr>
            </a:lvl1pPr>
          </a:lstStyle>
          <a:p>
            <a:pPr>
              <a:defRPr/>
            </a:pPr>
            <a:r>
              <a:rPr lang="en-US"/>
              <a:t>Enter title via "insert&gt;header and footer&gt;footer" | </a:t>
            </a:r>
            <a:endParaRPr lang="en-IN"/>
          </a:p>
        </p:txBody>
      </p:sp>
      <p:sp>
        <p:nvSpPr>
          <p:cNvPr id="10" name="Slide Number Placeholder 9">
            <a:extLst>
              <a:ext uri="{FF2B5EF4-FFF2-40B4-BE49-F238E27FC236}">
                <a16:creationId xmlns:a16="http://schemas.microsoft.com/office/drawing/2014/main" id="{00E02CAF-4CC0-4859-963B-FC187D3CD31C}"/>
              </a:ext>
            </a:extLst>
          </p:cNvPr>
          <p:cNvSpPr>
            <a:spLocks noGrp="1"/>
          </p:cNvSpPr>
          <p:nvPr>
            <p:ph type="sldNum" sz="quarter" idx="12"/>
          </p:nvPr>
        </p:nvSpPr>
        <p:spPr/>
        <p:txBody>
          <a:bodyPr/>
          <a:lstStyle>
            <a:lvl1pPr>
              <a:defRPr>
                <a:solidFill>
                  <a:schemeClr val="bg1"/>
                </a:solidFill>
              </a:defRPr>
            </a:lvl1pPr>
          </a:lstStyle>
          <a:p>
            <a:pPr>
              <a:defRPr/>
            </a:pPr>
            <a:r>
              <a:rPr lang="en-IN"/>
              <a:t>| </a:t>
            </a:r>
            <a:fld id="{7B2119CD-3B2D-4CEB-B404-D2E3F8CD6D69}" type="slidenum">
              <a:rPr lang="en-IN" smtClean="0"/>
              <a:pPr>
                <a:defRPr/>
              </a:pPr>
              <a:t>‹#›</a:t>
            </a:fld>
            <a:endParaRPr lang="en-IN"/>
          </a:p>
        </p:txBody>
      </p:sp>
    </p:spTree>
    <p:extLst>
      <p:ext uri="{BB962C8B-B14F-4D97-AF65-F5344CB8AC3E}">
        <p14:creationId xmlns:p14="http://schemas.microsoft.com/office/powerpoint/2010/main" val="1815281069"/>
      </p:ext>
    </p:extLst>
  </p:cSld>
  <p:clrMapOvr>
    <a:masterClrMapping/>
  </p:clrMapOvr>
</p:sldLayout>
</file>

<file path=ppt/slideLayouts/slideLayout146.xml><?xml version="1.0" encoding="utf-8"?>
<p:sldLayout xmlns:a="http://schemas.openxmlformats.org/drawingml/2006/main" xmlns:r="http://schemas.openxmlformats.org/officeDocument/2006/relationships" xmlns:p="http://schemas.openxmlformats.org/presentationml/2006/main" showMasterSp="0" type="secHead" preserve="1">
  <p:cSld name="Section Header Purple">
    <p:bg bwMode="auto">
      <p:bgPr>
        <a:solidFill>
          <a:schemeClr val="accent5"/>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bwMode="gray">
          <a:xfrm>
            <a:off x="670560" y="3108959"/>
            <a:ext cx="10850880" cy="1645920"/>
          </a:xfrm>
        </p:spPr>
        <p:txBody>
          <a:bodyPr rIns="0" bIns="0" anchor="t">
            <a:noAutofit/>
          </a:bodyPr>
          <a:lstStyle>
            <a:lvl1pPr algn="l">
              <a:lnSpc>
                <a:spcPct val="80000"/>
              </a:lnSpc>
              <a:defRPr sz="5867" b="0" cap="none" spc="0" baseline="0">
                <a:solidFill>
                  <a:schemeClr val="bg1"/>
                </a:solidFill>
                <a:latin typeface="+mj-lt"/>
              </a:defRPr>
            </a:lvl1pPr>
          </a:lstStyle>
          <a:p>
            <a:r>
              <a:rPr lang="en-US"/>
              <a:t>Click to edit master title style</a:t>
            </a:r>
          </a:p>
        </p:txBody>
      </p:sp>
      <p:sp>
        <p:nvSpPr>
          <p:cNvPr id="3" name="Text Placeholder 2"/>
          <p:cNvSpPr>
            <a:spLocks noGrp="1"/>
          </p:cNvSpPr>
          <p:nvPr>
            <p:ph type="body" idx="1" hasCustomPrompt="1"/>
          </p:nvPr>
        </p:nvSpPr>
        <p:spPr bwMode="gray">
          <a:xfrm>
            <a:off x="670560" y="2331720"/>
            <a:ext cx="10850880" cy="640080"/>
          </a:xfrm>
          <a:prstGeom prst="rect">
            <a:avLst/>
          </a:prstGeom>
        </p:spPr>
        <p:txBody>
          <a:bodyPr rIns="0" bIns="0" anchor="b"/>
          <a:lstStyle>
            <a:lvl1pPr marL="0" indent="0">
              <a:lnSpc>
                <a:spcPct val="100000"/>
              </a:lnSpc>
              <a:buNone/>
              <a:defRPr sz="2400" b="1" cap="all" spc="200" baseline="0">
                <a:solidFill>
                  <a:schemeClr val="bg1"/>
                </a:solidFill>
                <a:latin typeface="+mn-lt"/>
                <a:cs typeface="Calibri" panose="020F0502020204030204" pitchFamily="34" charset="0"/>
              </a:defRPr>
            </a:lvl1pPr>
            <a:lvl2pPr marL="609585" indent="0">
              <a:buNone/>
              <a:defRPr sz="2400">
                <a:solidFill>
                  <a:schemeClr val="tx1">
                    <a:tint val="75000"/>
                  </a:schemeClr>
                </a:solidFill>
              </a:defRPr>
            </a:lvl2pPr>
            <a:lvl3pPr marL="1219170" indent="0">
              <a:buNone/>
              <a:defRPr sz="2133">
                <a:solidFill>
                  <a:schemeClr val="tx1">
                    <a:tint val="75000"/>
                  </a:schemeClr>
                </a:solidFill>
              </a:defRPr>
            </a:lvl3pPr>
            <a:lvl4pPr marL="1828754" indent="0">
              <a:buNone/>
              <a:defRPr sz="1867">
                <a:solidFill>
                  <a:schemeClr val="tx1">
                    <a:tint val="75000"/>
                  </a:schemeClr>
                </a:solidFill>
              </a:defRPr>
            </a:lvl4pPr>
            <a:lvl5pPr marL="2438339" indent="0">
              <a:buNone/>
              <a:defRPr sz="1867">
                <a:solidFill>
                  <a:schemeClr val="tx1">
                    <a:tint val="75000"/>
                  </a:schemeClr>
                </a:solidFill>
              </a:defRPr>
            </a:lvl5pPr>
            <a:lvl6pPr marL="3047924" indent="0">
              <a:buNone/>
              <a:defRPr sz="1867">
                <a:solidFill>
                  <a:schemeClr val="tx1">
                    <a:tint val="75000"/>
                  </a:schemeClr>
                </a:solidFill>
              </a:defRPr>
            </a:lvl6pPr>
            <a:lvl7pPr marL="3657509" indent="0">
              <a:buNone/>
              <a:defRPr sz="1867">
                <a:solidFill>
                  <a:schemeClr val="tx1">
                    <a:tint val="75000"/>
                  </a:schemeClr>
                </a:solidFill>
              </a:defRPr>
            </a:lvl7pPr>
            <a:lvl8pPr marL="4267093" indent="0">
              <a:buNone/>
              <a:defRPr sz="1867">
                <a:solidFill>
                  <a:schemeClr val="tx1">
                    <a:tint val="75000"/>
                  </a:schemeClr>
                </a:solidFill>
              </a:defRPr>
            </a:lvl8pPr>
            <a:lvl9pPr marL="4876678" indent="0">
              <a:buNone/>
              <a:defRPr sz="1867">
                <a:solidFill>
                  <a:schemeClr val="tx1">
                    <a:tint val="75000"/>
                  </a:schemeClr>
                </a:solidFill>
              </a:defRPr>
            </a:lvl9pPr>
          </a:lstStyle>
          <a:p>
            <a:pPr lvl="0"/>
            <a:r>
              <a:rPr lang="en-US"/>
              <a:t>CLICK TO EDIT MASTER TEXT STYLES</a:t>
            </a:r>
          </a:p>
        </p:txBody>
      </p:sp>
      <p:sp>
        <p:nvSpPr>
          <p:cNvPr id="9" name="Content Placeholder 2">
            <a:extLst>
              <a:ext uri="{FF2B5EF4-FFF2-40B4-BE49-F238E27FC236}">
                <a16:creationId xmlns:a16="http://schemas.microsoft.com/office/drawing/2014/main" id="{19C12FC6-CE3D-4CC3-A382-14A18C7C6B1A}"/>
              </a:ext>
            </a:extLst>
          </p:cNvPr>
          <p:cNvSpPr txBox="1">
            <a:spLocks/>
          </p:cNvSpPr>
          <p:nvPr userDrawn="1"/>
        </p:nvSpPr>
        <p:spPr bwMode="gray">
          <a:xfrm>
            <a:off x="670561" y="6427471"/>
            <a:ext cx="4077308" cy="292101"/>
          </a:xfrm>
          <a:prstGeom prst="rect">
            <a:avLst/>
          </a:prstGeom>
        </p:spPr>
        <p:txBody>
          <a:bodyPr vert="horz" lIns="0" rIns="0" anchor="b" anchorCtr="0"/>
          <a:lstStyle>
            <a:lvl1pPr marL="0" indent="0" algn="l" defTabSz="457200" rtl="0" eaLnBrk="1" latinLnBrk="0" hangingPunct="1">
              <a:spcBef>
                <a:spcPct val="20000"/>
              </a:spcBef>
              <a:buFont typeface="Arial"/>
              <a:buNone/>
              <a:defRPr sz="900" kern="1200">
                <a:solidFill>
                  <a:schemeClr val="tx1"/>
                </a:solidFill>
                <a:latin typeface="Georgia"/>
                <a:ea typeface="+mn-ea"/>
                <a:cs typeface="Georgia"/>
              </a:defRPr>
            </a:lvl1pPr>
            <a:lvl2pPr marL="457200" indent="0" algn="l" defTabSz="457200" rtl="0" eaLnBrk="1" latinLnBrk="0" hangingPunct="1">
              <a:spcBef>
                <a:spcPct val="20000"/>
              </a:spcBef>
              <a:buFont typeface="Arial"/>
              <a:buNone/>
              <a:defRPr sz="900" kern="1200">
                <a:solidFill>
                  <a:schemeClr val="tx1"/>
                </a:solidFill>
                <a:latin typeface="Georgia"/>
                <a:ea typeface="+mn-ea"/>
                <a:cs typeface="Georgia"/>
              </a:defRPr>
            </a:lvl2pPr>
            <a:lvl3pPr marL="914400" indent="0" algn="l" defTabSz="457200" rtl="0" eaLnBrk="1" latinLnBrk="0" hangingPunct="1">
              <a:spcBef>
                <a:spcPct val="20000"/>
              </a:spcBef>
              <a:buFont typeface="Arial"/>
              <a:buNone/>
              <a:defRPr sz="900" kern="1200">
                <a:solidFill>
                  <a:schemeClr val="tx1"/>
                </a:solidFill>
                <a:latin typeface="Georgia"/>
                <a:ea typeface="+mn-ea"/>
                <a:cs typeface="Georgia"/>
              </a:defRPr>
            </a:lvl3pPr>
            <a:lvl4pPr marL="1371600" indent="0" algn="l" defTabSz="457200" rtl="0" eaLnBrk="1" latinLnBrk="0" hangingPunct="1">
              <a:spcBef>
                <a:spcPct val="20000"/>
              </a:spcBef>
              <a:buFont typeface="Arial"/>
              <a:buNone/>
              <a:defRPr sz="900" kern="1200">
                <a:solidFill>
                  <a:schemeClr val="tx1"/>
                </a:solidFill>
                <a:latin typeface="Georgia"/>
                <a:ea typeface="+mn-ea"/>
                <a:cs typeface="Georgia"/>
              </a:defRPr>
            </a:lvl4pPr>
            <a:lvl5pPr marL="1828800" indent="0" algn="l" defTabSz="457200" rtl="0" eaLnBrk="1" latinLnBrk="0" hangingPunct="1">
              <a:spcBef>
                <a:spcPct val="20000"/>
              </a:spcBef>
              <a:buFont typeface="Arial"/>
              <a:buNone/>
              <a:defRPr sz="900" kern="1200">
                <a:solidFill>
                  <a:schemeClr val="tx1"/>
                </a:solidFill>
                <a:latin typeface="Georgia"/>
                <a:ea typeface="+mn-ea"/>
                <a:cs typeface="Georgia"/>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1333">
                <a:solidFill>
                  <a:schemeClr val="bg1"/>
                </a:solidFill>
                <a:latin typeface="Calibri" panose="020F0502020204030204" pitchFamily="34" charset="0"/>
                <a:cs typeface="Calibri" panose="020F0502020204030204" pitchFamily="34" charset="0"/>
              </a:rPr>
              <a:t>Proprietary and confidential — do not distribute</a:t>
            </a:r>
          </a:p>
        </p:txBody>
      </p:sp>
      <p:sp>
        <p:nvSpPr>
          <p:cNvPr id="5" name="Date Placeholder 4">
            <a:extLst>
              <a:ext uri="{FF2B5EF4-FFF2-40B4-BE49-F238E27FC236}">
                <a16:creationId xmlns:a16="http://schemas.microsoft.com/office/drawing/2014/main" id="{0A0A7879-8A49-4492-B223-248AB6881379}"/>
              </a:ext>
            </a:extLst>
          </p:cNvPr>
          <p:cNvSpPr>
            <a:spLocks noGrp="1"/>
          </p:cNvSpPr>
          <p:nvPr>
            <p:ph type="dt" sz="half" idx="10"/>
          </p:nvPr>
        </p:nvSpPr>
        <p:spPr/>
        <p:txBody>
          <a:bodyPr/>
          <a:lstStyle>
            <a:lvl1pPr>
              <a:defRPr>
                <a:solidFill>
                  <a:schemeClr val="bg1"/>
                </a:solidFill>
              </a:defRPr>
            </a:lvl1pPr>
          </a:lstStyle>
          <a:p>
            <a:r>
              <a:rPr lang="en-US"/>
              <a:t>17-Dec-24</a:t>
            </a:r>
            <a:endParaRPr lang="en-IN"/>
          </a:p>
        </p:txBody>
      </p:sp>
      <p:sp>
        <p:nvSpPr>
          <p:cNvPr id="6" name="Footer Placeholder 5">
            <a:extLst>
              <a:ext uri="{FF2B5EF4-FFF2-40B4-BE49-F238E27FC236}">
                <a16:creationId xmlns:a16="http://schemas.microsoft.com/office/drawing/2014/main" id="{90308BD4-DA66-4BD1-91B7-E89327F3B5FF}"/>
              </a:ext>
            </a:extLst>
          </p:cNvPr>
          <p:cNvSpPr>
            <a:spLocks noGrp="1"/>
          </p:cNvSpPr>
          <p:nvPr>
            <p:ph type="ftr" sz="quarter" idx="11"/>
          </p:nvPr>
        </p:nvSpPr>
        <p:spPr/>
        <p:txBody>
          <a:bodyPr/>
          <a:lstStyle>
            <a:lvl1pPr>
              <a:defRPr>
                <a:solidFill>
                  <a:schemeClr val="bg1"/>
                </a:solidFill>
              </a:defRPr>
            </a:lvl1pPr>
          </a:lstStyle>
          <a:p>
            <a:pPr>
              <a:defRPr/>
            </a:pPr>
            <a:r>
              <a:rPr lang="en-US"/>
              <a:t>Enter title via "insert&gt;header and footer&gt;footer" | </a:t>
            </a:r>
            <a:endParaRPr lang="en-IN"/>
          </a:p>
        </p:txBody>
      </p:sp>
      <p:sp>
        <p:nvSpPr>
          <p:cNvPr id="10" name="Slide Number Placeholder 9">
            <a:extLst>
              <a:ext uri="{FF2B5EF4-FFF2-40B4-BE49-F238E27FC236}">
                <a16:creationId xmlns:a16="http://schemas.microsoft.com/office/drawing/2014/main" id="{6E73C706-89A1-4AA5-9321-7F4CB3A916A3}"/>
              </a:ext>
            </a:extLst>
          </p:cNvPr>
          <p:cNvSpPr>
            <a:spLocks noGrp="1"/>
          </p:cNvSpPr>
          <p:nvPr>
            <p:ph type="sldNum" sz="quarter" idx="12"/>
          </p:nvPr>
        </p:nvSpPr>
        <p:spPr/>
        <p:txBody>
          <a:bodyPr/>
          <a:lstStyle>
            <a:lvl1pPr>
              <a:defRPr>
                <a:solidFill>
                  <a:schemeClr val="bg1"/>
                </a:solidFill>
              </a:defRPr>
            </a:lvl1pPr>
          </a:lstStyle>
          <a:p>
            <a:pPr>
              <a:defRPr/>
            </a:pPr>
            <a:r>
              <a:rPr lang="en-IN"/>
              <a:t>| </a:t>
            </a:r>
            <a:fld id="{7B2119CD-3B2D-4CEB-B404-D2E3F8CD6D69}" type="slidenum">
              <a:rPr lang="en-IN" smtClean="0"/>
              <a:pPr>
                <a:defRPr/>
              </a:pPr>
              <a:t>‹#›</a:t>
            </a:fld>
            <a:endParaRPr lang="en-IN"/>
          </a:p>
        </p:txBody>
      </p:sp>
    </p:spTree>
    <p:extLst>
      <p:ext uri="{BB962C8B-B14F-4D97-AF65-F5344CB8AC3E}">
        <p14:creationId xmlns:p14="http://schemas.microsoft.com/office/powerpoint/2010/main" val="3306372101"/>
      </p:ext>
    </p:extLst>
  </p:cSld>
  <p:clrMapOvr>
    <a:masterClrMapping/>
  </p:clrMapOvr>
</p:sldLayout>
</file>

<file path=ppt/slideLayouts/slideLayout147.xml><?xml version="1.0" encoding="utf-8"?>
<p:sldLayout xmlns:a="http://schemas.openxmlformats.org/drawingml/2006/main" xmlns:r="http://schemas.openxmlformats.org/officeDocument/2006/relationships" xmlns:p="http://schemas.openxmlformats.org/presentationml/2006/main" showMasterSp="0" type="secHead" preserve="1">
  <p:cSld name="Section Header Mint">
    <p:bg bwMode="auto">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bwMode="gray">
          <a:xfrm>
            <a:off x="670560" y="3108959"/>
            <a:ext cx="10850880" cy="1645920"/>
          </a:xfrm>
        </p:spPr>
        <p:txBody>
          <a:bodyPr rIns="0" bIns="0" anchor="t">
            <a:noAutofit/>
          </a:bodyPr>
          <a:lstStyle>
            <a:lvl1pPr algn="l">
              <a:lnSpc>
                <a:spcPct val="80000"/>
              </a:lnSpc>
              <a:defRPr sz="5867" b="0" cap="none" spc="0" baseline="0">
                <a:solidFill>
                  <a:schemeClr val="accent1"/>
                </a:solidFill>
                <a:latin typeface="+mj-lt"/>
              </a:defRPr>
            </a:lvl1pPr>
          </a:lstStyle>
          <a:p>
            <a:r>
              <a:rPr lang="en-US"/>
              <a:t>Click to edit master title style</a:t>
            </a:r>
          </a:p>
        </p:txBody>
      </p:sp>
      <p:sp>
        <p:nvSpPr>
          <p:cNvPr id="3" name="Text Placeholder 2"/>
          <p:cNvSpPr>
            <a:spLocks noGrp="1"/>
          </p:cNvSpPr>
          <p:nvPr>
            <p:ph type="body" idx="1" hasCustomPrompt="1"/>
          </p:nvPr>
        </p:nvSpPr>
        <p:spPr bwMode="gray">
          <a:xfrm>
            <a:off x="670560" y="2331720"/>
            <a:ext cx="10850880" cy="640080"/>
          </a:xfrm>
          <a:prstGeom prst="rect">
            <a:avLst/>
          </a:prstGeom>
        </p:spPr>
        <p:txBody>
          <a:bodyPr rIns="0" bIns="0" anchor="b"/>
          <a:lstStyle>
            <a:lvl1pPr marL="0" indent="0">
              <a:lnSpc>
                <a:spcPct val="100000"/>
              </a:lnSpc>
              <a:buNone/>
              <a:defRPr sz="2400" b="1" cap="all" spc="200" baseline="0">
                <a:solidFill>
                  <a:schemeClr val="accent1"/>
                </a:solidFill>
                <a:latin typeface="+mn-lt"/>
                <a:cs typeface="Calibri" panose="020F0502020204030204" pitchFamily="34" charset="0"/>
              </a:defRPr>
            </a:lvl1pPr>
            <a:lvl2pPr marL="609585" indent="0">
              <a:buNone/>
              <a:defRPr sz="2400">
                <a:solidFill>
                  <a:schemeClr val="tx1">
                    <a:tint val="75000"/>
                  </a:schemeClr>
                </a:solidFill>
              </a:defRPr>
            </a:lvl2pPr>
            <a:lvl3pPr marL="1219170" indent="0">
              <a:buNone/>
              <a:defRPr sz="2133">
                <a:solidFill>
                  <a:schemeClr val="tx1">
                    <a:tint val="75000"/>
                  </a:schemeClr>
                </a:solidFill>
              </a:defRPr>
            </a:lvl3pPr>
            <a:lvl4pPr marL="1828754" indent="0">
              <a:buNone/>
              <a:defRPr sz="1867">
                <a:solidFill>
                  <a:schemeClr val="tx1">
                    <a:tint val="75000"/>
                  </a:schemeClr>
                </a:solidFill>
              </a:defRPr>
            </a:lvl4pPr>
            <a:lvl5pPr marL="2438339" indent="0">
              <a:buNone/>
              <a:defRPr sz="1867">
                <a:solidFill>
                  <a:schemeClr val="tx1">
                    <a:tint val="75000"/>
                  </a:schemeClr>
                </a:solidFill>
              </a:defRPr>
            </a:lvl5pPr>
            <a:lvl6pPr marL="3047924" indent="0">
              <a:buNone/>
              <a:defRPr sz="1867">
                <a:solidFill>
                  <a:schemeClr val="tx1">
                    <a:tint val="75000"/>
                  </a:schemeClr>
                </a:solidFill>
              </a:defRPr>
            </a:lvl6pPr>
            <a:lvl7pPr marL="3657509" indent="0">
              <a:buNone/>
              <a:defRPr sz="1867">
                <a:solidFill>
                  <a:schemeClr val="tx1">
                    <a:tint val="75000"/>
                  </a:schemeClr>
                </a:solidFill>
              </a:defRPr>
            </a:lvl7pPr>
            <a:lvl8pPr marL="4267093" indent="0">
              <a:buNone/>
              <a:defRPr sz="1867">
                <a:solidFill>
                  <a:schemeClr val="tx1">
                    <a:tint val="75000"/>
                  </a:schemeClr>
                </a:solidFill>
              </a:defRPr>
            </a:lvl8pPr>
            <a:lvl9pPr marL="4876678" indent="0">
              <a:buNone/>
              <a:defRPr sz="1867">
                <a:solidFill>
                  <a:schemeClr val="tx1">
                    <a:tint val="75000"/>
                  </a:schemeClr>
                </a:solidFill>
              </a:defRPr>
            </a:lvl9pPr>
          </a:lstStyle>
          <a:p>
            <a:pPr lvl="0"/>
            <a:r>
              <a:rPr lang="en-US"/>
              <a:t>CLICK TO EDIT MASTER TEXT STYLES</a:t>
            </a:r>
          </a:p>
        </p:txBody>
      </p:sp>
      <p:sp>
        <p:nvSpPr>
          <p:cNvPr id="9" name="Content Placeholder 2">
            <a:extLst>
              <a:ext uri="{FF2B5EF4-FFF2-40B4-BE49-F238E27FC236}">
                <a16:creationId xmlns:a16="http://schemas.microsoft.com/office/drawing/2014/main" id="{EDF2FEF2-FECD-4ED1-BD47-FF58F25B75AD}"/>
              </a:ext>
            </a:extLst>
          </p:cNvPr>
          <p:cNvSpPr txBox="1">
            <a:spLocks/>
          </p:cNvSpPr>
          <p:nvPr userDrawn="1"/>
        </p:nvSpPr>
        <p:spPr bwMode="gray">
          <a:xfrm>
            <a:off x="670561" y="6427471"/>
            <a:ext cx="4077308" cy="292101"/>
          </a:xfrm>
          <a:prstGeom prst="rect">
            <a:avLst/>
          </a:prstGeom>
        </p:spPr>
        <p:txBody>
          <a:bodyPr vert="horz" lIns="0" rIns="0" anchor="b" anchorCtr="0"/>
          <a:lstStyle>
            <a:lvl1pPr marL="0" indent="0" algn="l" defTabSz="457200" rtl="0" eaLnBrk="1" latinLnBrk="0" hangingPunct="1">
              <a:spcBef>
                <a:spcPct val="20000"/>
              </a:spcBef>
              <a:buFont typeface="Arial"/>
              <a:buNone/>
              <a:defRPr sz="900" kern="1200">
                <a:solidFill>
                  <a:schemeClr val="tx1"/>
                </a:solidFill>
                <a:latin typeface="Georgia"/>
                <a:ea typeface="+mn-ea"/>
                <a:cs typeface="Georgia"/>
              </a:defRPr>
            </a:lvl1pPr>
            <a:lvl2pPr marL="457200" indent="0" algn="l" defTabSz="457200" rtl="0" eaLnBrk="1" latinLnBrk="0" hangingPunct="1">
              <a:spcBef>
                <a:spcPct val="20000"/>
              </a:spcBef>
              <a:buFont typeface="Arial"/>
              <a:buNone/>
              <a:defRPr sz="900" kern="1200">
                <a:solidFill>
                  <a:schemeClr val="tx1"/>
                </a:solidFill>
                <a:latin typeface="Georgia"/>
                <a:ea typeface="+mn-ea"/>
                <a:cs typeface="Georgia"/>
              </a:defRPr>
            </a:lvl2pPr>
            <a:lvl3pPr marL="914400" indent="0" algn="l" defTabSz="457200" rtl="0" eaLnBrk="1" latinLnBrk="0" hangingPunct="1">
              <a:spcBef>
                <a:spcPct val="20000"/>
              </a:spcBef>
              <a:buFont typeface="Arial"/>
              <a:buNone/>
              <a:defRPr sz="900" kern="1200">
                <a:solidFill>
                  <a:schemeClr val="tx1"/>
                </a:solidFill>
                <a:latin typeface="Georgia"/>
                <a:ea typeface="+mn-ea"/>
                <a:cs typeface="Georgia"/>
              </a:defRPr>
            </a:lvl3pPr>
            <a:lvl4pPr marL="1371600" indent="0" algn="l" defTabSz="457200" rtl="0" eaLnBrk="1" latinLnBrk="0" hangingPunct="1">
              <a:spcBef>
                <a:spcPct val="20000"/>
              </a:spcBef>
              <a:buFont typeface="Arial"/>
              <a:buNone/>
              <a:defRPr sz="900" kern="1200">
                <a:solidFill>
                  <a:schemeClr val="tx1"/>
                </a:solidFill>
                <a:latin typeface="Georgia"/>
                <a:ea typeface="+mn-ea"/>
                <a:cs typeface="Georgia"/>
              </a:defRPr>
            </a:lvl4pPr>
            <a:lvl5pPr marL="1828800" indent="0" algn="l" defTabSz="457200" rtl="0" eaLnBrk="1" latinLnBrk="0" hangingPunct="1">
              <a:spcBef>
                <a:spcPct val="20000"/>
              </a:spcBef>
              <a:buFont typeface="Arial"/>
              <a:buNone/>
              <a:defRPr sz="900" kern="1200">
                <a:solidFill>
                  <a:schemeClr val="tx1"/>
                </a:solidFill>
                <a:latin typeface="Georgia"/>
                <a:ea typeface="+mn-ea"/>
                <a:cs typeface="Georgia"/>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1333">
                <a:solidFill>
                  <a:schemeClr val="accent1"/>
                </a:solidFill>
                <a:latin typeface="Calibri" panose="020F0502020204030204" pitchFamily="34" charset="0"/>
                <a:cs typeface="Calibri" panose="020F0502020204030204" pitchFamily="34" charset="0"/>
              </a:rPr>
              <a:t>Proprietary and confidential — do not distribute</a:t>
            </a:r>
          </a:p>
        </p:txBody>
      </p:sp>
      <p:sp>
        <p:nvSpPr>
          <p:cNvPr id="4" name="Date Placeholder 3">
            <a:extLst>
              <a:ext uri="{FF2B5EF4-FFF2-40B4-BE49-F238E27FC236}">
                <a16:creationId xmlns:a16="http://schemas.microsoft.com/office/drawing/2014/main" id="{010FC3C2-5069-4B7A-9F14-6E1032BB147E}"/>
              </a:ext>
            </a:extLst>
          </p:cNvPr>
          <p:cNvSpPr>
            <a:spLocks noGrp="1"/>
          </p:cNvSpPr>
          <p:nvPr>
            <p:ph type="dt" sz="half" idx="10"/>
          </p:nvPr>
        </p:nvSpPr>
        <p:spPr/>
        <p:txBody>
          <a:bodyPr/>
          <a:lstStyle>
            <a:lvl1pPr>
              <a:defRPr>
                <a:solidFill>
                  <a:schemeClr val="accent1"/>
                </a:solidFill>
              </a:defRPr>
            </a:lvl1pPr>
          </a:lstStyle>
          <a:p>
            <a:r>
              <a:rPr lang="en-US"/>
              <a:t>17-Dec-24</a:t>
            </a:r>
            <a:endParaRPr lang="en-IN"/>
          </a:p>
        </p:txBody>
      </p:sp>
      <p:sp>
        <p:nvSpPr>
          <p:cNvPr id="8" name="Footer Placeholder 7">
            <a:extLst>
              <a:ext uri="{FF2B5EF4-FFF2-40B4-BE49-F238E27FC236}">
                <a16:creationId xmlns:a16="http://schemas.microsoft.com/office/drawing/2014/main" id="{4EC2EC12-3F0B-463D-AC15-E276D69DAB34}"/>
              </a:ext>
            </a:extLst>
          </p:cNvPr>
          <p:cNvSpPr>
            <a:spLocks noGrp="1"/>
          </p:cNvSpPr>
          <p:nvPr>
            <p:ph type="ftr" sz="quarter" idx="11"/>
          </p:nvPr>
        </p:nvSpPr>
        <p:spPr/>
        <p:txBody>
          <a:bodyPr/>
          <a:lstStyle>
            <a:lvl1pPr>
              <a:defRPr>
                <a:solidFill>
                  <a:schemeClr val="accent1"/>
                </a:solidFill>
              </a:defRPr>
            </a:lvl1pPr>
          </a:lstStyle>
          <a:p>
            <a:pPr>
              <a:defRPr/>
            </a:pPr>
            <a:r>
              <a:rPr lang="en-US"/>
              <a:t>Enter title via "insert&gt;header and footer&gt;footer" | </a:t>
            </a:r>
            <a:endParaRPr lang="en-IN"/>
          </a:p>
        </p:txBody>
      </p:sp>
      <p:sp>
        <p:nvSpPr>
          <p:cNvPr id="10" name="Slide Number Placeholder 9">
            <a:extLst>
              <a:ext uri="{FF2B5EF4-FFF2-40B4-BE49-F238E27FC236}">
                <a16:creationId xmlns:a16="http://schemas.microsoft.com/office/drawing/2014/main" id="{ED4A8CC4-8FBE-45E1-BB15-2672002D5D44}"/>
              </a:ext>
            </a:extLst>
          </p:cNvPr>
          <p:cNvSpPr>
            <a:spLocks noGrp="1"/>
          </p:cNvSpPr>
          <p:nvPr>
            <p:ph type="sldNum" sz="quarter" idx="12"/>
          </p:nvPr>
        </p:nvSpPr>
        <p:spPr/>
        <p:txBody>
          <a:bodyPr/>
          <a:lstStyle>
            <a:lvl1pPr>
              <a:defRPr>
                <a:solidFill>
                  <a:schemeClr val="accent1"/>
                </a:solidFill>
              </a:defRPr>
            </a:lvl1pPr>
          </a:lstStyle>
          <a:p>
            <a:pPr>
              <a:defRPr/>
            </a:pPr>
            <a:r>
              <a:rPr lang="en-IN"/>
              <a:t>| </a:t>
            </a:r>
            <a:fld id="{7B2119CD-3B2D-4CEB-B404-D2E3F8CD6D69}" type="slidenum">
              <a:rPr lang="en-IN" smtClean="0"/>
              <a:pPr>
                <a:defRPr/>
              </a:pPr>
              <a:t>‹#›</a:t>
            </a:fld>
            <a:endParaRPr lang="en-IN"/>
          </a:p>
        </p:txBody>
      </p:sp>
    </p:spTree>
    <p:extLst>
      <p:ext uri="{BB962C8B-B14F-4D97-AF65-F5344CB8AC3E}">
        <p14:creationId xmlns:p14="http://schemas.microsoft.com/office/powerpoint/2010/main" val="1166070192"/>
      </p:ext>
    </p:extLst>
  </p:cSld>
  <p:clrMapOvr>
    <a:masterClrMapping/>
  </p:clrMapOvr>
</p:sldLayout>
</file>

<file path=ppt/slideLayouts/slideLayout148.xml><?xml version="1.0" encoding="utf-8"?>
<p:sldLayout xmlns:a="http://schemas.openxmlformats.org/drawingml/2006/main" xmlns:r="http://schemas.openxmlformats.org/officeDocument/2006/relationships" xmlns:p="http://schemas.openxmlformats.org/presentationml/2006/main" showMasterSp="0" type="secHead" preserve="1">
  <p:cSld name="Section Header White">
    <p:spTree>
      <p:nvGrpSpPr>
        <p:cNvPr id="1" name=""/>
        <p:cNvGrpSpPr/>
        <p:nvPr/>
      </p:nvGrpSpPr>
      <p:grpSpPr>
        <a:xfrm>
          <a:off x="0" y="0"/>
          <a:ext cx="0" cy="0"/>
          <a:chOff x="0" y="0"/>
          <a:chExt cx="0" cy="0"/>
        </a:xfrm>
      </p:grpSpPr>
      <p:sp>
        <p:nvSpPr>
          <p:cNvPr id="2" name="Title 1"/>
          <p:cNvSpPr>
            <a:spLocks noGrp="1"/>
          </p:cNvSpPr>
          <p:nvPr>
            <p:ph type="title" hasCustomPrompt="1"/>
          </p:nvPr>
        </p:nvSpPr>
        <p:spPr bwMode="gray">
          <a:xfrm>
            <a:off x="670560" y="3108959"/>
            <a:ext cx="10850880" cy="1645920"/>
          </a:xfrm>
        </p:spPr>
        <p:txBody>
          <a:bodyPr rIns="0" bIns="0" anchor="t">
            <a:noAutofit/>
          </a:bodyPr>
          <a:lstStyle>
            <a:lvl1pPr algn="l">
              <a:lnSpc>
                <a:spcPct val="80000"/>
              </a:lnSpc>
              <a:defRPr sz="5867" b="0" cap="none" spc="0" baseline="0">
                <a:solidFill>
                  <a:schemeClr val="accent3"/>
                </a:solidFill>
                <a:latin typeface="+mj-lt"/>
              </a:defRPr>
            </a:lvl1pPr>
          </a:lstStyle>
          <a:p>
            <a:r>
              <a:rPr lang="en-US"/>
              <a:t>Click to edit master title style</a:t>
            </a:r>
          </a:p>
        </p:txBody>
      </p:sp>
      <p:sp>
        <p:nvSpPr>
          <p:cNvPr id="3" name="Text Placeholder 2"/>
          <p:cNvSpPr>
            <a:spLocks noGrp="1"/>
          </p:cNvSpPr>
          <p:nvPr>
            <p:ph type="body" idx="1" hasCustomPrompt="1"/>
          </p:nvPr>
        </p:nvSpPr>
        <p:spPr bwMode="gray">
          <a:xfrm>
            <a:off x="670560" y="2331720"/>
            <a:ext cx="10850880" cy="640080"/>
          </a:xfrm>
          <a:prstGeom prst="rect">
            <a:avLst/>
          </a:prstGeom>
        </p:spPr>
        <p:txBody>
          <a:bodyPr rIns="0" bIns="0" anchor="b"/>
          <a:lstStyle>
            <a:lvl1pPr marL="0" indent="0">
              <a:lnSpc>
                <a:spcPct val="100000"/>
              </a:lnSpc>
              <a:buNone/>
              <a:defRPr sz="2400" b="1" cap="all" spc="200" baseline="0">
                <a:solidFill>
                  <a:schemeClr val="accent3"/>
                </a:solidFill>
                <a:latin typeface="+mn-lt"/>
                <a:cs typeface="Calibri" panose="020F0502020204030204" pitchFamily="34" charset="0"/>
              </a:defRPr>
            </a:lvl1pPr>
            <a:lvl2pPr marL="609585" indent="0">
              <a:buNone/>
              <a:defRPr sz="2400">
                <a:solidFill>
                  <a:schemeClr val="tx1">
                    <a:tint val="75000"/>
                  </a:schemeClr>
                </a:solidFill>
              </a:defRPr>
            </a:lvl2pPr>
            <a:lvl3pPr marL="1219170" indent="0">
              <a:buNone/>
              <a:defRPr sz="2133">
                <a:solidFill>
                  <a:schemeClr val="tx1">
                    <a:tint val="75000"/>
                  </a:schemeClr>
                </a:solidFill>
              </a:defRPr>
            </a:lvl3pPr>
            <a:lvl4pPr marL="1828754" indent="0">
              <a:buNone/>
              <a:defRPr sz="1867">
                <a:solidFill>
                  <a:schemeClr val="tx1">
                    <a:tint val="75000"/>
                  </a:schemeClr>
                </a:solidFill>
              </a:defRPr>
            </a:lvl4pPr>
            <a:lvl5pPr marL="2438339" indent="0">
              <a:buNone/>
              <a:defRPr sz="1867">
                <a:solidFill>
                  <a:schemeClr val="tx1">
                    <a:tint val="75000"/>
                  </a:schemeClr>
                </a:solidFill>
              </a:defRPr>
            </a:lvl5pPr>
            <a:lvl6pPr marL="3047924" indent="0">
              <a:buNone/>
              <a:defRPr sz="1867">
                <a:solidFill>
                  <a:schemeClr val="tx1">
                    <a:tint val="75000"/>
                  </a:schemeClr>
                </a:solidFill>
              </a:defRPr>
            </a:lvl6pPr>
            <a:lvl7pPr marL="3657509" indent="0">
              <a:buNone/>
              <a:defRPr sz="1867">
                <a:solidFill>
                  <a:schemeClr val="tx1">
                    <a:tint val="75000"/>
                  </a:schemeClr>
                </a:solidFill>
              </a:defRPr>
            </a:lvl7pPr>
            <a:lvl8pPr marL="4267093" indent="0">
              <a:buNone/>
              <a:defRPr sz="1867">
                <a:solidFill>
                  <a:schemeClr val="tx1">
                    <a:tint val="75000"/>
                  </a:schemeClr>
                </a:solidFill>
              </a:defRPr>
            </a:lvl8pPr>
            <a:lvl9pPr marL="4876678" indent="0">
              <a:buNone/>
              <a:defRPr sz="1867">
                <a:solidFill>
                  <a:schemeClr val="tx1">
                    <a:tint val="75000"/>
                  </a:schemeClr>
                </a:solidFill>
              </a:defRPr>
            </a:lvl9pPr>
          </a:lstStyle>
          <a:p>
            <a:pPr lvl="0"/>
            <a:r>
              <a:rPr lang="en-US"/>
              <a:t>CLICK TO EDIT MASTER TEXT STYLES</a:t>
            </a:r>
          </a:p>
        </p:txBody>
      </p:sp>
      <p:sp>
        <p:nvSpPr>
          <p:cNvPr id="9" name="Content Placeholder 2">
            <a:extLst>
              <a:ext uri="{FF2B5EF4-FFF2-40B4-BE49-F238E27FC236}">
                <a16:creationId xmlns:a16="http://schemas.microsoft.com/office/drawing/2014/main" id="{EDF2FEF2-FECD-4ED1-BD47-FF58F25B75AD}"/>
              </a:ext>
            </a:extLst>
          </p:cNvPr>
          <p:cNvSpPr txBox="1">
            <a:spLocks/>
          </p:cNvSpPr>
          <p:nvPr userDrawn="1"/>
        </p:nvSpPr>
        <p:spPr bwMode="gray">
          <a:xfrm>
            <a:off x="670561" y="6427471"/>
            <a:ext cx="4077308" cy="292101"/>
          </a:xfrm>
          <a:prstGeom prst="rect">
            <a:avLst/>
          </a:prstGeom>
        </p:spPr>
        <p:txBody>
          <a:bodyPr vert="horz" lIns="0" rIns="0" anchor="b" anchorCtr="0"/>
          <a:lstStyle>
            <a:lvl1pPr marL="0" indent="0" algn="l" defTabSz="457200" rtl="0" eaLnBrk="1" latinLnBrk="0" hangingPunct="1">
              <a:spcBef>
                <a:spcPct val="20000"/>
              </a:spcBef>
              <a:buFont typeface="Arial"/>
              <a:buNone/>
              <a:defRPr sz="900" kern="1200">
                <a:solidFill>
                  <a:schemeClr val="tx1"/>
                </a:solidFill>
                <a:latin typeface="Georgia"/>
                <a:ea typeface="+mn-ea"/>
                <a:cs typeface="Georgia"/>
              </a:defRPr>
            </a:lvl1pPr>
            <a:lvl2pPr marL="457200" indent="0" algn="l" defTabSz="457200" rtl="0" eaLnBrk="1" latinLnBrk="0" hangingPunct="1">
              <a:spcBef>
                <a:spcPct val="20000"/>
              </a:spcBef>
              <a:buFont typeface="Arial"/>
              <a:buNone/>
              <a:defRPr sz="900" kern="1200">
                <a:solidFill>
                  <a:schemeClr val="tx1"/>
                </a:solidFill>
                <a:latin typeface="Georgia"/>
                <a:ea typeface="+mn-ea"/>
                <a:cs typeface="Georgia"/>
              </a:defRPr>
            </a:lvl2pPr>
            <a:lvl3pPr marL="914400" indent="0" algn="l" defTabSz="457200" rtl="0" eaLnBrk="1" latinLnBrk="0" hangingPunct="1">
              <a:spcBef>
                <a:spcPct val="20000"/>
              </a:spcBef>
              <a:buFont typeface="Arial"/>
              <a:buNone/>
              <a:defRPr sz="900" kern="1200">
                <a:solidFill>
                  <a:schemeClr val="tx1"/>
                </a:solidFill>
                <a:latin typeface="Georgia"/>
                <a:ea typeface="+mn-ea"/>
                <a:cs typeface="Georgia"/>
              </a:defRPr>
            </a:lvl3pPr>
            <a:lvl4pPr marL="1371600" indent="0" algn="l" defTabSz="457200" rtl="0" eaLnBrk="1" latinLnBrk="0" hangingPunct="1">
              <a:spcBef>
                <a:spcPct val="20000"/>
              </a:spcBef>
              <a:buFont typeface="Arial"/>
              <a:buNone/>
              <a:defRPr sz="900" kern="1200">
                <a:solidFill>
                  <a:schemeClr val="tx1"/>
                </a:solidFill>
                <a:latin typeface="Georgia"/>
                <a:ea typeface="+mn-ea"/>
                <a:cs typeface="Georgia"/>
              </a:defRPr>
            </a:lvl4pPr>
            <a:lvl5pPr marL="1828800" indent="0" algn="l" defTabSz="457200" rtl="0" eaLnBrk="1" latinLnBrk="0" hangingPunct="1">
              <a:spcBef>
                <a:spcPct val="20000"/>
              </a:spcBef>
              <a:buFont typeface="Arial"/>
              <a:buNone/>
              <a:defRPr sz="900" kern="1200">
                <a:solidFill>
                  <a:schemeClr val="tx1"/>
                </a:solidFill>
                <a:latin typeface="Georgia"/>
                <a:ea typeface="+mn-ea"/>
                <a:cs typeface="Georgia"/>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1333">
                <a:solidFill>
                  <a:schemeClr val="tx1"/>
                </a:solidFill>
                <a:latin typeface="Calibri" panose="020F0502020204030204" pitchFamily="34" charset="0"/>
                <a:cs typeface="Calibri" panose="020F0502020204030204" pitchFamily="34" charset="0"/>
              </a:rPr>
              <a:t>Proprietary and confidential — do not distribute</a:t>
            </a:r>
          </a:p>
        </p:txBody>
      </p:sp>
      <p:sp>
        <p:nvSpPr>
          <p:cNvPr id="4" name="Date Placeholder 3">
            <a:extLst>
              <a:ext uri="{FF2B5EF4-FFF2-40B4-BE49-F238E27FC236}">
                <a16:creationId xmlns:a16="http://schemas.microsoft.com/office/drawing/2014/main" id="{5E98435C-7AB2-499D-B9D2-7646859B2426}"/>
              </a:ext>
            </a:extLst>
          </p:cNvPr>
          <p:cNvSpPr>
            <a:spLocks noGrp="1"/>
          </p:cNvSpPr>
          <p:nvPr>
            <p:ph type="dt" sz="half" idx="10"/>
          </p:nvPr>
        </p:nvSpPr>
        <p:spPr/>
        <p:txBody>
          <a:bodyPr/>
          <a:lstStyle/>
          <a:p>
            <a:r>
              <a:rPr lang="en-US" sz="1333"/>
              <a:t>17-Dec-24</a:t>
            </a:r>
            <a:endParaRPr lang="en-IN" sz="1333"/>
          </a:p>
        </p:txBody>
      </p:sp>
      <p:sp>
        <p:nvSpPr>
          <p:cNvPr id="8" name="Footer Placeholder 7">
            <a:extLst>
              <a:ext uri="{FF2B5EF4-FFF2-40B4-BE49-F238E27FC236}">
                <a16:creationId xmlns:a16="http://schemas.microsoft.com/office/drawing/2014/main" id="{03953D83-DC20-4A71-BEBA-E5BD8133DB4D}"/>
              </a:ext>
            </a:extLst>
          </p:cNvPr>
          <p:cNvSpPr>
            <a:spLocks noGrp="1"/>
          </p:cNvSpPr>
          <p:nvPr>
            <p:ph type="ftr" sz="quarter" idx="11"/>
          </p:nvPr>
        </p:nvSpPr>
        <p:spPr/>
        <p:txBody>
          <a:bodyPr/>
          <a:lstStyle/>
          <a:p>
            <a:pPr>
              <a:defRPr/>
            </a:pPr>
            <a:r>
              <a:rPr lang="en-US"/>
              <a:t>Enter title via "insert&gt;header and footer&gt;footer" | </a:t>
            </a:r>
            <a:endParaRPr lang="en-IN"/>
          </a:p>
        </p:txBody>
      </p:sp>
      <p:sp>
        <p:nvSpPr>
          <p:cNvPr id="10" name="Slide Number Placeholder 9">
            <a:extLst>
              <a:ext uri="{FF2B5EF4-FFF2-40B4-BE49-F238E27FC236}">
                <a16:creationId xmlns:a16="http://schemas.microsoft.com/office/drawing/2014/main" id="{0FF502C7-63A6-4765-B23E-CD59D755A2C7}"/>
              </a:ext>
            </a:extLst>
          </p:cNvPr>
          <p:cNvSpPr>
            <a:spLocks noGrp="1"/>
          </p:cNvSpPr>
          <p:nvPr>
            <p:ph type="sldNum" sz="quarter" idx="12"/>
          </p:nvPr>
        </p:nvSpPr>
        <p:spPr/>
        <p:txBody>
          <a:bodyPr/>
          <a:lstStyle/>
          <a:p>
            <a:pPr>
              <a:defRPr/>
            </a:pPr>
            <a:r>
              <a:rPr lang="en-IN"/>
              <a:t>| </a:t>
            </a:r>
            <a:fld id="{7B2119CD-3B2D-4CEB-B404-D2E3F8CD6D69}" type="slidenum">
              <a:rPr lang="en-IN" smtClean="0"/>
              <a:pPr>
                <a:defRPr/>
              </a:pPr>
              <a:t>‹#›</a:t>
            </a:fld>
            <a:endParaRPr lang="en-IN"/>
          </a:p>
        </p:txBody>
      </p:sp>
    </p:spTree>
    <p:extLst>
      <p:ext uri="{BB962C8B-B14F-4D97-AF65-F5344CB8AC3E}">
        <p14:creationId xmlns:p14="http://schemas.microsoft.com/office/powerpoint/2010/main" val="1360725504"/>
      </p:ext>
    </p:extLst>
  </p:cSld>
  <p:clrMapOvr>
    <a:masterClrMapping/>
  </p:clrMapOvr>
</p:sldLayout>
</file>

<file path=ppt/slideLayouts/slideLayout149.xml><?xml version="1.0" encoding="utf-8"?>
<p:sldLayout xmlns:a="http://schemas.openxmlformats.org/drawingml/2006/main" xmlns:r="http://schemas.openxmlformats.org/officeDocument/2006/relationships" xmlns:p="http://schemas.openxmlformats.org/presentationml/2006/main" showMasterSp="0" preserve="1" userDrawn="1">
  <p:cSld name="Quote with Solid Background">
    <p:bg bwMode="auto">
      <p:bgPr>
        <a:solidFill>
          <a:schemeClr val="accent3"/>
        </a:solidFill>
        <a:effectLst/>
      </p:bgPr>
    </p:bg>
    <p:spTree>
      <p:nvGrpSpPr>
        <p:cNvPr id="1" name=""/>
        <p:cNvGrpSpPr/>
        <p:nvPr/>
      </p:nvGrpSpPr>
      <p:grpSpPr>
        <a:xfrm>
          <a:off x="0" y="0"/>
          <a:ext cx="0" cy="0"/>
          <a:chOff x="0" y="0"/>
          <a:chExt cx="0" cy="0"/>
        </a:xfrm>
      </p:grpSpPr>
      <p:sp>
        <p:nvSpPr>
          <p:cNvPr id="7" name="Text Placeholder 6"/>
          <p:cNvSpPr>
            <a:spLocks noGrp="1"/>
          </p:cNvSpPr>
          <p:nvPr>
            <p:ph type="body" sz="quarter" idx="13" hasCustomPrompt="1"/>
          </p:nvPr>
        </p:nvSpPr>
        <p:spPr bwMode="gray">
          <a:xfrm>
            <a:off x="1828800" y="2011680"/>
            <a:ext cx="9144000" cy="3566160"/>
          </a:xfrm>
          <a:prstGeom prst="rect">
            <a:avLst/>
          </a:prstGeom>
        </p:spPr>
        <p:txBody>
          <a:bodyPr/>
          <a:lstStyle>
            <a:lvl1pPr algn="l">
              <a:lnSpc>
                <a:spcPct val="100000"/>
              </a:lnSpc>
              <a:defRPr sz="3200" b="0">
                <a:solidFill>
                  <a:schemeClr val="bg1"/>
                </a:solidFill>
                <a:latin typeface="+mj-lt"/>
              </a:defRPr>
            </a:lvl1pPr>
            <a:lvl2pPr marL="1828754" indent="-304792" algn="l">
              <a:lnSpc>
                <a:spcPct val="100000"/>
              </a:lnSpc>
              <a:spcBef>
                <a:spcPts val="2400"/>
              </a:spcBef>
              <a:buFont typeface="Arial" panose="020B0604020202020204" pitchFamily="34" charset="0"/>
              <a:buChar char="–"/>
              <a:defRPr sz="2400">
                <a:solidFill>
                  <a:schemeClr val="bg1"/>
                </a:solidFill>
                <a:latin typeface="+mj-lt"/>
              </a:defRPr>
            </a:lvl2pPr>
          </a:lstStyle>
          <a:p>
            <a:pPr lvl="0"/>
            <a:r>
              <a:rPr lang="en-US"/>
              <a:t>Click to edit quote text</a:t>
            </a:r>
          </a:p>
          <a:p>
            <a:pPr lvl="1"/>
            <a:r>
              <a:rPr lang="en-US"/>
              <a:t>Second level for attribution</a:t>
            </a:r>
          </a:p>
        </p:txBody>
      </p:sp>
      <p:sp>
        <p:nvSpPr>
          <p:cNvPr id="9" name="Content Placeholder 2">
            <a:extLst>
              <a:ext uri="{FF2B5EF4-FFF2-40B4-BE49-F238E27FC236}">
                <a16:creationId xmlns:a16="http://schemas.microsoft.com/office/drawing/2014/main" id="{6A501EA9-08EC-4F43-BB57-5CF4837F22E5}"/>
              </a:ext>
            </a:extLst>
          </p:cNvPr>
          <p:cNvSpPr txBox="1">
            <a:spLocks/>
          </p:cNvSpPr>
          <p:nvPr userDrawn="1"/>
        </p:nvSpPr>
        <p:spPr bwMode="gray">
          <a:xfrm>
            <a:off x="670561" y="6427471"/>
            <a:ext cx="4077308" cy="292101"/>
          </a:xfrm>
          <a:prstGeom prst="rect">
            <a:avLst/>
          </a:prstGeom>
        </p:spPr>
        <p:txBody>
          <a:bodyPr vert="horz" lIns="0" rIns="0" anchor="b" anchorCtr="0"/>
          <a:lstStyle>
            <a:lvl1pPr marL="0" indent="0" algn="l" defTabSz="457200" rtl="0" eaLnBrk="1" latinLnBrk="0" hangingPunct="1">
              <a:spcBef>
                <a:spcPct val="20000"/>
              </a:spcBef>
              <a:buFont typeface="Arial"/>
              <a:buNone/>
              <a:defRPr sz="900" kern="1200">
                <a:solidFill>
                  <a:schemeClr val="tx1"/>
                </a:solidFill>
                <a:latin typeface="Georgia"/>
                <a:ea typeface="+mn-ea"/>
                <a:cs typeface="Georgia"/>
              </a:defRPr>
            </a:lvl1pPr>
            <a:lvl2pPr marL="457200" indent="0" algn="l" defTabSz="457200" rtl="0" eaLnBrk="1" latinLnBrk="0" hangingPunct="1">
              <a:spcBef>
                <a:spcPct val="20000"/>
              </a:spcBef>
              <a:buFont typeface="Arial"/>
              <a:buNone/>
              <a:defRPr sz="900" kern="1200">
                <a:solidFill>
                  <a:schemeClr val="tx1"/>
                </a:solidFill>
                <a:latin typeface="Georgia"/>
                <a:ea typeface="+mn-ea"/>
                <a:cs typeface="Georgia"/>
              </a:defRPr>
            </a:lvl2pPr>
            <a:lvl3pPr marL="914400" indent="0" algn="l" defTabSz="457200" rtl="0" eaLnBrk="1" latinLnBrk="0" hangingPunct="1">
              <a:spcBef>
                <a:spcPct val="20000"/>
              </a:spcBef>
              <a:buFont typeface="Arial"/>
              <a:buNone/>
              <a:defRPr sz="900" kern="1200">
                <a:solidFill>
                  <a:schemeClr val="tx1"/>
                </a:solidFill>
                <a:latin typeface="Georgia"/>
                <a:ea typeface="+mn-ea"/>
                <a:cs typeface="Georgia"/>
              </a:defRPr>
            </a:lvl3pPr>
            <a:lvl4pPr marL="1371600" indent="0" algn="l" defTabSz="457200" rtl="0" eaLnBrk="1" latinLnBrk="0" hangingPunct="1">
              <a:spcBef>
                <a:spcPct val="20000"/>
              </a:spcBef>
              <a:buFont typeface="Arial"/>
              <a:buNone/>
              <a:defRPr sz="900" kern="1200">
                <a:solidFill>
                  <a:schemeClr val="tx1"/>
                </a:solidFill>
                <a:latin typeface="Georgia"/>
                <a:ea typeface="+mn-ea"/>
                <a:cs typeface="Georgia"/>
              </a:defRPr>
            </a:lvl4pPr>
            <a:lvl5pPr marL="1828800" indent="0" algn="l" defTabSz="457200" rtl="0" eaLnBrk="1" latinLnBrk="0" hangingPunct="1">
              <a:spcBef>
                <a:spcPct val="20000"/>
              </a:spcBef>
              <a:buFont typeface="Arial"/>
              <a:buNone/>
              <a:defRPr sz="900" kern="1200">
                <a:solidFill>
                  <a:schemeClr val="tx1"/>
                </a:solidFill>
                <a:latin typeface="Georgia"/>
                <a:ea typeface="+mn-ea"/>
                <a:cs typeface="Georgia"/>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1333">
                <a:solidFill>
                  <a:schemeClr val="bg1"/>
                </a:solidFill>
                <a:latin typeface="Calibri" panose="020F0502020204030204" pitchFamily="34" charset="0"/>
                <a:cs typeface="Calibri" panose="020F0502020204030204" pitchFamily="34" charset="0"/>
              </a:rPr>
              <a:t>Proprietary and confidential — do not distribute</a:t>
            </a:r>
          </a:p>
        </p:txBody>
      </p:sp>
      <p:sp>
        <p:nvSpPr>
          <p:cNvPr id="2" name="Date Placeholder 1">
            <a:extLst>
              <a:ext uri="{FF2B5EF4-FFF2-40B4-BE49-F238E27FC236}">
                <a16:creationId xmlns:a16="http://schemas.microsoft.com/office/drawing/2014/main" id="{5C6D6453-5C41-4AA1-8206-B28E31B4BDFC}"/>
              </a:ext>
            </a:extLst>
          </p:cNvPr>
          <p:cNvSpPr>
            <a:spLocks noGrp="1"/>
          </p:cNvSpPr>
          <p:nvPr>
            <p:ph type="dt" sz="half" idx="14"/>
          </p:nvPr>
        </p:nvSpPr>
        <p:spPr/>
        <p:txBody>
          <a:bodyPr/>
          <a:lstStyle>
            <a:lvl1pPr>
              <a:defRPr>
                <a:solidFill>
                  <a:schemeClr val="bg1"/>
                </a:solidFill>
              </a:defRPr>
            </a:lvl1pPr>
          </a:lstStyle>
          <a:p>
            <a:r>
              <a:rPr lang="en-US"/>
              <a:t>17-Dec-24</a:t>
            </a:r>
            <a:endParaRPr lang="en-IN"/>
          </a:p>
        </p:txBody>
      </p:sp>
      <p:sp>
        <p:nvSpPr>
          <p:cNvPr id="3" name="Footer Placeholder 2">
            <a:extLst>
              <a:ext uri="{FF2B5EF4-FFF2-40B4-BE49-F238E27FC236}">
                <a16:creationId xmlns:a16="http://schemas.microsoft.com/office/drawing/2014/main" id="{92915091-8BEE-4EAD-A12E-FE3FD4854682}"/>
              </a:ext>
            </a:extLst>
          </p:cNvPr>
          <p:cNvSpPr>
            <a:spLocks noGrp="1"/>
          </p:cNvSpPr>
          <p:nvPr>
            <p:ph type="ftr" sz="quarter" idx="15"/>
          </p:nvPr>
        </p:nvSpPr>
        <p:spPr/>
        <p:txBody>
          <a:bodyPr/>
          <a:lstStyle>
            <a:lvl1pPr>
              <a:defRPr>
                <a:solidFill>
                  <a:schemeClr val="bg1"/>
                </a:solidFill>
              </a:defRPr>
            </a:lvl1pPr>
          </a:lstStyle>
          <a:p>
            <a:pPr>
              <a:defRPr/>
            </a:pPr>
            <a:r>
              <a:rPr lang="en-US"/>
              <a:t>Enter title via "insert&gt;header and footer&gt;footer" | </a:t>
            </a:r>
            <a:endParaRPr lang="en-IN"/>
          </a:p>
        </p:txBody>
      </p:sp>
      <p:sp>
        <p:nvSpPr>
          <p:cNvPr id="4" name="Slide Number Placeholder 3">
            <a:extLst>
              <a:ext uri="{FF2B5EF4-FFF2-40B4-BE49-F238E27FC236}">
                <a16:creationId xmlns:a16="http://schemas.microsoft.com/office/drawing/2014/main" id="{3367B97B-43D6-430D-9C83-B8A0A565552C}"/>
              </a:ext>
            </a:extLst>
          </p:cNvPr>
          <p:cNvSpPr>
            <a:spLocks noGrp="1"/>
          </p:cNvSpPr>
          <p:nvPr>
            <p:ph type="sldNum" sz="quarter" idx="16"/>
          </p:nvPr>
        </p:nvSpPr>
        <p:spPr/>
        <p:txBody>
          <a:bodyPr/>
          <a:lstStyle>
            <a:lvl1pPr>
              <a:defRPr>
                <a:solidFill>
                  <a:schemeClr val="bg1"/>
                </a:solidFill>
              </a:defRPr>
            </a:lvl1pPr>
          </a:lstStyle>
          <a:p>
            <a:pPr>
              <a:defRPr/>
            </a:pPr>
            <a:r>
              <a:rPr lang="en-IN"/>
              <a:t>| </a:t>
            </a:r>
            <a:fld id="{7B2119CD-3B2D-4CEB-B404-D2E3F8CD6D69}" type="slidenum">
              <a:rPr lang="en-IN" smtClean="0"/>
              <a:pPr>
                <a:defRPr/>
              </a:pPr>
              <a:t>‹#›</a:t>
            </a:fld>
            <a:endParaRPr lang="en-IN"/>
          </a:p>
        </p:txBody>
      </p:sp>
    </p:spTree>
    <p:extLst>
      <p:ext uri="{BB962C8B-B14F-4D97-AF65-F5344CB8AC3E}">
        <p14:creationId xmlns:p14="http://schemas.microsoft.com/office/powerpoint/2010/main" val="2597786868"/>
      </p:ext>
    </p:extLst>
  </p:cSld>
  <p:clrMapOvr>
    <a:masterClrMapping/>
  </p:clrMapOvr>
</p:sldLayout>
</file>

<file path=ppt/slideLayouts/slideLayout150.xml><?xml version="1.0" encoding="utf-8"?>
<p:sldLayout xmlns:a="http://schemas.openxmlformats.org/drawingml/2006/main" xmlns:r="http://schemas.openxmlformats.org/officeDocument/2006/relationships" xmlns:p="http://schemas.openxmlformats.org/presentationml/2006/main" showMasterSp="0" preserve="1" userDrawn="1">
  <p:cSld name="Closing Slide Blue">
    <p:bg bwMode="auto">
      <p:bgPr>
        <a:solidFill>
          <a:schemeClr val="accent3"/>
        </a:solidFill>
        <a:effectLst/>
      </p:bgPr>
    </p:bg>
    <p:spTree>
      <p:nvGrpSpPr>
        <p:cNvPr id="1" name=""/>
        <p:cNvGrpSpPr/>
        <p:nvPr/>
      </p:nvGrpSpPr>
      <p:grpSpPr>
        <a:xfrm>
          <a:off x="0" y="0"/>
          <a:ext cx="0" cy="0"/>
          <a:chOff x="0" y="0"/>
          <a:chExt cx="0" cy="0"/>
        </a:xfrm>
      </p:grpSpPr>
      <p:pic>
        <p:nvPicPr>
          <p:cNvPr id="3" name="Picture 2" descr="A_symbol_wordm_below_w_rgb-01.png"/>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4423255" y="1608463"/>
            <a:ext cx="3345492" cy="3641076"/>
          </a:xfrm>
          <a:prstGeom prst="rect">
            <a:avLst/>
          </a:prstGeom>
        </p:spPr>
      </p:pic>
    </p:spTree>
    <p:extLst>
      <p:ext uri="{BB962C8B-B14F-4D97-AF65-F5344CB8AC3E}">
        <p14:creationId xmlns:p14="http://schemas.microsoft.com/office/powerpoint/2010/main" val="2171880243"/>
      </p:ext>
    </p:extLst>
  </p:cSld>
  <p:clrMapOvr>
    <a:masterClrMapping/>
  </p:clrMapOvr>
</p:sldLayout>
</file>

<file path=ppt/slideLayouts/slideLayout151.xml><?xml version="1.0" encoding="utf-8"?>
<p:sldLayout xmlns:a="http://schemas.openxmlformats.org/drawingml/2006/main" xmlns:r="http://schemas.openxmlformats.org/officeDocument/2006/relationships" xmlns:p="http://schemas.openxmlformats.org/presentationml/2006/main" showMasterSp="0" preserve="1" userDrawn="1">
  <p:cSld name="Closing Slide LTTF Blue">
    <p:bg bwMode="auto">
      <p:bgPr>
        <a:solidFill>
          <a:schemeClr val="accent3"/>
        </a:solidFill>
        <a:effectLst/>
      </p:bgPr>
    </p:bg>
    <p:spTree>
      <p:nvGrpSpPr>
        <p:cNvPr id="1" name=""/>
        <p:cNvGrpSpPr/>
        <p:nvPr/>
      </p:nvGrpSpPr>
      <p:grpSpPr>
        <a:xfrm>
          <a:off x="0" y="0"/>
          <a:ext cx="0" cy="0"/>
          <a:chOff x="0" y="0"/>
          <a:chExt cx="0" cy="0"/>
        </a:xfrm>
      </p:grpSpPr>
      <p:pic>
        <p:nvPicPr>
          <p:cNvPr id="4" name="Picture 3" descr="A picture containing drawing&#10;&#10;Description automatically generated">
            <a:extLst>
              <a:ext uri="{FF2B5EF4-FFF2-40B4-BE49-F238E27FC236}">
                <a16:creationId xmlns:a16="http://schemas.microsoft.com/office/drawing/2014/main" id="{6BE25BFE-C141-9744-B07B-AF2EDC44630E}"/>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3574190" y="1253124"/>
            <a:ext cx="5043620" cy="4351752"/>
          </a:xfrm>
          <a:prstGeom prst="rect">
            <a:avLst/>
          </a:prstGeom>
        </p:spPr>
      </p:pic>
    </p:spTree>
    <p:extLst>
      <p:ext uri="{BB962C8B-B14F-4D97-AF65-F5344CB8AC3E}">
        <p14:creationId xmlns:p14="http://schemas.microsoft.com/office/powerpoint/2010/main" val="1049178497"/>
      </p:ext>
    </p:extLst>
  </p:cSld>
  <p:clrMapOvr>
    <a:masterClrMapping/>
  </p:clrMapOvr>
</p:sldLayout>
</file>

<file path=ppt/slideLayouts/slideLayout152.xml><?xml version="1.0" encoding="utf-8"?>
<p:sldLayout xmlns:a="http://schemas.openxmlformats.org/drawingml/2006/main" xmlns:r="http://schemas.openxmlformats.org/officeDocument/2006/relationships" xmlns:p="http://schemas.openxmlformats.org/presentationml/2006/main" showMasterSp="0" preserve="1" userDrawn="1">
  <p:cSld name="Closing Slide White">
    <p:spTree>
      <p:nvGrpSpPr>
        <p:cNvPr id="1" name=""/>
        <p:cNvGrpSpPr/>
        <p:nvPr/>
      </p:nvGrpSpPr>
      <p:grpSpPr>
        <a:xfrm>
          <a:off x="0" y="0"/>
          <a:ext cx="0" cy="0"/>
          <a:chOff x="0" y="0"/>
          <a:chExt cx="0" cy="0"/>
        </a:xfrm>
      </p:grpSpPr>
      <p:pic>
        <p:nvPicPr>
          <p:cNvPr id="2" name="Picture 1" descr="A close up of a sign&#10;&#10;Description automatically generated">
            <a:extLst>
              <a:ext uri="{FF2B5EF4-FFF2-40B4-BE49-F238E27FC236}">
                <a16:creationId xmlns:a16="http://schemas.microsoft.com/office/drawing/2014/main" id="{9D5804C8-119A-4621-B885-F0B59F0C231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280451" y="1418928"/>
            <a:ext cx="3670853" cy="3998608"/>
          </a:xfrm>
          <a:prstGeom prst="rect">
            <a:avLst/>
          </a:prstGeom>
        </p:spPr>
      </p:pic>
    </p:spTree>
    <p:extLst>
      <p:ext uri="{BB962C8B-B14F-4D97-AF65-F5344CB8AC3E}">
        <p14:creationId xmlns:p14="http://schemas.microsoft.com/office/powerpoint/2010/main" val="3420117897"/>
      </p:ext>
    </p:extLst>
  </p:cSld>
  <p:clrMapOvr>
    <a:masterClrMapping/>
  </p:clrMapOvr>
</p:sldLayout>
</file>

<file path=ppt/slideLayouts/slideLayout153.xml><?xml version="1.0" encoding="utf-8"?>
<p:sldLayout xmlns:a="http://schemas.openxmlformats.org/drawingml/2006/main" xmlns:r="http://schemas.openxmlformats.org/officeDocument/2006/relationships" xmlns:p="http://schemas.openxmlformats.org/presentationml/2006/main" showMasterSp="0" preserve="1" userDrawn="1">
  <p:cSld name="Closing Slide LTTF White">
    <p:spTree>
      <p:nvGrpSpPr>
        <p:cNvPr id="1" name=""/>
        <p:cNvGrpSpPr/>
        <p:nvPr/>
      </p:nvGrpSpPr>
      <p:grpSpPr>
        <a:xfrm>
          <a:off x="0" y="0"/>
          <a:ext cx="0" cy="0"/>
          <a:chOff x="0" y="0"/>
          <a:chExt cx="0" cy="0"/>
        </a:xfrm>
      </p:grpSpPr>
      <p:pic>
        <p:nvPicPr>
          <p:cNvPr id="2" name="Picture 1" descr="A picture containing object, clock&#10;&#10;Description automatically generated">
            <a:extLst>
              <a:ext uri="{FF2B5EF4-FFF2-40B4-BE49-F238E27FC236}">
                <a16:creationId xmlns:a16="http://schemas.microsoft.com/office/drawing/2014/main" id="{CA73EC50-27B9-4304-8A26-2A1CE79D62D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835347" y="524540"/>
            <a:ext cx="6313544" cy="5812469"/>
          </a:xfrm>
          <a:prstGeom prst="rect">
            <a:avLst/>
          </a:prstGeom>
        </p:spPr>
      </p:pic>
    </p:spTree>
    <p:extLst>
      <p:ext uri="{BB962C8B-B14F-4D97-AF65-F5344CB8AC3E}">
        <p14:creationId xmlns:p14="http://schemas.microsoft.com/office/powerpoint/2010/main" val="16050567"/>
      </p:ext>
    </p:extLst>
  </p:cSld>
  <p:clrMapOvr>
    <a:masterClrMapping/>
  </p:clrMapOvr>
</p:sldLayout>
</file>

<file path=ppt/slideLayouts/slideLayout154.xml><?xml version="1.0" encoding="utf-8"?>
<p:sldLayout xmlns:a="http://schemas.openxmlformats.org/drawingml/2006/main" xmlns:r="http://schemas.openxmlformats.org/officeDocument/2006/relationships" xmlns:p="http://schemas.openxmlformats.org/presentationml/2006/main" preserve="1" userDrawn="1">
  <p:cSld name="3_Title Slide Alternate Layout">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bwMode="gray">
          <a:xfrm>
            <a:off x="670560" y="3106739"/>
            <a:ext cx="10850881" cy="1645920"/>
          </a:xfrm>
        </p:spPr>
        <p:txBody>
          <a:bodyPr/>
          <a:lstStyle>
            <a:lvl1pPr algn="l">
              <a:lnSpc>
                <a:spcPct val="90000"/>
              </a:lnSpc>
              <a:defRPr sz="5867" b="0" cap="none" spc="0" baseline="0">
                <a:solidFill>
                  <a:schemeClr val="tx1"/>
                </a:solidFill>
                <a:latin typeface="+mj-lt"/>
              </a:defRPr>
            </a:lvl1pPr>
          </a:lstStyle>
          <a:p>
            <a:r>
              <a:rPr lang="en-US"/>
              <a:t>Click to edit master title style</a:t>
            </a:r>
          </a:p>
        </p:txBody>
      </p:sp>
      <p:sp>
        <p:nvSpPr>
          <p:cNvPr id="3" name="Subtitle 2"/>
          <p:cNvSpPr>
            <a:spLocks noGrp="1"/>
          </p:cNvSpPr>
          <p:nvPr>
            <p:ph type="subTitle" idx="1" hasCustomPrompt="1"/>
          </p:nvPr>
        </p:nvSpPr>
        <p:spPr bwMode="gray">
          <a:xfrm>
            <a:off x="670560" y="2333308"/>
            <a:ext cx="10850881" cy="640080"/>
          </a:xfrm>
          <a:prstGeom prst="rect">
            <a:avLst/>
          </a:prstGeom>
        </p:spPr>
        <p:txBody>
          <a:bodyPr rIns="0" bIns="0" anchor="b" anchorCtr="0"/>
          <a:lstStyle>
            <a:lvl1pPr marL="0" indent="0" algn="l">
              <a:lnSpc>
                <a:spcPct val="100000"/>
              </a:lnSpc>
              <a:buNone/>
              <a:defRPr sz="2400" b="1" cap="all" spc="200" baseline="0">
                <a:solidFill>
                  <a:schemeClr val="accent3"/>
                </a:solidFill>
                <a:latin typeface="+mn-lt"/>
                <a:cs typeface="Calibri" panose="020F0502020204030204" pitchFamily="34" charset="0"/>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a:t>CLICK TO EDIT MASTER SUBTITLE STYLE</a:t>
            </a:r>
          </a:p>
        </p:txBody>
      </p:sp>
      <p:sp>
        <p:nvSpPr>
          <p:cNvPr id="5" name="Text Placeholder 4"/>
          <p:cNvSpPr>
            <a:spLocks noGrp="1"/>
          </p:cNvSpPr>
          <p:nvPr>
            <p:ph type="body" sz="quarter" idx="10" hasCustomPrompt="1"/>
          </p:nvPr>
        </p:nvSpPr>
        <p:spPr bwMode="gray">
          <a:xfrm>
            <a:off x="670560" y="4935539"/>
            <a:ext cx="6461760" cy="640080"/>
          </a:xfrm>
          <a:prstGeom prst="rect">
            <a:avLst/>
          </a:prstGeom>
        </p:spPr>
        <p:txBody>
          <a:bodyPr/>
          <a:lstStyle>
            <a:lvl1pPr>
              <a:defRPr sz="1867" b="0" i="0">
                <a:solidFill>
                  <a:schemeClr val="tx1"/>
                </a:solidFill>
                <a:latin typeface="+mj-lt"/>
              </a:defRPr>
            </a:lvl1pPr>
          </a:lstStyle>
          <a:p>
            <a:pPr lvl="0"/>
            <a:r>
              <a:rPr lang="en-US"/>
              <a:t>Day |  Month |  YY</a:t>
            </a:r>
          </a:p>
        </p:txBody>
      </p:sp>
      <p:pic>
        <p:nvPicPr>
          <p:cNvPr id="9" name="Picture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60867" y="87567"/>
            <a:ext cx="1781155" cy="1936531"/>
          </a:xfrm>
          <a:prstGeom prst="rect">
            <a:avLst/>
          </a:prstGeom>
        </p:spPr>
      </p:pic>
    </p:spTree>
    <p:extLst>
      <p:ext uri="{BB962C8B-B14F-4D97-AF65-F5344CB8AC3E}">
        <p14:creationId xmlns:p14="http://schemas.microsoft.com/office/powerpoint/2010/main" val="2794035062"/>
      </p:ext>
    </p:extLst>
  </p:cSld>
  <p:clrMapOvr>
    <a:masterClrMapping/>
  </p:clrMapOvr>
</p:sldLayout>
</file>

<file path=ppt/slideLayouts/slideLayout155.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4" name="Do not remove" hidden="1">
            <a:extLst>
              <a:ext uri="{FF2B5EF4-FFF2-40B4-BE49-F238E27FC236}">
                <a16:creationId xmlns:a16="http://schemas.microsoft.com/office/drawing/2014/main" id="{E6332320-DBF8-043D-07F4-75BF9527C489}"/>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5"/>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 Placeholder 9">
            <a:extLst>
              <a:ext uri="{FF2B5EF4-FFF2-40B4-BE49-F238E27FC236}">
                <a16:creationId xmlns:a16="http://schemas.microsoft.com/office/drawing/2014/main" id="{E16D6E74-3911-4251-9210-E9AF0CB4653E}"/>
              </a:ext>
            </a:extLst>
          </p:cNvPr>
          <p:cNvSpPr>
            <a:spLocks noGrp="1"/>
          </p:cNvSpPr>
          <p:nvPr>
            <p:ph type="body" sz="quarter" idx="10" hasCustomPrompt="1"/>
          </p:nvPr>
        </p:nvSpPr>
        <p:spPr>
          <a:xfrm>
            <a:off x="670562" y="355600"/>
            <a:ext cx="6989233" cy="348813"/>
          </a:xfrm>
          <a:prstGeom prst="rect">
            <a:avLst/>
          </a:prstGeom>
        </p:spPr>
        <p:txBody>
          <a:bodyPr>
            <a:noAutofit/>
          </a:bodyPr>
          <a:lstStyle>
            <a:lvl1pPr>
              <a:defRPr sz="1867" b="0" cap="all" spc="200" baseline="0">
                <a:solidFill>
                  <a:schemeClr val="accent1"/>
                </a:solidFill>
                <a:latin typeface="+mn-lt"/>
              </a:defRPr>
            </a:lvl1pPr>
            <a:lvl2pPr marL="0" indent="0">
              <a:buNone/>
              <a:defRPr/>
            </a:lvl2pPr>
          </a:lstStyle>
          <a:p>
            <a:pPr lvl="0"/>
            <a:r>
              <a:rPr lang="en-US"/>
              <a:t>Eyebrow identification, CALIBRI, 14PT REGULAR</a:t>
            </a:r>
          </a:p>
        </p:txBody>
      </p:sp>
      <p:sp>
        <p:nvSpPr>
          <p:cNvPr id="15" name="Content Placeholder 9">
            <a:extLst>
              <a:ext uri="{FF2B5EF4-FFF2-40B4-BE49-F238E27FC236}">
                <a16:creationId xmlns:a16="http://schemas.microsoft.com/office/drawing/2014/main" id="{DCEC16E3-E9C3-470B-B2C9-CBD23EA9860F}"/>
              </a:ext>
            </a:extLst>
          </p:cNvPr>
          <p:cNvSpPr>
            <a:spLocks noGrp="1"/>
          </p:cNvSpPr>
          <p:nvPr>
            <p:ph sz="quarter" idx="14"/>
          </p:nvPr>
        </p:nvSpPr>
        <p:spPr>
          <a:xfrm>
            <a:off x="670560" y="1983739"/>
            <a:ext cx="10861040" cy="4233229"/>
          </a:xfrm>
        </p:spPr>
        <p:txBody>
          <a:bodyPr/>
          <a:lstStyle>
            <a:lvl2pPr>
              <a:defRPr sz="2133"/>
            </a:lvl2pPr>
            <a:lvl3pPr>
              <a:defRPr sz="1867"/>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6" name="Text Placeholder 4">
            <a:extLst>
              <a:ext uri="{FF2B5EF4-FFF2-40B4-BE49-F238E27FC236}">
                <a16:creationId xmlns:a16="http://schemas.microsoft.com/office/drawing/2014/main" id="{5D5EEAD8-45FF-4137-A993-0E3B0A63B7A6}"/>
              </a:ext>
            </a:extLst>
          </p:cNvPr>
          <p:cNvSpPr>
            <a:spLocks noGrp="1"/>
          </p:cNvSpPr>
          <p:nvPr>
            <p:ph type="body" sz="quarter" idx="15" hasCustomPrompt="1"/>
          </p:nvPr>
        </p:nvSpPr>
        <p:spPr>
          <a:xfrm>
            <a:off x="670984" y="1463039"/>
            <a:ext cx="10860616" cy="520700"/>
          </a:xfrm>
          <a:prstGeom prst="rect">
            <a:avLst/>
          </a:prstGeom>
        </p:spPr>
        <p:txBody>
          <a:bodyPr>
            <a:noAutofit/>
          </a:bodyPr>
          <a:lstStyle>
            <a:lvl1pPr>
              <a:defRPr sz="2400" b="1" cap="all" baseline="0">
                <a:solidFill>
                  <a:schemeClr val="accent3"/>
                </a:solidFill>
                <a:latin typeface="+mn-lt"/>
              </a:defRPr>
            </a:lvl1pPr>
          </a:lstStyle>
          <a:p>
            <a:pPr lvl="0"/>
            <a:r>
              <a:rPr lang="en-US"/>
              <a:t>SUBTITLE CALIBRI 18PT BOLD, ABBOTT PRIMARY BLUE </a:t>
            </a:r>
          </a:p>
        </p:txBody>
      </p:sp>
      <p:sp>
        <p:nvSpPr>
          <p:cNvPr id="2" name="Date Placeholder 1">
            <a:extLst>
              <a:ext uri="{FF2B5EF4-FFF2-40B4-BE49-F238E27FC236}">
                <a16:creationId xmlns:a16="http://schemas.microsoft.com/office/drawing/2014/main" id="{A490257E-A5F7-47F2-BCB5-BF684CDCDDF2}"/>
              </a:ext>
            </a:extLst>
          </p:cNvPr>
          <p:cNvSpPr>
            <a:spLocks noGrp="1"/>
          </p:cNvSpPr>
          <p:nvPr>
            <p:ph type="dt" sz="half" idx="16"/>
          </p:nvPr>
        </p:nvSpPr>
        <p:spPr/>
        <p:txBody>
          <a:bodyPr/>
          <a:lstStyle/>
          <a:p>
            <a:r>
              <a:rPr lang="en-US" sz="1333"/>
              <a:t>17-Dec-24</a:t>
            </a:r>
            <a:endParaRPr lang="en-IN" sz="1333"/>
          </a:p>
        </p:txBody>
      </p:sp>
      <p:sp>
        <p:nvSpPr>
          <p:cNvPr id="3" name="Footer Placeholder 2">
            <a:extLst>
              <a:ext uri="{FF2B5EF4-FFF2-40B4-BE49-F238E27FC236}">
                <a16:creationId xmlns:a16="http://schemas.microsoft.com/office/drawing/2014/main" id="{76684F02-3528-4796-B761-E75F59E065CB}"/>
              </a:ext>
            </a:extLst>
          </p:cNvPr>
          <p:cNvSpPr>
            <a:spLocks noGrp="1"/>
          </p:cNvSpPr>
          <p:nvPr>
            <p:ph type="ftr" sz="quarter" idx="17"/>
          </p:nvPr>
        </p:nvSpPr>
        <p:spPr/>
        <p:txBody>
          <a:bodyPr/>
          <a:lstStyle/>
          <a:p>
            <a:pPr>
              <a:defRPr/>
            </a:pPr>
            <a:r>
              <a:rPr lang="en-US"/>
              <a:t>Enter title via "insert&gt;header and footer&gt;footer" | </a:t>
            </a:r>
            <a:endParaRPr lang="en-IN"/>
          </a:p>
        </p:txBody>
      </p:sp>
      <p:sp>
        <p:nvSpPr>
          <p:cNvPr id="5" name="Slide Number Placeholder 4">
            <a:extLst>
              <a:ext uri="{FF2B5EF4-FFF2-40B4-BE49-F238E27FC236}">
                <a16:creationId xmlns:a16="http://schemas.microsoft.com/office/drawing/2014/main" id="{39025CAD-0E7F-412A-A2E4-ACA5E42AF8D7}"/>
              </a:ext>
            </a:extLst>
          </p:cNvPr>
          <p:cNvSpPr>
            <a:spLocks noGrp="1"/>
          </p:cNvSpPr>
          <p:nvPr>
            <p:ph type="sldNum" sz="quarter" idx="18"/>
          </p:nvPr>
        </p:nvSpPr>
        <p:spPr/>
        <p:txBody>
          <a:bodyPr/>
          <a:lstStyle/>
          <a:p>
            <a:pPr>
              <a:defRPr/>
            </a:pPr>
            <a:r>
              <a:rPr lang="en-IN"/>
              <a:t>| </a:t>
            </a:r>
            <a:fld id="{7B2119CD-3B2D-4CEB-B404-D2E3F8CD6D69}" type="slidenum">
              <a:rPr lang="en-IN" smtClean="0"/>
              <a:pPr>
                <a:defRPr/>
              </a:pPr>
              <a:t>‹#›</a:t>
            </a:fld>
            <a:endParaRPr lang="en-IN"/>
          </a:p>
        </p:txBody>
      </p:sp>
      <p:sp>
        <p:nvSpPr>
          <p:cNvPr id="7" name="Title 6">
            <a:extLst>
              <a:ext uri="{FF2B5EF4-FFF2-40B4-BE49-F238E27FC236}">
                <a16:creationId xmlns:a16="http://schemas.microsoft.com/office/drawing/2014/main" id="{1B071053-E294-48B6-82D4-81528F06E152}"/>
              </a:ext>
            </a:extLst>
          </p:cNvPr>
          <p:cNvSpPr>
            <a:spLocks noGrp="1"/>
          </p:cNvSpPr>
          <p:nvPr>
            <p:ph type="title"/>
          </p:nvPr>
        </p:nvSpPr>
        <p:spPr/>
        <p:txBody>
          <a:bodyPr/>
          <a:lstStyle/>
          <a:p>
            <a:r>
              <a:rPr lang="en-US"/>
              <a:t>Click to edit Master title style</a:t>
            </a:r>
            <a:endParaRPr lang="en-IN"/>
          </a:p>
        </p:txBody>
      </p:sp>
    </p:spTree>
    <p:extLst>
      <p:ext uri="{BB962C8B-B14F-4D97-AF65-F5344CB8AC3E}">
        <p14:creationId xmlns:p14="http://schemas.microsoft.com/office/powerpoint/2010/main" val="2139120553"/>
      </p:ext>
    </p:extLst>
  </p:cSld>
  <p:clrMapOvr>
    <a:masterClrMapping/>
  </p:clrMapOvr>
</p:sldLayout>
</file>

<file path=ppt/slideLayouts/slideLayout156.xml><?xml version="1.0" encoding="utf-8"?>
<p:sldLayout xmlns:a="http://schemas.openxmlformats.org/drawingml/2006/main" xmlns:r="http://schemas.openxmlformats.org/officeDocument/2006/relationships" xmlns:p="http://schemas.openxmlformats.org/presentationml/2006/main" preserve="1" userDrawn="1">
  <p:cSld name="1_Title and Long Content">
    <p:spTree>
      <p:nvGrpSpPr>
        <p:cNvPr id="1" name=""/>
        <p:cNvGrpSpPr/>
        <p:nvPr/>
      </p:nvGrpSpPr>
      <p:grpSpPr>
        <a:xfrm>
          <a:off x="0" y="0"/>
          <a:ext cx="0" cy="0"/>
          <a:chOff x="0" y="0"/>
          <a:chExt cx="0" cy="0"/>
        </a:xfrm>
      </p:grpSpPr>
      <p:sp>
        <p:nvSpPr>
          <p:cNvPr id="2" name="Do not remove" hidden="1">
            <a:extLst>
              <a:ext uri="{FF2B5EF4-FFF2-40B4-BE49-F238E27FC236}">
                <a16:creationId xmlns:a16="http://schemas.microsoft.com/office/drawing/2014/main" id="{D8A70305-77E2-E68B-C2CF-60ACB7E1FEFA}"/>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5"/>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 Placeholder 9">
            <a:extLst>
              <a:ext uri="{FF2B5EF4-FFF2-40B4-BE49-F238E27FC236}">
                <a16:creationId xmlns:a16="http://schemas.microsoft.com/office/drawing/2014/main" id="{778F9584-625D-462B-8192-C99B9E91AB3E}"/>
              </a:ext>
            </a:extLst>
          </p:cNvPr>
          <p:cNvSpPr>
            <a:spLocks noGrp="1"/>
          </p:cNvSpPr>
          <p:nvPr>
            <p:ph type="body" sz="quarter" idx="10" hasCustomPrompt="1"/>
          </p:nvPr>
        </p:nvSpPr>
        <p:spPr>
          <a:xfrm>
            <a:off x="670562" y="355600"/>
            <a:ext cx="6989233" cy="348813"/>
          </a:xfrm>
          <a:prstGeom prst="rect">
            <a:avLst/>
          </a:prstGeom>
        </p:spPr>
        <p:txBody>
          <a:bodyPr>
            <a:noAutofit/>
          </a:bodyPr>
          <a:lstStyle>
            <a:lvl1pPr>
              <a:defRPr sz="1867" b="0" cap="all" spc="200" baseline="0">
                <a:solidFill>
                  <a:schemeClr val="accent1"/>
                </a:solidFill>
                <a:latin typeface="+mn-lt"/>
              </a:defRPr>
            </a:lvl1pPr>
            <a:lvl2pPr marL="0" indent="0">
              <a:buNone/>
              <a:defRPr/>
            </a:lvl2pPr>
          </a:lstStyle>
          <a:p>
            <a:pPr lvl="0"/>
            <a:r>
              <a:rPr lang="en-US"/>
              <a:t>Eyebrow identification, CALIBRI, 14PT REGULAR</a:t>
            </a:r>
          </a:p>
        </p:txBody>
      </p:sp>
      <p:sp>
        <p:nvSpPr>
          <p:cNvPr id="13" name="Content Placeholder 5">
            <a:extLst>
              <a:ext uri="{FF2B5EF4-FFF2-40B4-BE49-F238E27FC236}">
                <a16:creationId xmlns:a16="http://schemas.microsoft.com/office/drawing/2014/main" id="{0F6E8C1B-F140-45B9-ADF1-1C3C65701146}"/>
              </a:ext>
            </a:extLst>
          </p:cNvPr>
          <p:cNvSpPr>
            <a:spLocks noGrp="1"/>
          </p:cNvSpPr>
          <p:nvPr>
            <p:ph sz="quarter" idx="14"/>
          </p:nvPr>
        </p:nvSpPr>
        <p:spPr>
          <a:xfrm>
            <a:off x="670558" y="1463039"/>
            <a:ext cx="10861041" cy="4754879"/>
          </a:xfrm>
        </p:spPr>
        <p:txBody>
          <a:bodyPr/>
          <a:lstStyle>
            <a:lvl1pPr>
              <a:spcBef>
                <a:spcPts val="1600"/>
              </a:spcBef>
              <a:defRPr/>
            </a:lvl1pPr>
            <a:lvl2pPr>
              <a:spcBef>
                <a:spcPts val="1600"/>
              </a:spcBef>
              <a:defRPr/>
            </a:lvl2pPr>
          </a:lstStyle>
          <a:p>
            <a:pPr lvl="0"/>
            <a:r>
              <a:rPr lang="en-US"/>
              <a:t>Click to edit Master text styles</a:t>
            </a:r>
          </a:p>
          <a:p>
            <a:pPr lvl="1"/>
            <a:r>
              <a:rPr lang="en-US"/>
              <a:t>Second level</a:t>
            </a:r>
          </a:p>
        </p:txBody>
      </p:sp>
      <p:sp>
        <p:nvSpPr>
          <p:cNvPr id="5" name="Date Placeholder 4">
            <a:extLst>
              <a:ext uri="{FF2B5EF4-FFF2-40B4-BE49-F238E27FC236}">
                <a16:creationId xmlns:a16="http://schemas.microsoft.com/office/drawing/2014/main" id="{ED5AE4F8-4A35-4815-BCAE-2DEF5BFEC473}"/>
              </a:ext>
            </a:extLst>
          </p:cNvPr>
          <p:cNvSpPr>
            <a:spLocks noGrp="1"/>
          </p:cNvSpPr>
          <p:nvPr>
            <p:ph type="dt" sz="half" idx="15"/>
          </p:nvPr>
        </p:nvSpPr>
        <p:spPr/>
        <p:txBody>
          <a:bodyPr/>
          <a:lstStyle/>
          <a:p>
            <a:r>
              <a:rPr lang="en-US" sz="1333"/>
              <a:t>17-Dec-24</a:t>
            </a:r>
            <a:endParaRPr lang="en-IN" sz="1333"/>
          </a:p>
        </p:txBody>
      </p:sp>
      <p:sp>
        <p:nvSpPr>
          <p:cNvPr id="6" name="Footer Placeholder 5">
            <a:extLst>
              <a:ext uri="{FF2B5EF4-FFF2-40B4-BE49-F238E27FC236}">
                <a16:creationId xmlns:a16="http://schemas.microsoft.com/office/drawing/2014/main" id="{092A9712-7611-460F-BBA1-965DC35A5A0C}"/>
              </a:ext>
            </a:extLst>
          </p:cNvPr>
          <p:cNvSpPr>
            <a:spLocks noGrp="1"/>
          </p:cNvSpPr>
          <p:nvPr>
            <p:ph type="ftr" sz="quarter" idx="16"/>
          </p:nvPr>
        </p:nvSpPr>
        <p:spPr/>
        <p:txBody>
          <a:bodyPr/>
          <a:lstStyle/>
          <a:p>
            <a:pPr>
              <a:defRPr/>
            </a:pPr>
            <a:r>
              <a:rPr lang="en-US"/>
              <a:t>Enter title via "insert&gt;header and footer&gt;footer" | </a:t>
            </a:r>
            <a:endParaRPr lang="en-IN"/>
          </a:p>
        </p:txBody>
      </p:sp>
      <p:sp>
        <p:nvSpPr>
          <p:cNvPr id="7" name="Slide Number Placeholder 6">
            <a:extLst>
              <a:ext uri="{FF2B5EF4-FFF2-40B4-BE49-F238E27FC236}">
                <a16:creationId xmlns:a16="http://schemas.microsoft.com/office/drawing/2014/main" id="{E816DBEC-A477-4721-9AEB-6DA5B1D8A35F}"/>
              </a:ext>
            </a:extLst>
          </p:cNvPr>
          <p:cNvSpPr>
            <a:spLocks noGrp="1"/>
          </p:cNvSpPr>
          <p:nvPr>
            <p:ph type="sldNum" sz="quarter" idx="17"/>
          </p:nvPr>
        </p:nvSpPr>
        <p:spPr/>
        <p:txBody>
          <a:bodyPr/>
          <a:lstStyle/>
          <a:p>
            <a:pPr>
              <a:defRPr/>
            </a:pPr>
            <a:r>
              <a:rPr lang="en-IN"/>
              <a:t>| </a:t>
            </a:r>
            <a:fld id="{7B2119CD-3B2D-4CEB-B404-D2E3F8CD6D69}" type="slidenum">
              <a:rPr lang="en-IN" smtClean="0"/>
              <a:pPr>
                <a:defRPr/>
              </a:pPr>
              <a:t>‹#›</a:t>
            </a:fld>
            <a:endParaRPr lang="en-IN"/>
          </a:p>
        </p:txBody>
      </p:sp>
      <p:sp>
        <p:nvSpPr>
          <p:cNvPr id="3" name="Title 2">
            <a:extLst>
              <a:ext uri="{FF2B5EF4-FFF2-40B4-BE49-F238E27FC236}">
                <a16:creationId xmlns:a16="http://schemas.microsoft.com/office/drawing/2014/main" id="{C92466CF-9DE4-42FD-B4BE-46614812750F}"/>
              </a:ext>
            </a:extLst>
          </p:cNvPr>
          <p:cNvSpPr>
            <a:spLocks noGrp="1"/>
          </p:cNvSpPr>
          <p:nvPr>
            <p:ph type="title"/>
          </p:nvPr>
        </p:nvSpPr>
        <p:spPr/>
        <p:txBody>
          <a:bodyPr/>
          <a:lstStyle/>
          <a:p>
            <a:r>
              <a:rPr lang="en-US"/>
              <a:t>Click to edit Master title style</a:t>
            </a:r>
            <a:endParaRPr lang="en-IN"/>
          </a:p>
        </p:txBody>
      </p:sp>
    </p:spTree>
    <p:extLst>
      <p:ext uri="{BB962C8B-B14F-4D97-AF65-F5344CB8AC3E}">
        <p14:creationId xmlns:p14="http://schemas.microsoft.com/office/powerpoint/2010/main" val="3645283618"/>
      </p:ext>
    </p:extLst>
  </p:cSld>
  <p:clrMapOvr>
    <a:masterClrMapping/>
  </p:clrMapOvr>
</p:sldLayout>
</file>

<file path=ppt/slideLayouts/slideLayout157.xml><?xml version="1.0" encoding="utf-8"?>
<p:sldLayout xmlns:a="http://schemas.openxmlformats.org/drawingml/2006/main" xmlns:r="http://schemas.openxmlformats.org/officeDocument/2006/relationships" xmlns:p="http://schemas.openxmlformats.org/presentationml/2006/main" preserve="1" userDrawn="1">
  <p:cSld name="2_Title Only">
    <p:spTree>
      <p:nvGrpSpPr>
        <p:cNvPr id="1" name=""/>
        <p:cNvGrpSpPr/>
        <p:nvPr/>
      </p:nvGrpSpPr>
      <p:grpSpPr>
        <a:xfrm>
          <a:off x="0" y="0"/>
          <a:ext cx="0" cy="0"/>
          <a:chOff x="0" y="0"/>
          <a:chExt cx="0" cy="0"/>
        </a:xfrm>
      </p:grpSpPr>
      <p:sp>
        <p:nvSpPr>
          <p:cNvPr id="4" name="Do not remove" hidden="1">
            <a:extLst>
              <a:ext uri="{FF2B5EF4-FFF2-40B4-BE49-F238E27FC236}">
                <a16:creationId xmlns:a16="http://schemas.microsoft.com/office/drawing/2014/main" id="{25D71B17-5332-09A4-D50A-8ADBDC5E1569}"/>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5"/>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 Placeholder 9">
            <a:extLst>
              <a:ext uri="{FF2B5EF4-FFF2-40B4-BE49-F238E27FC236}">
                <a16:creationId xmlns:a16="http://schemas.microsoft.com/office/drawing/2014/main" id="{CC2773AC-CB5F-4692-8614-145FCB812285}"/>
              </a:ext>
            </a:extLst>
          </p:cNvPr>
          <p:cNvSpPr>
            <a:spLocks noGrp="1"/>
          </p:cNvSpPr>
          <p:nvPr>
            <p:ph type="body" sz="quarter" idx="10" hasCustomPrompt="1"/>
          </p:nvPr>
        </p:nvSpPr>
        <p:spPr>
          <a:xfrm>
            <a:off x="670562" y="355600"/>
            <a:ext cx="6989233" cy="348813"/>
          </a:xfrm>
          <a:prstGeom prst="rect">
            <a:avLst/>
          </a:prstGeom>
        </p:spPr>
        <p:txBody>
          <a:bodyPr>
            <a:noAutofit/>
          </a:bodyPr>
          <a:lstStyle>
            <a:lvl1pPr>
              <a:defRPr sz="1867" b="0" cap="all" spc="200" baseline="0">
                <a:solidFill>
                  <a:schemeClr val="accent1"/>
                </a:solidFill>
                <a:latin typeface="+mn-lt"/>
              </a:defRPr>
            </a:lvl1pPr>
            <a:lvl2pPr marL="0" indent="0">
              <a:buNone/>
              <a:defRPr/>
            </a:lvl2pPr>
          </a:lstStyle>
          <a:p>
            <a:pPr lvl="0"/>
            <a:r>
              <a:rPr lang="en-US"/>
              <a:t>Eyebrow identification, CALIBRI, 14PT REGULAR</a:t>
            </a:r>
          </a:p>
        </p:txBody>
      </p:sp>
      <p:sp>
        <p:nvSpPr>
          <p:cNvPr id="5" name="Date Placeholder 4">
            <a:extLst>
              <a:ext uri="{FF2B5EF4-FFF2-40B4-BE49-F238E27FC236}">
                <a16:creationId xmlns:a16="http://schemas.microsoft.com/office/drawing/2014/main" id="{90095818-CAA3-49D4-822D-78FB55358F3D}"/>
              </a:ext>
            </a:extLst>
          </p:cNvPr>
          <p:cNvSpPr>
            <a:spLocks noGrp="1"/>
          </p:cNvSpPr>
          <p:nvPr>
            <p:ph type="dt" sz="half" idx="11"/>
          </p:nvPr>
        </p:nvSpPr>
        <p:spPr/>
        <p:txBody>
          <a:bodyPr/>
          <a:lstStyle/>
          <a:p>
            <a:r>
              <a:rPr lang="en-US" sz="1333"/>
              <a:t>17-Dec-24</a:t>
            </a:r>
            <a:endParaRPr lang="en-IN" sz="1333"/>
          </a:p>
        </p:txBody>
      </p:sp>
      <p:sp>
        <p:nvSpPr>
          <p:cNvPr id="6" name="Footer Placeholder 5">
            <a:extLst>
              <a:ext uri="{FF2B5EF4-FFF2-40B4-BE49-F238E27FC236}">
                <a16:creationId xmlns:a16="http://schemas.microsoft.com/office/drawing/2014/main" id="{3DF4A984-8C41-4A18-A4AB-486817760C84}"/>
              </a:ext>
            </a:extLst>
          </p:cNvPr>
          <p:cNvSpPr>
            <a:spLocks noGrp="1"/>
          </p:cNvSpPr>
          <p:nvPr>
            <p:ph type="ftr" sz="quarter" idx="12"/>
          </p:nvPr>
        </p:nvSpPr>
        <p:spPr/>
        <p:txBody>
          <a:bodyPr/>
          <a:lstStyle/>
          <a:p>
            <a:pPr>
              <a:defRPr/>
            </a:pPr>
            <a:r>
              <a:rPr lang="en-US"/>
              <a:t>Enter title via "insert&gt;header and footer&gt;footer" | </a:t>
            </a:r>
            <a:endParaRPr lang="en-IN"/>
          </a:p>
        </p:txBody>
      </p:sp>
      <p:sp>
        <p:nvSpPr>
          <p:cNvPr id="7" name="Slide Number Placeholder 6">
            <a:extLst>
              <a:ext uri="{FF2B5EF4-FFF2-40B4-BE49-F238E27FC236}">
                <a16:creationId xmlns:a16="http://schemas.microsoft.com/office/drawing/2014/main" id="{43C13B2C-626A-4182-93CD-E777AFAD57CE}"/>
              </a:ext>
            </a:extLst>
          </p:cNvPr>
          <p:cNvSpPr>
            <a:spLocks noGrp="1"/>
          </p:cNvSpPr>
          <p:nvPr>
            <p:ph type="sldNum" sz="quarter" idx="13"/>
          </p:nvPr>
        </p:nvSpPr>
        <p:spPr/>
        <p:txBody>
          <a:bodyPr/>
          <a:lstStyle/>
          <a:p>
            <a:pPr>
              <a:defRPr/>
            </a:pPr>
            <a:r>
              <a:rPr lang="en-IN"/>
              <a:t>| </a:t>
            </a:r>
            <a:fld id="{7B2119CD-3B2D-4CEB-B404-D2E3F8CD6D69}" type="slidenum">
              <a:rPr lang="en-IN" smtClean="0"/>
              <a:pPr>
                <a:defRPr/>
              </a:pPr>
              <a:t>‹#›</a:t>
            </a:fld>
            <a:endParaRPr lang="en-IN"/>
          </a:p>
        </p:txBody>
      </p:sp>
      <p:sp>
        <p:nvSpPr>
          <p:cNvPr id="3" name="Title 2">
            <a:extLst>
              <a:ext uri="{FF2B5EF4-FFF2-40B4-BE49-F238E27FC236}">
                <a16:creationId xmlns:a16="http://schemas.microsoft.com/office/drawing/2014/main" id="{3F2BE9E2-7A7D-4BED-96F2-45B5703A2DAB}"/>
              </a:ext>
            </a:extLst>
          </p:cNvPr>
          <p:cNvSpPr>
            <a:spLocks noGrp="1"/>
          </p:cNvSpPr>
          <p:nvPr>
            <p:ph type="title"/>
          </p:nvPr>
        </p:nvSpPr>
        <p:spPr/>
        <p:txBody>
          <a:bodyPr/>
          <a:lstStyle/>
          <a:p>
            <a:r>
              <a:rPr lang="en-US"/>
              <a:t>Click to edit Master title style</a:t>
            </a:r>
            <a:endParaRPr lang="en-IN"/>
          </a:p>
        </p:txBody>
      </p:sp>
    </p:spTree>
    <p:extLst>
      <p:ext uri="{BB962C8B-B14F-4D97-AF65-F5344CB8AC3E}">
        <p14:creationId xmlns:p14="http://schemas.microsoft.com/office/powerpoint/2010/main" val="2901864286"/>
      </p:ext>
    </p:extLst>
  </p:cSld>
  <p:clrMapOvr>
    <a:masterClrMapping/>
  </p:clrMapOvr>
</p:sldLayout>
</file>

<file path=ppt/slideLayouts/slideLayout158.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E16D6E74-3911-4251-9210-E9AF0CB4653E}"/>
              </a:ext>
            </a:extLst>
          </p:cNvPr>
          <p:cNvSpPr>
            <a:spLocks noGrp="1"/>
          </p:cNvSpPr>
          <p:nvPr>
            <p:ph type="body" sz="quarter" idx="10" hasCustomPrompt="1"/>
          </p:nvPr>
        </p:nvSpPr>
        <p:spPr>
          <a:xfrm>
            <a:off x="670562" y="355600"/>
            <a:ext cx="6989233" cy="348813"/>
          </a:xfrm>
          <a:prstGeom prst="rect">
            <a:avLst/>
          </a:prstGeom>
        </p:spPr>
        <p:txBody>
          <a:bodyPr>
            <a:noAutofit/>
          </a:bodyPr>
          <a:lstStyle>
            <a:lvl1pPr>
              <a:defRPr sz="1867" b="0" cap="all" spc="200" baseline="0">
                <a:solidFill>
                  <a:schemeClr val="accent1"/>
                </a:solidFill>
                <a:latin typeface="+mn-lt"/>
              </a:defRPr>
            </a:lvl1pPr>
            <a:lvl2pPr marL="0" indent="0">
              <a:buNone/>
              <a:defRPr/>
            </a:lvl2pPr>
          </a:lstStyle>
          <a:p>
            <a:pPr lvl="0"/>
            <a:r>
              <a:rPr lang="en-US"/>
              <a:t>Eyebrow identification, CALIBRI, 14PT REGULAR</a:t>
            </a:r>
          </a:p>
        </p:txBody>
      </p:sp>
      <p:sp>
        <p:nvSpPr>
          <p:cNvPr id="15" name="Content Placeholder 9">
            <a:extLst>
              <a:ext uri="{FF2B5EF4-FFF2-40B4-BE49-F238E27FC236}">
                <a16:creationId xmlns:a16="http://schemas.microsoft.com/office/drawing/2014/main" id="{DCEC16E3-E9C3-470B-B2C9-CBD23EA9860F}"/>
              </a:ext>
            </a:extLst>
          </p:cNvPr>
          <p:cNvSpPr>
            <a:spLocks noGrp="1"/>
          </p:cNvSpPr>
          <p:nvPr>
            <p:ph sz="quarter" idx="14"/>
          </p:nvPr>
        </p:nvSpPr>
        <p:spPr>
          <a:xfrm>
            <a:off x="670560" y="1983739"/>
            <a:ext cx="10861040" cy="4233229"/>
          </a:xfrm>
        </p:spPr>
        <p:txBody>
          <a:bodyPr/>
          <a:lstStyle>
            <a:lvl2pPr>
              <a:defRPr sz="2133"/>
            </a:lvl2pPr>
            <a:lvl3pPr>
              <a:defRPr sz="1867"/>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6" name="Text Placeholder 4">
            <a:extLst>
              <a:ext uri="{FF2B5EF4-FFF2-40B4-BE49-F238E27FC236}">
                <a16:creationId xmlns:a16="http://schemas.microsoft.com/office/drawing/2014/main" id="{5D5EEAD8-45FF-4137-A993-0E3B0A63B7A6}"/>
              </a:ext>
            </a:extLst>
          </p:cNvPr>
          <p:cNvSpPr>
            <a:spLocks noGrp="1"/>
          </p:cNvSpPr>
          <p:nvPr>
            <p:ph type="body" sz="quarter" idx="15" hasCustomPrompt="1"/>
          </p:nvPr>
        </p:nvSpPr>
        <p:spPr>
          <a:xfrm>
            <a:off x="670984" y="1463039"/>
            <a:ext cx="10860616" cy="520700"/>
          </a:xfrm>
          <a:prstGeom prst="rect">
            <a:avLst/>
          </a:prstGeom>
        </p:spPr>
        <p:txBody>
          <a:bodyPr>
            <a:noAutofit/>
          </a:bodyPr>
          <a:lstStyle>
            <a:lvl1pPr>
              <a:defRPr sz="2400" b="1" cap="all" baseline="0">
                <a:solidFill>
                  <a:schemeClr val="accent3"/>
                </a:solidFill>
                <a:latin typeface="+mn-lt"/>
              </a:defRPr>
            </a:lvl1pPr>
          </a:lstStyle>
          <a:p>
            <a:pPr lvl="0"/>
            <a:r>
              <a:rPr lang="en-US"/>
              <a:t>SUBTITLE CALIBRI 18PT BOLD, ABBOTT PRIMARY BLUE </a:t>
            </a:r>
          </a:p>
        </p:txBody>
      </p:sp>
      <p:sp>
        <p:nvSpPr>
          <p:cNvPr id="2" name="Date Placeholder 1">
            <a:extLst>
              <a:ext uri="{FF2B5EF4-FFF2-40B4-BE49-F238E27FC236}">
                <a16:creationId xmlns:a16="http://schemas.microsoft.com/office/drawing/2014/main" id="{A490257E-A5F7-47F2-BCB5-BF684CDCDDF2}"/>
              </a:ext>
            </a:extLst>
          </p:cNvPr>
          <p:cNvSpPr>
            <a:spLocks noGrp="1"/>
          </p:cNvSpPr>
          <p:nvPr>
            <p:ph type="dt" sz="half" idx="16"/>
          </p:nvPr>
        </p:nvSpPr>
        <p:spPr/>
        <p:txBody>
          <a:bodyPr/>
          <a:lstStyle/>
          <a:p>
            <a:r>
              <a:rPr lang="en-US" sz="1333"/>
              <a:t>17-Dec-24</a:t>
            </a:r>
            <a:endParaRPr lang="en-IN" sz="1333"/>
          </a:p>
        </p:txBody>
      </p:sp>
      <p:sp>
        <p:nvSpPr>
          <p:cNvPr id="3" name="Footer Placeholder 2">
            <a:extLst>
              <a:ext uri="{FF2B5EF4-FFF2-40B4-BE49-F238E27FC236}">
                <a16:creationId xmlns:a16="http://schemas.microsoft.com/office/drawing/2014/main" id="{76684F02-3528-4796-B761-E75F59E065CB}"/>
              </a:ext>
            </a:extLst>
          </p:cNvPr>
          <p:cNvSpPr>
            <a:spLocks noGrp="1"/>
          </p:cNvSpPr>
          <p:nvPr>
            <p:ph type="ftr" sz="quarter" idx="17"/>
          </p:nvPr>
        </p:nvSpPr>
        <p:spPr/>
        <p:txBody>
          <a:bodyPr/>
          <a:lstStyle/>
          <a:p>
            <a:pPr>
              <a:defRPr/>
            </a:pPr>
            <a:r>
              <a:rPr lang="en-US"/>
              <a:t>Enter title via "insert&gt;header and footer&gt;footer" | </a:t>
            </a:r>
            <a:endParaRPr lang="en-IN"/>
          </a:p>
        </p:txBody>
      </p:sp>
      <p:sp>
        <p:nvSpPr>
          <p:cNvPr id="5" name="Slide Number Placeholder 4">
            <a:extLst>
              <a:ext uri="{FF2B5EF4-FFF2-40B4-BE49-F238E27FC236}">
                <a16:creationId xmlns:a16="http://schemas.microsoft.com/office/drawing/2014/main" id="{39025CAD-0E7F-412A-A2E4-ACA5E42AF8D7}"/>
              </a:ext>
            </a:extLst>
          </p:cNvPr>
          <p:cNvSpPr>
            <a:spLocks noGrp="1"/>
          </p:cNvSpPr>
          <p:nvPr>
            <p:ph type="sldNum" sz="quarter" idx="18"/>
          </p:nvPr>
        </p:nvSpPr>
        <p:spPr/>
        <p:txBody>
          <a:bodyPr/>
          <a:lstStyle/>
          <a:p>
            <a:pPr>
              <a:defRPr/>
            </a:pPr>
            <a:r>
              <a:rPr lang="en-IN"/>
              <a:t>| </a:t>
            </a:r>
            <a:fld id="{7B2119CD-3B2D-4CEB-B404-D2E3F8CD6D69}" type="slidenum">
              <a:rPr lang="en-IN" smtClean="0"/>
              <a:pPr>
                <a:defRPr/>
              </a:pPr>
              <a:t>‹#›</a:t>
            </a:fld>
            <a:endParaRPr lang="en-IN"/>
          </a:p>
        </p:txBody>
      </p:sp>
      <p:sp>
        <p:nvSpPr>
          <p:cNvPr id="7" name="Title 6">
            <a:extLst>
              <a:ext uri="{FF2B5EF4-FFF2-40B4-BE49-F238E27FC236}">
                <a16:creationId xmlns:a16="http://schemas.microsoft.com/office/drawing/2014/main" id="{1B071053-E294-48B6-82D4-81528F06E152}"/>
              </a:ext>
            </a:extLst>
          </p:cNvPr>
          <p:cNvSpPr>
            <a:spLocks noGrp="1"/>
          </p:cNvSpPr>
          <p:nvPr>
            <p:ph type="title"/>
          </p:nvPr>
        </p:nvSpPr>
        <p:spPr/>
        <p:txBody>
          <a:bodyPr/>
          <a:lstStyle/>
          <a:p>
            <a:r>
              <a:rPr lang="en-US"/>
              <a:t>Click to edit Master title style</a:t>
            </a:r>
            <a:endParaRPr lang="en-IN"/>
          </a:p>
        </p:txBody>
      </p:sp>
    </p:spTree>
    <p:extLst>
      <p:ext uri="{BB962C8B-B14F-4D97-AF65-F5344CB8AC3E}">
        <p14:creationId xmlns:p14="http://schemas.microsoft.com/office/powerpoint/2010/main" val="831050328"/>
      </p:ext>
    </p:extLst>
  </p:cSld>
  <p:clrMapOvr>
    <a:masterClrMapping/>
  </p:clrMapOvr>
</p:sldLayout>
</file>

<file path=ppt/slideLayouts/slideLayout159.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CC2773AC-CB5F-4692-8614-145FCB812285}"/>
              </a:ext>
            </a:extLst>
          </p:cNvPr>
          <p:cNvSpPr>
            <a:spLocks noGrp="1"/>
          </p:cNvSpPr>
          <p:nvPr>
            <p:ph type="body" sz="quarter" idx="10" hasCustomPrompt="1"/>
          </p:nvPr>
        </p:nvSpPr>
        <p:spPr>
          <a:xfrm>
            <a:off x="670562" y="355600"/>
            <a:ext cx="6989233" cy="348813"/>
          </a:xfrm>
          <a:prstGeom prst="rect">
            <a:avLst/>
          </a:prstGeom>
        </p:spPr>
        <p:txBody>
          <a:bodyPr>
            <a:noAutofit/>
          </a:bodyPr>
          <a:lstStyle>
            <a:lvl1pPr>
              <a:defRPr sz="1867" b="0" cap="all" spc="200" baseline="0">
                <a:solidFill>
                  <a:schemeClr val="accent1"/>
                </a:solidFill>
                <a:latin typeface="+mn-lt"/>
              </a:defRPr>
            </a:lvl1pPr>
            <a:lvl2pPr marL="0" indent="0">
              <a:buNone/>
              <a:defRPr/>
            </a:lvl2pPr>
          </a:lstStyle>
          <a:p>
            <a:pPr lvl="0"/>
            <a:r>
              <a:rPr lang="en-US"/>
              <a:t>Eyebrow identification, CALIBRI, 14PT REGULAR</a:t>
            </a:r>
          </a:p>
        </p:txBody>
      </p:sp>
      <p:sp>
        <p:nvSpPr>
          <p:cNvPr id="5" name="Date Placeholder 4">
            <a:extLst>
              <a:ext uri="{FF2B5EF4-FFF2-40B4-BE49-F238E27FC236}">
                <a16:creationId xmlns:a16="http://schemas.microsoft.com/office/drawing/2014/main" id="{90095818-CAA3-49D4-822D-78FB55358F3D}"/>
              </a:ext>
            </a:extLst>
          </p:cNvPr>
          <p:cNvSpPr>
            <a:spLocks noGrp="1"/>
          </p:cNvSpPr>
          <p:nvPr>
            <p:ph type="dt" sz="half" idx="11"/>
          </p:nvPr>
        </p:nvSpPr>
        <p:spPr/>
        <p:txBody>
          <a:bodyPr/>
          <a:lstStyle/>
          <a:p>
            <a:r>
              <a:rPr lang="en-US" sz="1333"/>
              <a:t>17-Dec-24</a:t>
            </a:r>
            <a:endParaRPr lang="en-IN" sz="1333"/>
          </a:p>
        </p:txBody>
      </p:sp>
      <p:sp>
        <p:nvSpPr>
          <p:cNvPr id="6" name="Footer Placeholder 5">
            <a:extLst>
              <a:ext uri="{FF2B5EF4-FFF2-40B4-BE49-F238E27FC236}">
                <a16:creationId xmlns:a16="http://schemas.microsoft.com/office/drawing/2014/main" id="{3DF4A984-8C41-4A18-A4AB-486817760C84}"/>
              </a:ext>
            </a:extLst>
          </p:cNvPr>
          <p:cNvSpPr>
            <a:spLocks noGrp="1"/>
          </p:cNvSpPr>
          <p:nvPr>
            <p:ph type="ftr" sz="quarter" idx="12"/>
          </p:nvPr>
        </p:nvSpPr>
        <p:spPr/>
        <p:txBody>
          <a:bodyPr/>
          <a:lstStyle/>
          <a:p>
            <a:pPr>
              <a:defRPr/>
            </a:pPr>
            <a:r>
              <a:rPr lang="en-US"/>
              <a:t>Enter title via "insert&gt;header and footer&gt;footer" | </a:t>
            </a:r>
            <a:endParaRPr lang="en-IN"/>
          </a:p>
        </p:txBody>
      </p:sp>
      <p:sp>
        <p:nvSpPr>
          <p:cNvPr id="7" name="Slide Number Placeholder 6">
            <a:extLst>
              <a:ext uri="{FF2B5EF4-FFF2-40B4-BE49-F238E27FC236}">
                <a16:creationId xmlns:a16="http://schemas.microsoft.com/office/drawing/2014/main" id="{43C13B2C-626A-4182-93CD-E777AFAD57CE}"/>
              </a:ext>
            </a:extLst>
          </p:cNvPr>
          <p:cNvSpPr>
            <a:spLocks noGrp="1"/>
          </p:cNvSpPr>
          <p:nvPr>
            <p:ph type="sldNum" sz="quarter" idx="13"/>
          </p:nvPr>
        </p:nvSpPr>
        <p:spPr/>
        <p:txBody>
          <a:bodyPr/>
          <a:lstStyle/>
          <a:p>
            <a:pPr>
              <a:defRPr/>
            </a:pPr>
            <a:r>
              <a:rPr lang="en-IN"/>
              <a:t>| </a:t>
            </a:r>
            <a:fld id="{7B2119CD-3B2D-4CEB-B404-D2E3F8CD6D69}" type="slidenum">
              <a:rPr lang="en-IN" smtClean="0"/>
              <a:pPr>
                <a:defRPr/>
              </a:pPr>
              <a:t>‹#›</a:t>
            </a:fld>
            <a:endParaRPr lang="en-IN"/>
          </a:p>
        </p:txBody>
      </p:sp>
      <p:sp>
        <p:nvSpPr>
          <p:cNvPr id="3" name="Title 2">
            <a:extLst>
              <a:ext uri="{FF2B5EF4-FFF2-40B4-BE49-F238E27FC236}">
                <a16:creationId xmlns:a16="http://schemas.microsoft.com/office/drawing/2014/main" id="{3F2BE9E2-7A7D-4BED-96F2-45B5703A2DAB}"/>
              </a:ext>
            </a:extLst>
          </p:cNvPr>
          <p:cNvSpPr>
            <a:spLocks noGrp="1"/>
          </p:cNvSpPr>
          <p:nvPr>
            <p:ph type="title"/>
          </p:nvPr>
        </p:nvSpPr>
        <p:spPr/>
        <p:txBody>
          <a:bodyPr/>
          <a:lstStyle/>
          <a:p>
            <a:r>
              <a:rPr lang="en-US"/>
              <a:t>Click to edit Master title style</a:t>
            </a:r>
            <a:endParaRPr lang="en-IN"/>
          </a:p>
        </p:txBody>
      </p:sp>
    </p:spTree>
    <p:extLst>
      <p:ext uri="{BB962C8B-B14F-4D97-AF65-F5344CB8AC3E}">
        <p14:creationId xmlns:p14="http://schemas.microsoft.com/office/powerpoint/2010/main" val="3590440013"/>
      </p:ext>
    </p:extLst>
  </p:cSld>
  <p:clrMapOvr>
    <a:masterClrMapping/>
  </p:clrMapOvr>
</p:sldLayout>
</file>

<file path=ppt/slideLayouts/slideLayout160.xml><?xml version="1.0" encoding="utf-8"?>
<p:sldLayout xmlns:a="http://schemas.openxmlformats.org/drawingml/2006/main" xmlns:r="http://schemas.openxmlformats.org/officeDocument/2006/relationships" xmlns:p="http://schemas.openxmlformats.org/presentationml/2006/main" showMasterSp="0" preserve="1" userDrawn="1">
  <p:cSld name="3_Title Slide Layout">
    <p:bg bwMode="gray">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bwMode="gray">
          <a:xfrm>
            <a:off x="670560" y="3106739"/>
            <a:ext cx="10850880" cy="1645920"/>
          </a:xfrm>
        </p:spPr>
        <p:txBody>
          <a:bodyPr/>
          <a:lstStyle>
            <a:lvl1pPr algn="l">
              <a:lnSpc>
                <a:spcPct val="90000"/>
              </a:lnSpc>
              <a:defRPr sz="5867" b="0" cap="none" spc="0" baseline="0">
                <a:solidFill>
                  <a:schemeClr val="bg1"/>
                </a:solidFill>
                <a:latin typeface="+mj-lt"/>
              </a:defRPr>
            </a:lvl1pPr>
          </a:lstStyle>
          <a:p>
            <a:r>
              <a:rPr lang="en-US"/>
              <a:t>Click to edit master title style</a:t>
            </a:r>
          </a:p>
        </p:txBody>
      </p:sp>
      <p:sp>
        <p:nvSpPr>
          <p:cNvPr id="3" name="Subtitle 2"/>
          <p:cNvSpPr>
            <a:spLocks noGrp="1"/>
          </p:cNvSpPr>
          <p:nvPr>
            <p:ph type="subTitle" idx="1" hasCustomPrompt="1"/>
          </p:nvPr>
        </p:nvSpPr>
        <p:spPr bwMode="gray">
          <a:xfrm>
            <a:off x="670561" y="2333308"/>
            <a:ext cx="10850879" cy="640080"/>
          </a:xfrm>
          <a:prstGeom prst="rect">
            <a:avLst/>
          </a:prstGeom>
        </p:spPr>
        <p:txBody>
          <a:bodyPr rIns="0" bIns="0" anchor="b" anchorCtr="0"/>
          <a:lstStyle>
            <a:lvl1pPr marL="0" indent="0" algn="l">
              <a:lnSpc>
                <a:spcPct val="100000"/>
              </a:lnSpc>
              <a:buNone/>
              <a:defRPr sz="2400" b="1" cap="all" spc="200" baseline="0">
                <a:solidFill>
                  <a:schemeClr val="accent1"/>
                </a:solidFill>
                <a:latin typeface="+mn-lt"/>
                <a:cs typeface="Calibri" panose="020F0502020204030204" pitchFamily="34" charset="0"/>
              </a:defRPr>
            </a:lvl1pPr>
            <a:lvl2pPr marL="609570" indent="0" algn="ctr">
              <a:buNone/>
              <a:defRPr>
                <a:solidFill>
                  <a:schemeClr val="tx1">
                    <a:tint val="75000"/>
                  </a:schemeClr>
                </a:solidFill>
              </a:defRPr>
            </a:lvl2pPr>
            <a:lvl3pPr marL="1219140" indent="0" algn="ctr">
              <a:buNone/>
              <a:defRPr>
                <a:solidFill>
                  <a:schemeClr val="tx1">
                    <a:tint val="75000"/>
                  </a:schemeClr>
                </a:solidFill>
              </a:defRPr>
            </a:lvl3pPr>
            <a:lvl4pPr marL="1828709" indent="0" algn="ctr">
              <a:buNone/>
              <a:defRPr>
                <a:solidFill>
                  <a:schemeClr val="tx1">
                    <a:tint val="75000"/>
                  </a:schemeClr>
                </a:solidFill>
              </a:defRPr>
            </a:lvl4pPr>
            <a:lvl5pPr marL="2438278" indent="0" algn="ctr">
              <a:buNone/>
              <a:defRPr>
                <a:solidFill>
                  <a:schemeClr val="tx1">
                    <a:tint val="75000"/>
                  </a:schemeClr>
                </a:solidFill>
              </a:defRPr>
            </a:lvl5pPr>
            <a:lvl6pPr marL="3047848" indent="0" algn="ctr">
              <a:buNone/>
              <a:defRPr>
                <a:solidFill>
                  <a:schemeClr val="tx1">
                    <a:tint val="75000"/>
                  </a:schemeClr>
                </a:solidFill>
              </a:defRPr>
            </a:lvl6pPr>
            <a:lvl7pPr marL="3657418" indent="0" algn="ctr">
              <a:buNone/>
              <a:defRPr>
                <a:solidFill>
                  <a:schemeClr val="tx1">
                    <a:tint val="75000"/>
                  </a:schemeClr>
                </a:solidFill>
              </a:defRPr>
            </a:lvl7pPr>
            <a:lvl8pPr marL="4266987" indent="0" algn="ctr">
              <a:buNone/>
              <a:defRPr>
                <a:solidFill>
                  <a:schemeClr val="tx1">
                    <a:tint val="75000"/>
                  </a:schemeClr>
                </a:solidFill>
              </a:defRPr>
            </a:lvl8pPr>
            <a:lvl9pPr marL="4876557" indent="0" algn="ctr">
              <a:buNone/>
              <a:defRPr>
                <a:solidFill>
                  <a:schemeClr val="tx1">
                    <a:tint val="75000"/>
                  </a:schemeClr>
                </a:solidFill>
              </a:defRPr>
            </a:lvl9pPr>
          </a:lstStyle>
          <a:p>
            <a:r>
              <a:rPr lang="en-US"/>
              <a:t>CLICK TO EDIT MASTER SUBTITLE STYLE</a:t>
            </a:r>
          </a:p>
        </p:txBody>
      </p:sp>
      <p:sp>
        <p:nvSpPr>
          <p:cNvPr id="5" name="Text Placeholder 4"/>
          <p:cNvSpPr>
            <a:spLocks noGrp="1"/>
          </p:cNvSpPr>
          <p:nvPr>
            <p:ph type="body" sz="quarter" idx="10" hasCustomPrompt="1"/>
          </p:nvPr>
        </p:nvSpPr>
        <p:spPr bwMode="gray">
          <a:xfrm>
            <a:off x="670560" y="4935539"/>
            <a:ext cx="6461760" cy="640080"/>
          </a:xfrm>
          <a:prstGeom prst="rect">
            <a:avLst/>
          </a:prstGeom>
        </p:spPr>
        <p:txBody>
          <a:bodyPr/>
          <a:lstStyle>
            <a:lvl1pPr>
              <a:defRPr sz="1867" b="0" i="0">
                <a:solidFill>
                  <a:schemeClr val="bg1"/>
                </a:solidFill>
                <a:latin typeface="+mj-lt"/>
              </a:defRPr>
            </a:lvl1pPr>
          </a:lstStyle>
          <a:p>
            <a:pPr lvl="0"/>
            <a:r>
              <a:rPr lang="en-US"/>
              <a:t>Day |  Month |  YY</a:t>
            </a:r>
          </a:p>
        </p:txBody>
      </p:sp>
      <p:pic>
        <p:nvPicPr>
          <p:cNvPr id="7" name="Picture 6" descr="A_symbol_wordm_below_w_rgb-01.png"/>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463296" y="182880"/>
            <a:ext cx="1584960" cy="1736075"/>
          </a:xfrm>
          <a:prstGeom prst="rect">
            <a:avLst/>
          </a:prstGeom>
        </p:spPr>
      </p:pic>
      <p:sp>
        <p:nvSpPr>
          <p:cNvPr id="4" name="Content Placeholder 2">
            <a:extLst>
              <a:ext uri="{FF2B5EF4-FFF2-40B4-BE49-F238E27FC236}">
                <a16:creationId xmlns:a16="http://schemas.microsoft.com/office/drawing/2014/main" id="{AF9B7AF3-6EAA-4E53-822C-0EC8E7CEFD82}"/>
              </a:ext>
            </a:extLst>
          </p:cNvPr>
          <p:cNvSpPr txBox="1">
            <a:spLocks/>
          </p:cNvSpPr>
          <p:nvPr userDrawn="1"/>
        </p:nvSpPr>
        <p:spPr bwMode="gray">
          <a:xfrm>
            <a:off x="670562" y="6427472"/>
            <a:ext cx="4077308" cy="292101"/>
          </a:xfrm>
          <a:prstGeom prst="rect">
            <a:avLst/>
          </a:prstGeom>
        </p:spPr>
        <p:txBody>
          <a:bodyPr vert="horz" lIns="0" rIns="0" anchor="b" anchorCtr="0"/>
          <a:lstStyle>
            <a:lvl1pPr marL="0" indent="0" algn="l" defTabSz="457200" rtl="0" eaLnBrk="1" latinLnBrk="0" hangingPunct="1">
              <a:spcBef>
                <a:spcPct val="20000"/>
              </a:spcBef>
              <a:buFont typeface="Arial"/>
              <a:buNone/>
              <a:defRPr sz="900" kern="1200">
                <a:solidFill>
                  <a:schemeClr val="tx1"/>
                </a:solidFill>
                <a:latin typeface="Georgia"/>
                <a:ea typeface="+mn-ea"/>
                <a:cs typeface="Georgia"/>
              </a:defRPr>
            </a:lvl1pPr>
            <a:lvl2pPr marL="457200" indent="0" algn="l" defTabSz="457200" rtl="0" eaLnBrk="1" latinLnBrk="0" hangingPunct="1">
              <a:spcBef>
                <a:spcPct val="20000"/>
              </a:spcBef>
              <a:buFont typeface="Arial"/>
              <a:buNone/>
              <a:defRPr sz="900" kern="1200">
                <a:solidFill>
                  <a:schemeClr val="tx1"/>
                </a:solidFill>
                <a:latin typeface="Georgia"/>
                <a:ea typeface="+mn-ea"/>
                <a:cs typeface="Georgia"/>
              </a:defRPr>
            </a:lvl2pPr>
            <a:lvl3pPr marL="914400" indent="0" algn="l" defTabSz="457200" rtl="0" eaLnBrk="1" latinLnBrk="0" hangingPunct="1">
              <a:spcBef>
                <a:spcPct val="20000"/>
              </a:spcBef>
              <a:buFont typeface="Arial"/>
              <a:buNone/>
              <a:defRPr sz="900" kern="1200">
                <a:solidFill>
                  <a:schemeClr val="tx1"/>
                </a:solidFill>
                <a:latin typeface="Georgia"/>
                <a:ea typeface="+mn-ea"/>
                <a:cs typeface="Georgia"/>
              </a:defRPr>
            </a:lvl3pPr>
            <a:lvl4pPr marL="1371600" indent="0" algn="l" defTabSz="457200" rtl="0" eaLnBrk="1" latinLnBrk="0" hangingPunct="1">
              <a:spcBef>
                <a:spcPct val="20000"/>
              </a:spcBef>
              <a:buFont typeface="Arial"/>
              <a:buNone/>
              <a:defRPr sz="900" kern="1200">
                <a:solidFill>
                  <a:schemeClr val="tx1"/>
                </a:solidFill>
                <a:latin typeface="Georgia"/>
                <a:ea typeface="+mn-ea"/>
                <a:cs typeface="Georgia"/>
              </a:defRPr>
            </a:lvl4pPr>
            <a:lvl5pPr marL="1828800" indent="0" algn="l" defTabSz="457200" rtl="0" eaLnBrk="1" latinLnBrk="0" hangingPunct="1">
              <a:spcBef>
                <a:spcPct val="20000"/>
              </a:spcBef>
              <a:buFont typeface="Arial"/>
              <a:buNone/>
              <a:defRPr sz="900" kern="1200">
                <a:solidFill>
                  <a:schemeClr val="tx1"/>
                </a:solidFill>
                <a:latin typeface="Georgia"/>
                <a:ea typeface="+mn-ea"/>
                <a:cs typeface="Georgia"/>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1333">
                <a:solidFill>
                  <a:schemeClr val="bg1"/>
                </a:solidFill>
                <a:latin typeface="+mn-lt"/>
                <a:cs typeface="Calibri" panose="020F0502020204030204" pitchFamily="34" charset="0"/>
              </a:rPr>
              <a:t>Proprietary and confidential — do not distribute</a:t>
            </a:r>
          </a:p>
        </p:txBody>
      </p:sp>
      <p:sp>
        <p:nvSpPr>
          <p:cNvPr id="12" name="Text Placeholder 7">
            <a:extLst>
              <a:ext uri="{FF2B5EF4-FFF2-40B4-BE49-F238E27FC236}">
                <a16:creationId xmlns:a16="http://schemas.microsoft.com/office/drawing/2014/main" id="{C4B86A29-886E-42EB-8E62-80044AB822E7}"/>
              </a:ext>
            </a:extLst>
          </p:cNvPr>
          <p:cNvSpPr>
            <a:spLocks noGrp="1"/>
          </p:cNvSpPr>
          <p:nvPr>
            <p:ph type="body" sz="quarter" idx="11" hasCustomPrompt="1"/>
          </p:nvPr>
        </p:nvSpPr>
        <p:spPr>
          <a:xfrm>
            <a:off x="7554880" y="272250"/>
            <a:ext cx="4123267" cy="429684"/>
          </a:xfrm>
          <a:prstGeom prst="rect">
            <a:avLst/>
          </a:prstGeom>
        </p:spPr>
        <p:txBody>
          <a:bodyPr anchor="ctr"/>
          <a:lstStyle>
            <a:lvl1pPr algn="r">
              <a:defRPr sz="1867" b="1" cap="all" spc="200" baseline="0">
                <a:solidFill>
                  <a:schemeClr val="bg1"/>
                </a:solidFill>
                <a:latin typeface="+mn-lt"/>
              </a:defRPr>
            </a:lvl1pPr>
          </a:lstStyle>
          <a:p>
            <a:pPr lvl="0"/>
            <a:r>
              <a:rPr lang="en-US"/>
              <a:t>OPTIONAL DESCRIPTOR</a:t>
            </a:r>
          </a:p>
        </p:txBody>
      </p:sp>
    </p:spTree>
    <p:extLst>
      <p:ext uri="{BB962C8B-B14F-4D97-AF65-F5344CB8AC3E}">
        <p14:creationId xmlns:p14="http://schemas.microsoft.com/office/powerpoint/2010/main" val="361871297"/>
      </p:ext>
    </p:extLst>
  </p:cSld>
  <p:clrMapOvr>
    <a:masterClrMapping/>
  </p:clrMapOvr>
</p:sldLayout>
</file>

<file path=ppt/slideLayouts/slideLayout161.xml><?xml version="1.0" encoding="utf-8"?>
<p:sldLayout xmlns:a="http://schemas.openxmlformats.org/drawingml/2006/main" xmlns:r="http://schemas.openxmlformats.org/officeDocument/2006/relationships" xmlns:p="http://schemas.openxmlformats.org/presentationml/2006/main" showMasterSp="0" preserve="1" userDrawn="1">
  <p:cSld name="2_Title Slide Layout">
    <p:bg bwMode="gray">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bwMode="gray">
          <a:xfrm>
            <a:off x="670560" y="1840231"/>
            <a:ext cx="10850880" cy="1645920"/>
          </a:xfrm>
        </p:spPr>
        <p:txBody>
          <a:bodyPr/>
          <a:lstStyle>
            <a:lvl1pPr algn="l">
              <a:lnSpc>
                <a:spcPct val="90000"/>
              </a:lnSpc>
              <a:defRPr sz="5867" b="0" cap="none" spc="0" baseline="0">
                <a:solidFill>
                  <a:schemeClr val="bg1"/>
                </a:solidFill>
                <a:latin typeface="+mj-lt"/>
              </a:defRPr>
            </a:lvl1pPr>
          </a:lstStyle>
          <a:p>
            <a:r>
              <a:rPr lang="en-US"/>
              <a:t>Click to edit master title style</a:t>
            </a:r>
          </a:p>
        </p:txBody>
      </p:sp>
      <p:sp>
        <p:nvSpPr>
          <p:cNvPr id="3" name="Subtitle 2"/>
          <p:cNvSpPr>
            <a:spLocks noGrp="1"/>
          </p:cNvSpPr>
          <p:nvPr>
            <p:ph type="subTitle" idx="1" hasCustomPrompt="1"/>
          </p:nvPr>
        </p:nvSpPr>
        <p:spPr bwMode="gray">
          <a:xfrm>
            <a:off x="670561" y="1066800"/>
            <a:ext cx="10850879" cy="640080"/>
          </a:xfrm>
          <a:prstGeom prst="rect">
            <a:avLst/>
          </a:prstGeom>
        </p:spPr>
        <p:txBody>
          <a:bodyPr rIns="0" bIns="0" anchor="b" anchorCtr="0"/>
          <a:lstStyle>
            <a:lvl1pPr marL="0" indent="0" algn="l">
              <a:lnSpc>
                <a:spcPct val="100000"/>
              </a:lnSpc>
              <a:buNone/>
              <a:defRPr sz="2400" b="1" cap="all" spc="200" baseline="0">
                <a:solidFill>
                  <a:schemeClr val="accent1"/>
                </a:solidFill>
                <a:latin typeface="+mn-lt"/>
                <a:cs typeface="Calibri" panose="020F0502020204030204" pitchFamily="34" charset="0"/>
              </a:defRPr>
            </a:lvl1pPr>
            <a:lvl2pPr marL="609570" indent="0" algn="ctr">
              <a:buNone/>
              <a:defRPr>
                <a:solidFill>
                  <a:schemeClr val="tx1">
                    <a:tint val="75000"/>
                  </a:schemeClr>
                </a:solidFill>
              </a:defRPr>
            </a:lvl2pPr>
            <a:lvl3pPr marL="1219140" indent="0" algn="ctr">
              <a:buNone/>
              <a:defRPr>
                <a:solidFill>
                  <a:schemeClr val="tx1">
                    <a:tint val="75000"/>
                  </a:schemeClr>
                </a:solidFill>
              </a:defRPr>
            </a:lvl3pPr>
            <a:lvl4pPr marL="1828709" indent="0" algn="ctr">
              <a:buNone/>
              <a:defRPr>
                <a:solidFill>
                  <a:schemeClr val="tx1">
                    <a:tint val="75000"/>
                  </a:schemeClr>
                </a:solidFill>
              </a:defRPr>
            </a:lvl4pPr>
            <a:lvl5pPr marL="2438278" indent="0" algn="ctr">
              <a:buNone/>
              <a:defRPr>
                <a:solidFill>
                  <a:schemeClr val="tx1">
                    <a:tint val="75000"/>
                  </a:schemeClr>
                </a:solidFill>
              </a:defRPr>
            </a:lvl5pPr>
            <a:lvl6pPr marL="3047848" indent="0" algn="ctr">
              <a:buNone/>
              <a:defRPr>
                <a:solidFill>
                  <a:schemeClr val="tx1">
                    <a:tint val="75000"/>
                  </a:schemeClr>
                </a:solidFill>
              </a:defRPr>
            </a:lvl6pPr>
            <a:lvl7pPr marL="3657418" indent="0" algn="ctr">
              <a:buNone/>
              <a:defRPr>
                <a:solidFill>
                  <a:schemeClr val="tx1">
                    <a:tint val="75000"/>
                  </a:schemeClr>
                </a:solidFill>
              </a:defRPr>
            </a:lvl7pPr>
            <a:lvl8pPr marL="4266987" indent="0" algn="ctr">
              <a:buNone/>
              <a:defRPr>
                <a:solidFill>
                  <a:schemeClr val="tx1">
                    <a:tint val="75000"/>
                  </a:schemeClr>
                </a:solidFill>
              </a:defRPr>
            </a:lvl8pPr>
            <a:lvl9pPr marL="4876557" indent="0" algn="ctr">
              <a:buNone/>
              <a:defRPr>
                <a:solidFill>
                  <a:schemeClr val="tx1">
                    <a:tint val="75000"/>
                  </a:schemeClr>
                </a:solidFill>
              </a:defRPr>
            </a:lvl9pPr>
          </a:lstStyle>
          <a:p>
            <a:r>
              <a:rPr lang="en-US"/>
              <a:t>CLICK TO EDIT MASTER SUBTITLE STYLE</a:t>
            </a:r>
          </a:p>
        </p:txBody>
      </p:sp>
      <p:sp>
        <p:nvSpPr>
          <p:cNvPr id="5" name="Text Placeholder 4"/>
          <p:cNvSpPr>
            <a:spLocks noGrp="1"/>
          </p:cNvSpPr>
          <p:nvPr>
            <p:ph type="body" sz="quarter" idx="10" hasCustomPrompt="1"/>
          </p:nvPr>
        </p:nvSpPr>
        <p:spPr bwMode="gray">
          <a:xfrm>
            <a:off x="670560" y="3669031"/>
            <a:ext cx="6461760" cy="640080"/>
          </a:xfrm>
          <a:prstGeom prst="rect">
            <a:avLst/>
          </a:prstGeom>
        </p:spPr>
        <p:txBody>
          <a:bodyPr/>
          <a:lstStyle>
            <a:lvl1pPr>
              <a:defRPr sz="1867" b="0" i="0">
                <a:solidFill>
                  <a:schemeClr val="bg1"/>
                </a:solidFill>
                <a:latin typeface="+mj-lt"/>
              </a:defRPr>
            </a:lvl1pPr>
          </a:lstStyle>
          <a:p>
            <a:pPr lvl="0"/>
            <a:r>
              <a:rPr lang="en-US"/>
              <a:t>Day |  Month |  YY</a:t>
            </a:r>
          </a:p>
        </p:txBody>
      </p:sp>
      <p:pic>
        <p:nvPicPr>
          <p:cNvPr id="7" name="Picture 6" descr="A_symbol_wordm_below_w_rgb-01.png"/>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0158037" y="4969172"/>
            <a:ext cx="1584960" cy="1736075"/>
          </a:xfrm>
          <a:prstGeom prst="rect">
            <a:avLst/>
          </a:prstGeom>
        </p:spPr>
      </p:pic>
      <p:sp>
        <p:nvSpPr>
          <p:cNvPr id="4" name="Content Placeholder 2">
            <a:extLst>
              <a:ext uri="{FF2B5EF4-FFF2-40B4-BE49-F238E27FC236}">
                <a16:creationId xmlns:a16="http://schemas.microsoft.com/office/drawing/2014/main" id="{AF9B7AF3-6EAA-4E53-822C-0EC8E7CEFD82}"/>
              </a:ext>
            </a:extLst>
          </p:cNvPr>
          <p:cNvSpPr txBox="1">
            <a:spLocks/>
          </p:cNvSpPr>
          <p:nvPr userDrawn="1"/>
        </p:nvSpPr>
        <p:spPr bwMode="gray">
          <a:xfrm>
            <a:off x="670562" y="6427472"/>
            <a:ext cx="4077308" cy="292101"/>
          </a:xfrm>
          <a:prstGeom prst="rect">
            <a:avLst/>
          </a:prstGeom>
        </p:spPr>
        <p:txBody>
          <a:bodyPr vert="horz" lIns="0" rIns="0" anchor="b" anchorCtr="0"/>
          <a:lstStyle>
            <a:lvl1pPr marL="0" indent="0" algn="l" defTabSz="457200" rtl="0" eaLnBrk="1" latinLnBrk="0" hangingPunct="1">
              <a:spcBef>
                <a:spcPct val="20000"/>
              </a:spcBef>
              <a:buFont typeface="Arial"/>
              <a:buNone/>
              <a:defRPr sz="900" kern="1200">
                <a:solidFill>
                  <a:schemeClr val="tx1"/>
                </a:solidFill>
                <a:latin typeface="Georgia"/>
                <a:ea typeface="+mn-ea"/>
                <a:cs typeface="Georgia"/>
              </a:defRPr>
            </a:lvl1pPr>
            <a:lvl2pPr marL="457200" indent="0" algn="l" defTabSz="457200" rtl="0" eaLnBrk="1" latinLnBrk="0" hangingPunct="1">
              <a:spcBef>
                <a:spcPct val="20000"/>
              </a:spcBef>
              <a:buFont typeface="Arial"/>
              <a:buNone/>
              <a:defRPr sz="900" kern="1200">
                <a:solidFill>
                  <a:schemeClr val="tx1"/>
                </a:solidFill>
                <a:latin typeface="Georgia"/>
                <a:ea typeface="+mn-ea"/>
                <a:cs typeface="Georgia"/>
              </a:defRPr>
            </a:lvl2pPr>
            <a:lvl3pPr marL="914400" indent="0" algn="l" defTabSz="457200" rtl="0" eaLnBrk="1" latinLnBrk="0" hangingPunct="1">
              <a:spcBef>
                <a:spcPct val="20000"/>
              </a:spcBef>
              <a:buFont typeface="Arial"/>
              <a:buNone/>
              <a:defRPr sz="900" kern="1200">
                <a:solidFill>
                  <a:schemeClr val="tx1"/>
                </a:solidFill>
                <a:latin typeface="Georgia"/>
                <a:ea typeface="+mn-ea"/>
                <a:cs typeface="Georgia"/>
              </a:defRPr>
            </a:lvl3pPr>
            <a:lvl4pPr marL="1371600" indent="0" algn="l" defTabSz="457200" rtl="0" eaLnBrk="1" latinLnBrk="0" hangingPunct="1">
              <a:spcBef>
                <a:spcPct val="20000"/>
              </a:spcBef>
              <a:buFont typeface="Arial"/>
              <a:buNone/>
              <a:defRPr sz="900" kern="1200">
                <a:solidFill>
                  <a:schemeClr val="tx1"/>
                </a:solidFill>
                <a:latin typeface="Georgia"/>
                <a:ea typeface="+mn-ea"/>
                <a:cs typeface="Georgia"/>
              </a:defRPr>
            </a:lvl4pPr>
            <a:lvl5pPr marL="1828800" indent="0" algn="l" defTabSz="457200" rtl="0" eaLnBrk="1" latinLnBrk="0" hangingPunct="1">
              <a:spcBef>
                <a:spcPct val="20000"/>
              </a:spcBef>
              <a:buFont typeface="Arial"/>
              <a:buNone/>
              <a:defRPr sz="900" kern="1200">
                <a:solidFill>
                  <a:schemeClr val="tx1"/>
                </a:solidFill>
                <a:latin typeface="Georgia"/>
                <a:ea typeface="+mn-ea"/>
                <a:cs typeface="Georgia"/>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1333">
                <a:solidFill>
                  <a:schemeClr val="bg1"/>
                </a:solidFill>
                <a:latin typeface="+mn-lt"/>
                <a:cs typeface="Calibri" panose="020F0502020204030204" pitchFamily="34" charset="0"/>
              </a:rPr>
              <a:t>Proprietary and confidential — do not distribute</a:t>
            </a:r>
          </a:p>
        </p:txBody>
      </p:sp>
    </p:spTree>
    <p:extLst>
      <p:ext uri="{BB962C8B-B14F-4D97-AF65-F5344CB8AC3E}">
        <p14:creationId xmlns:p14="http://schemas.microsoft.com/office/powerpoint/2010/main" val="1214954136"/>
      </p:ext>
    </p:extLst>
  </p:cSld>
  <p:clrMapOvr>
    <a:masterClrMapping/>
  </p:clrMapOvr>
</p:sldLayout>
</file>

<file path=ppt/slideLayouts/slideLayout162.xml><?xml version="1.0" encoding="utf-8"?>
<p:sldLayout xmlns:a="http://schemas.openxmlformats.org/drawingml/2006/main" xmlns:r="http://schemas.openxmlformats.org/officeDocument/2006/relationships" xmlns:p="http://schemas.openxmlformats.org/presentationml/2006/main" preserve="1" userDrawn="1">
  <p:cSld name="5_Title Slide Alternate Layout">
    <p:bg bwMode="gray">
      <p:bgPr>
        <a:solidFill>
          <a:schemeClr val="bg1"/>
        </a:solidFill>
        <a:effectLst/>
      </p:bgPr>
    </p:bg>
    <p:spTree>
      <p:nvGrpSpPr>
        <p:cNvPr id="1" name=""/>
        <p:cNvGrpSpPr/>
        <p:nvPr/>
      </p:nvGrpSpPr>
      <p:grpSpPr>
        <a:xfrm>
          <a:off x="0" y="0"/>
          <a:ext cx="0" cy="0"/>
          <a:chOff x="0" y="0"/>
          <a:chExt cx="0" cy="0"/>
        </a:xfrm>
      </p:grpSpPr>
      <p:sp>
        <p:nvSpPr>
          <p:cNvPr id="4" name="Do not remove" hidden="1">
            <a:extLst>
              <a:ext uri="{FF2B5EF4-FFF2-40B4-BE49-F238E27FC236}">
                <a16:creationId xmlns:a16="http://schemas.microsoft.com/office/drawing/2014/main" id="{51D7AE35-FBEA-730F-BE74-BEFC3D296CF0}"/>
              </a:ext>
            </a:extLst>
          </p:cNvPr>
          <p:cNvSpPr/>
          <p:nvPr userDrawn="1">
            <p:custDataLst>
              <p:tags r:id="rId1"/>
            </p:custDataLst>
          </p:nvPr>
        </p:nvSpPr>
        <p:spPr>
          <a:xfrm>
            <a:off x="1" y="1"/>
            <a:ext cx="12700" cy="12700"/>
          </a:xfrm>
          <a:prstGeom prst="octagon">
            <a:avLst/>
          </a:prstGeom>
          <a:noFill/>
          <a:ln>
            <a:noFill/>
          </a:ln>
          <a:extLst>
            <a:ext uri="{909E8E84-426E-40DD-AFC4-6F175D3DCCD1}">
              <a14:hiddenFill xmlns:a14="http://schemas.microsoft.com/office/drawing/2010/main">
                <a:solidFill>
                  <a:schemeClr val="accent5"/>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1"/>
          <p:cNvSpPr>
            <a:spLocks noGrp="1"/>
          </p:cNvSpPr>
          <p:nvPr>
            <p:ph type="ctrTitle" hasCustomPrompt="1"/>
          </p:nvPr>
        </p:nvSpPr>
        <p:spPr bwMode="gray">
          <a:xfrm>
            <a:off x="670561" y="3106739"/>
            <a:ext cx="10850881" cy="1645920"/>
          </a:xfrm>
        </p:spPr>
        <p:txBody>
          <a:bodyPr/>
          <a:lstStyle>
            <a:lvl1pPr algn="l">
              <a:lnSpc>
                <a:spcPct val="90000"/>
              </a:lnSpc>
              <a:defRPr sz="5867" b="0" cap="none" spc="0" baseline="0">
                <a:solidFill>
                  <a:schemeClr val="tx1"/>
                </a:solidFill>
                <a:latin typeface="+mj-lt"/>
              </a:defRPr>
            </a:lvl1pPr>
          </a:lstStyle>
          <a:p>
            <a:r>
              <a:rPr lang="en-US"/>
              <a:t>Click to edit master title style</a:t>
            </a:r>
          </a:p>
        </p:txBody>
      </p:sp>
      <p:sp>
        <p:nvSpPr>
          <p:cNvPr id="3" name="Subtitle 2"/>
          <p:cNvSpPr>
            <a:spLocks noGrp="1"/>
          </p:cNvSpPr>
          <p:nvPr>
            <p:ph type="subTitle" idx="1" hasCustomPrompt="1"/>
          </p:nvPr>
        </p:nvSpPr>
        <p:spPr bwMode="gray">
          <a:xfrm>
            <a:off x="670561" y="2333308"/>
            <a:ext cx="10850881" cy="640080"/>
          </a:xfrm>
          <a:prstGeom prst="rect">
            <a:avLst/>
          </a:prstGeom>
        </p:spPr>
        <p:txBody>
          <a:bodyPr rIns="0" bIns="0" anchor="b" anchorCtr="0"/>
          <a:lstStyle>
            <a:lvl1pPr marL="0" indent="0" algn="l">
              <a:lnSpc>
                <a:spcPct val="100000"/>
              </a:lnSpc>
              <a:buNone/>
              <a:defRPr sz="2400" b="1" cap="all" spc="200" baseline="0">
                <a:solidFill>
                  <a:schemeClr val="accent3"/>
                </a:solidFill>
                <a:latin typeface="+mn-lt"/>
                <a:cs typeface="Calibri" panose="020F0502020204030204" pitchFamily="34" charset="0"/>
              </a:defRPr>
            </a:lvl1pPr>
            <a:lvl2pPr marL="609570" indent="0" algn="ctr">
              <a:buNone/>
              <a:defRPr>
                <a:solidFill>
                  <a:schemeClr val="tx1">
                    <a:tint val="75000"/>
                  </a:schemeClr>
                </a:solidFill>
              </a:defRPr>
            </a:lvl2pPr>
            <a:lvl3pPr marL="1219140" indent="0" algn="ctr">
              <a:buNone/>
              <a:defRPr>
                <a:solidFill>
                  <a:schemeClr val="tx1">
                    <a:tint val="75000"/>
                  </a:schemeClr>
                </a:solidFill>
              </a:defRPr>
            </a:lvl3pPr>
            <a:lvl4pPr marL="1828709" indent="0" algn="ctr">
              <a:buNone/>
              <a:defRPr>
                <a:solidFill>
                  <a:schemeClr val="tx1">
                    <a:tint val="75000"/>
                  </a:schemeClr>
                </a:solidFill>
              </a:defRPr>
            </a:lvl4pPr>
            <a:lvl5pPr marL="2438278" indent="0" algn="ctr">
              <a:buNone/>
              <a:defRPr>
                <a:solidFill>
                  <a:schemeClr val="tx1">
                    <a:tint val="75000"/>
                  </a:schemeClr>
                </a:solidFill>
              </a:defRPr>
            </a:lvl5pPr>
            <a:lvl6pPr marL="3047848" indent="0" algn="ctr">
              <a:buNone/>
              <a:defRPr>
                <a:solidFill>
                  <a:schemeClr val="tx1">
                    <a:tint val="75000"/>
                  </a:schemeClr>
                </a:solidFill>
              </a:defRPr>
            </a:lvl6pPr>
            <a:lvl7pPr marL="3657418" indent="0" algn="ctr">
              <a:buNone/>
              <a:defRPr>
                <a:solidFill>
                  <a:schemeClr val="tx1">
                    <a:tint val="75000"/>
                  </a:schemeClr>
                </a:solidFill>
              </a:defRPr>
            </a:lvl7pPr>
            <a:lvl8pPr marL="4266987" indent="0" algn="ctr">
              <a:buNone/>
              <a:defRPr>
                <a:solidFill>
                  <a:schemeClr val="tx1">
                    <a:tint val="75000"/>
                  </a:schemeClr>
                </a:solidFill>
              </a:defRPr>
            </a:lvl8pPr>
            <a:lvl9pPr marL="4876557" indent="0" algn="ctr">
              <a:buNone/>
              <a:defRPr>
                <a:solidFill>
                  <a:schemeClr val="tx1">
                    <a:tint val="75000"/>
                  </a:schemeClr>
                </a:solidFill>
              </a:defRPr>
            </a:lvl9pPr>
          </a:lstStyle>
          <a:p>
            <a:r>
              <a:rPr lang="en-US"/>
              <a:t>CLICK TO EDIT MASTER SUBTITLE STYLE</a:t>
            </a:r>
          </a:p>
        </p:txBody>
      </p:sp>
      <p:sp>
        <p:nvSpPr>
          <p:cNvPr id="5" name="Text Placeholder 4"/>
          <p:cNvSpPr>
            <a:spLocks noGrp="1"/>
          </p:cNvSpPr>
          <p:nvPr>
            <p:ph type="body" sz="quarter" idx="10" hasCustomPrompt="1"/>
          </p:nvPr>
        </p:nvSpPr>
        <p:spPr bwMode="gray">
          <a:xfrm>
            <a:off x="670560" y="4935539"/>
            <a:ext cx="6461760" cy="640080"/>
          </a:xfrm>
          <a:prstGeom prst="rect">
            <a:avLst/>
          </a:prstGeom>
        </p:spPr>
        <p:txBody>
          <a:bodyPr/>
          <a:lstStyle>
            <a:lvl1pPr>
              <a:defRPr sz="1867" b="0" i="0">
                <a:solidFill>
                  <a:schemeClr val="tx1"/>
                </a:solidFill>
                <a:latin typeface="+mj-lt"/>
              </a:defRPr>
            </a:lvl1pPr>
          </a:lstStyle>
          <a:p>
            <a:pPr lvl="0"/>
            <a:r>
              <a:rPr lang="en-US"/>
              <a:t>Day |  Month |  YY</a:t>
            </a:r>
          </a:p>
        </p:txBody>
      </p:sp>
      <p:pic>
        <p:nvPicPr>
          <p:cNvPr id="9" name="Picture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0868" y="87568"/>
            <a:ext cx="1781155" cy="1936531"/>
          </a:xfrm>
          <a:prstGeom prst="rect">
            <a:avLst/>
          </a:prstGeom>
        </p:spPr>
      </p:pic>
    </p:spTree>
    <p:extLst>
      <p:ext uri="{BB962C8B-B14F-4D97-AF65-F5344CB8AC3E}">
        <p14:creationId xmlns:p14="http://schemas.microsoft.com/office/powerpoint/2010/main" val="4053020630"/>
      </p:ext>
    </p:extLst>
  </p:cSld>
  <p:clrMapOvr>
    <a:masterClrMapping/>
  </p:clrMapOvr>
</p:sldLayout>
</file>

<file path=ppt/slideLayouts/slideLayout163.xml><?xml version="1.0" encoding="utf-8"?>
<p:sldLayout xmlns:a="http://schemas.openxmlformats.org/drawingml/2006/main" xmlns:r="http://schemas.openxmlformats.org/officeDocument/2006/relationships" xmlns:p="http://schemas.openxmlformats.org/presentationml/2006/main" preserve="1" userDrawn="1">
  <p:cSld name="2_Title Slide Alternate Layout">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bwMode="gray">
          <a:xfrm>
            <a:off x="670561" y="1840231"/>
            <a:ext cx="10850881" cy="1645920"/>
          </a:xfrm>
        </p:spPr>
        <p:txBody>
          <a:bodyPr/>
          <a:lstStyle>
            <a:lvl1pPr algn="l">
              <a:lnSpc>
                <a:spcPct val="90000"/>
              </a:lnSpc>
              <a:defRPr sz="5867" b="0" cap="none" spc="0" baseline="0">
                <a:solidFill>
                  <a:schemeClr val="tx1"/>
                </a:solidFill>
                <a:latin typeface="+mj-lt"/>
              </a:defRPr>
            </a:lvl1pPr>
          </a:lstStyle>
          <a:p>
            <a:r>
              <a:rPr lang="en-US"/>
              <a:t>Click to edit master title style</a:t>
            </a:r>
          </a:p>
        </p:txBody>
      </p:sp>
      <p:sp>
        <p:nvSpPr>
          <p:cNvPr id="3" name="Subtitle 2"/>
          <p:cNvSpPr>
            <a:spLocks noGrp="1"/>
          </p:cNvSpPr>
          <p:nvPr>
            <p:ph type="subTitle" idx="1" hasCustomPrompt="1"/>
          </p:nvPr>
        </p:nvSpPr>
        <p:spPr bwMode="gray">
          <a:xfrm>
            <a:off x="670561" y="1066800"/>
            <a:ext cx="10850881" cy="640080"/>
          </a:xfrm>
          <a:prstGeom prst="rect">
            <a:avLst/>
          </a:prstGeom>
        </p:spPr>
        <p:txBody>
          <a:bodyPr rIns="0" bIns="0" anchor="b" anchorCtr="0"/>
          <a:lstStyle>
            <a:lvl1pPr marL="0" indent="0" algn="l">
              <a:lnSpc>
                <a:spcPct val="100000"/>
              </a:lnSpc>
              <a:buNone/>
              <a:defRPr sz="2400" b="1" cap="all" spc="200" baseline="0">
                <a:solidFill>
                  <a:schemeClr val="accent3"/>
                </a:solidFill>
                <a:latin typeface="+mn-lt"/>
                <a:cs typeface="Calibri" panose="020F0502020204030204" pitchFamily="34" charset="0"/>
              </a:defRPr>
            </a:lvl1pPr>
            <a:lvl2pPr marL="609570" indent="0" algn="ctr">
              <a:buNone/>
              <a:defRPr>
                <a:solidFill>
                  <a:schemeClr val="tx1">
                    <a:tint val="75000"/>
                  </a:schemeClr>
                </a:solidFill>
              </a:defRPr>
            </a:lvl2pPr>
            <a:lvl3pPr marL="1219140" indent="0" algn="ctr">
              <a:buNone/>
              <a:defRPr>
                <a:solidFill>
                  <a:schemeClr val="tx1">
                    <a:tint val="75000"/>
                  </a:schemeClr>
                </a:solidFill>
              </a:defRPr>
            </a:lvl3pPr>
            <a:lvl4pPr marL="1828709" indent="0" algn="ctr">
              <a:buNone/>
              <a:defRPr>
                <a:solidFill>
                  <a:schemeClr val="tx1">
                    <a:tint val="75000"/>
                  </a:schemeClr>
                </a:solidFill>
              </a:defRPr>
            </a:lvl4pPr>
            <a:lvl5pPr marL="2438278" indent="0" algn="ctr">
              <a:buNone/>
              <a:defRPr>
                <a:solidFill>
                  <a:schemeClr val="tx1">
                    <a:tint val="75000"/>
                  </a:schemeClr>
                </a:solidFill>
              </a:defRPr>
            </a:lvl5pPr>
            <a:lvl6pPr marL="3047848" indent="0" algn="ctr">
              <a:buNone/>
              <a:defRPr>
                <a:solidFill>
                  <a:schemeClr val="tx1">
                    <a:tint val="75000"/>
                  </a:schemeClr>
                </a:solidFill>
              </a:defRPr>
            </a:lvl6pPr>
            <a:lvl7pPr marL="3657418" indent="0" algn="ctr">
              <a:buNone/>
              <a:defRPr>
                <a:solidFill>
                  <a:schemeClr val="tx1">
                    <a:tint val="75000"/>
                  </a:schemeClr>
                </a:solidFill>
              </a:defRPr>
            </a:lvl7pPr>
            <a:lvl8pPr marL="4266987" indent="0" algn="ctr">
              <a:buNone/>
              <a:defRPr>
                <a:solidFill>
                  <a:schemeClr val="tx1">
                    <a:tint val="75000"/>
                  </a:schemeClr>
                </a:solidFill>
              </a:defRPr>
            </a:lvl8pPr>
            <a:lvl9pPr marL="4876557" indent="0" algn="ctr">
              <a:buNone/>
              <a:defRPr>
                <a:solidFill>
                  <a:schemeClr val="tx1">
                    <a:tint val="75000"/>
                  </a:schemeClr>
                </a:solidFill>
              </a:defRPr>
            </a:lvl9pPr>
          </a:lstStyle>
          <a:p>
            <a:r>
              <a:rPr lang="en-US"/>
              <a:t>CLICK TO EDIT MASTER SUBTITLE STYLE</a:t>
            </a:r>
          </a:p>
        </p:txBody>
      </p:sp>
      <p:sp>
        <p:nvSpPr>
          <p:cNvPr id="5" name="Text Placeholder 4"/>
          <p:cNvSpPr>
            <a:spLocks noGrp="1"/>
          </p:cNvSpPr>
          <p:nvPr>
            <p:ph type="body" sz="quarter" idx="10" hasCustomPrompt="1"/>
          </p:nvPr>
        </p:nvSpPr>
        <p:spPr bwMode="gray">
          <a:xfrm>
            <a:off x="670560" y="3669031"/>
            <a:ext cx="6461760" cy="640080"/>
          </a:xfrm>
          <a:prstGeom prst="rect">
            <a:avLst/>
          </a:prstGeom>
        </p:spPr>
        <p:txBody>
          <a:bodyPr/>
          <a:lstStyle>
            <a:lvl1pPr>
              <a:defRPr sz="1867" b="0" i="0">
                <a:solidFill>
                  <a:schemeClr val="tx1"/>
                </a:solidFill>
                <a:latin typeface="+mj-lt"/>
              </a:defRPr>
            </a:lvl1pPr>
          </a:lstStyle>
          <a:p>
            <a:pPr lvl="0"/>
            <a:r>
              <a:rPr lang="en-US"/>
              <a:t>Day |  Month |  YY</a:t>
            </a:r>
          </a:p>
        </p:txBody>
      </p:sp>
      <p:pic>
        <p:nvPicPr>
          <p:cNvPr id="15" name="Picture 14">
            <a:extLst>
              <a:ext uri="{FF2B5EF4-FFF2-40B4-BE49-F238E27FC236}">
                <a16:creationId xmlns:a16="http://schemas.microsoft.com/office/drawing/2014/main" id="{B393F5A5-751C-47D5-AD67-F5C13DA7DEE8}"/>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061528" y="4868400"/>
            <a:ext cx="1781155" cy="1936531"/>
          </a:xfrm>
          <a:prstGeom prst="rect">
            <a:avLst/>
          </a:prstGeom>
        </p:spPr>
      </p:pic>
    </p:spTree>
    <p:extLst>
      <p:ext uri="{BB962C8B-B14F-4D97-AF65-F5344CB8AC3E}">
        <p14:creationId xmlns:p14="http://schemas.microsoft.com/office/powerpoint/2010/main" val="1018076987"/>
      </p:ext>
    </p:extLst>
  </p:cSld>
  <p:clrMapOvr>
    <a:masterClrMapping/>
  </p:clrMapOvr>
</p:sldLayout>
</file>

<file path=ppt/slideLayouts/slideLayout164.xml><?xml version="1.0" encoding="utf-8"?>
<p:sldLayout xmlns:a="http://schemas.openxmlformats.org/drawingml/2006/main" xmlns:r="http://schemas.openxmlformats.org/officeDocument/2006/relationships" xmlns:p="http://schemas.openxmlformats.org/presentationml/2006/main" preserve="1" userDrawn="1">
  <p:cSld name="4_Title and Content">
    <p:spTree>
      <p:nvGrpSpPr>
        <p:cNvPr id="1" name=""/>
        <p:cNvGrpSpPr/>
        <p:nvPr/>
      </p:nvGrpSpPr>
      <p:grpSpPr>
        <a:xfrm>
          <a:off x="0" y="0"/>
          <a:ext cx="0" cy="0"/>
          <a:chOff x="0" y="0"/>
          <a:chExt cx="0" cy="0"/>
        </a:xfrm>
      </p:grpSpPr>
      <p:sp>
        <p:nvSpPr>
          <p:cNvPr id="6" name="Do not remove" hidden="1">
            <a:extLst>
              <a:ext uri="{FF2B5EF4-FFF2-40B4-BE49-F238E27FC236}">
                <a16:creationId xmlns:a16="http://schemas.microsoft.com/office/drawing/2014/main" id="{3178019E-F486-F09D-4D41-16CBC0EB639C}"/>
              </a:ext>
            </a:extLst>
          </p:cNvPr>
          <p:cNvSpPr/>
          <p:nvPr userDrawn="1">
            <p:custDataLst>
              <p:tags r:id="rId1"/>
            </p:custDataLst>
          </p:nvPr>
        </p:nvSpPr>
        <p:spPr>
          <a:xfrm>
            <a:off x="1" y="1"/>
            <a:ext cx="12700" cy="12700"/>
          </a:xfrm>
          <a:prstGeom prst="octagon">
            <a:avLst/>
          </a:prstGeom>
          <a:noFill/>
          <a:ln>
            <a:noFill/>
          </a:ln>
          <a:extLst>
            <a:ext uri="{909E8E84-426E-40DD-AFC4-6F175D3DCCD1}">
              <a14:hiddenFill xmlns:a14="http://schemas.microsoft.com/office/drawing/2010/main">
                <a:solidFill>
                  <a:schemeClr val="accent5"/>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0" name="Text Placeholder 9">
            <a:extLst>
              <a:ext uri="{FF2B5EF4-FFF2-40B4-BE49-F238E27FC236}">
                <a16:creationId xmlns:a16="http://schemas.microsoft.com/office/drawing/2014/main" id="{E16D6E74-3911-4251-9210-E9AF0CB4653E}"/>
              </a:ext>
            </a:extLst>
          </p:cNvPr>
          <p:cNvSpPr>
            <a:spLocks noGrp="1"/>
          </p:cNvSpPr>
          <p:nvPr>
            <p:ph type="body" sz="quarter" idx="10" hasCustomPrompt="1"/>
          </p:nvPr>
        </p:nvSpPr>
        <p:spPr>
          <a:xfrm>
            <a:off x="670564" y="355600"/>
            <a:ext cx="6989233" cy="348813"/>
          </a:xfrm>
          <a:prstGeom prst="rect">
            <a:avLst/>
          </a:prstGeom>
        </p:spPr>
        <p:txBody>
          <a:bodyPr>
            <a:noAutofit/>
          </a:bodyPr>
          <a:lstStyle>
            <a:lvl1pPr>
              <a:defRPr sz="1867" b="0" cap="all" spc="200" baseline="0">
                <a:solidFill>
                  <a:schemeClr val="accent1"/>
                </a:solidFill>
                <a:latin typeface="+mn-lt"/>
              </a:defRPr>
            </a:lvl1pPr>
            <a:lvl2pPr marL="0" indent="0">
              <a:buNone/>
              <a:defRPr/>
            </a:lvl2pPr>
          </a:lstStyle>
          <a:p>
            <a:pPr lvl="0"/>
            <a:r>
              <a:rPr lang="en-US"/>
              <a:t>Eyebrow identification, CALIBRI, 14PT REGULAR</a:t>
            </a:r>
          </a:p>
        </p:txBody>
      </p:sp>
      <p:sp>
        <p:nvSpPr>
          <p:cNvPr id="15" name="Content Placeholder 9">
            <a:extLst>
              <a:ext uri="{FF2B5EF4-FFF2-40B4-BE49-F238E27FC236}">
                <a16:creationId xmlns:a16="http://schemas.microsoft.com/office/drawing/2014/main" id="{DCEC16E3-E9C3-470B-B2C9-CBD23EA9860F}"/>
              </a:ext>
            </a:extLst>
          </p:cNvPr>
          <p:cNvSpPr>
            <a:spLocks noGrp="1"/>
          </p:cNvSpPr>
          <p:nvPr>
            <p:ph sz="quarter" idx="14"/>
          </p:nvPr>
        </p:nvSpPr>
        <p:spPr>
          <a:xfrm>
            <a:off x="670560" y="1983740"/>
            <a:ext cx="10861040" cy="4233229"/>
          </a:xfrm>
        </p:spPr>
        <p:txBody>
          <a:bodyPr/>
          <a:lstStyle>
            <a:lvl2pPr>
              <a:defRPr sz="2133"/>
            </a:lvl2pPr>
            <a:lvl3pPr>
              <a:defRPr sz="1867"/>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6" name="Text Placeholder 4">
            <a:extLst>
              <a:ext uri="{FF2B5EF4-FFF2-40B4-BE49-F238E27FC236}">
                <a16:creationId xmlns:a16="http://schemas.microsoft.com/office/drawing/2014/main" id="{5D5EEAD8-45FF-4137-A993-0E3B0A63B7A6}"/>
              </a:ext>
            </a:extLst>
          </p:cNvPr>
          <p:cNvSpPr>
            <a:spLocks noGrp="1"/>
          </p:cNvSpPr>
          <p:nvPr>
            <p:ph type="body" sz="quarter" idx="15" hasCustomPrompt="1"/>
          </p:nvPr>
        </p:nvSpPr>
        <p:spPr>
          <a:xfrm>
            <a:off x="670984" y="1463039"/>
            <a:ext cx="10860616" cy="520700"/>
          </a:xfrm>
          <a:prstGeom prst="rect">
            <a:avLst/>
          </a:prstGeom>
        </p:spPr>
        <p:txBody>
          <a:bodyPr>
            <a:noAutofit/>
          </a:bodyPr>
          <a:lstStyle>
            <a:lvl1pPr>
              <a:defRPr sz="2400" b="1" cap="all" baseline="0">
                <a:solidFill>
                  <a:schemeClr val="accent3"/>
                </a:solidFill>
                <a:latin typeface="+mn-lt"/>
              </a:defRPr>
            </a:lvl1pPr>
          </a:lstStyle>
          <a:p>
            <a:pPr lvl="0"/>
            <a:r>
              <a:rPr lang="en-US"/>
              <a:t>SUBTITLE CALIBRI 18PT BOLD, ABBOTT PRIMARY BLUE </a:t>
            </a:r>
          </a:p>
        </p:txBody>
      </p:sp>
      <p:sp>
        <p:nvSpPr>
          <p:cNvPr id="2" name="Date Placeholder 1">
            <a:extLst>
              <a:ext uri="{FF2B5EF4-FFF2-40B4-BE49-F238E27FC236}">
                <a16:creationId xmlns:a16="http://schemas.microsoft.com/office/drawing/2014/main" id="{A490257E-A5F7-47F2-BCB5-BF684CDCDDF2}"/>
              </a:ext>
            </a:extLst>
          </p:cNvPr>
          <p:cNvSpPr>
            <a:spLocks noGrp="1"/>
          </p:cNvSpPr>
          <p:nvPr>
            <p:ph type="dt" sz="half" idx="16"/>
          </p:nvPr>
        </p:nvSpPr>
        <p:spPr/>
        <p:txBody>
          <a:bodyPr/>
          <a:lstStyle/>
          <a:p>
            <a:r>
              <a:rPr lang="en-US" sz="1333"/>
              <a:t>17-Dec-24</a:t>
            </a:r>
            <a:endParaRPr lang="en-IN" sz="1333"/>
          </a:p>
        </p:txBody>
      </p:sp>
      <p:sp>
        <p:nvSpPr>
          <p:cNvPr id="3" name="Footer Placeholder 2">
            <a:extLst>
              <a:ext uri="{FF2B5EF4-FFF2-40B4-BE49-F238E27FC236}">
                <a16:creationId xmlns:a16="http://schemas.microsoft.com/office/drawing/2014/main" id="{76684F02-3528-4796-B761-E75F59E065CB}"/>
              </a:ext>
            </a:extLst>
          </p:cNvPr>
          <p:cNvSpPr>
            <a:spLocks noGrp="1"/>
          </p:cNvSpPr>
          <p:nvPr>
            <p:ph type="ftr" sz="quarter" idx="17"/>
          </p:nvPr>
        </p:nvSpPr>
        <p:spPr/>
        <p:txBody>
          <a:bodyPr/>
          <a:lstStyle/>
          <a:p>
            <a:pPr>
              <a:defRPr/>
            </a:pPr>
            <a:r>
              <a:rPr lang="en-US"/>
              <a:t>Enter title via "insert&gt;header and footer&gt;footer" | </a:t>
            </a:r>
            <a:endParaRPr lang="en-IN"/>
          </a:p>
        </p:txBody>
      </p:sp>
      <p:sp>
        <p:nvSpPr>
          <p:cNvPr id="5" name="Slide Number Placeholder 4">
            <a:extLst>
              <a:ext uri="{FF2B5EF4-FFF2-40B4-BE49-F238E27FC236}">
                <a16:creationId xmlns:a16="http://schemas.microsoft.com/office/drawing/2014/main" id="{39025CAD-0E7F-412A-A2E4-ACA5E42AF8D7}"/>
              </a:ext>
            </a:extLst>
          </p:cNvPr>
          <p:cNvSpPr>
            <a:spLocks noGrp="1"/>
          </p:cNvSpPr>
          <p:nvPr>
            <p:ph type="sldNum" sz="quarter" idx="18"/>
          </p:nvPr>
        </p:nvSpPr>
        <p:spPr/>
        <p:txBody>
          <a:bodyPr/>
          <a:lstStyle/>
          <a:p>
            <a:pPr>
              <a:defRPr/>
            </a:pPr>
            <a:r>
              <a:rPr lang="en-IN"/>
              <a:t>| </a:t>
            </a:r>
            <a:fld id="{7B2119CD-3B2D-4CEB-B404-D2E3F8CD6D69}" type="slidenum">
              <a:rPr lang="en-IN" smtClean="0"/>
              <a:pPr>
                <a:defRPr/>
              </a:pPr>
              <a:t>‹#›</a:t>
            </a:fld>
            <a:endParaRPr lang="en-IN"/>
          </a:p>
        </p:txBody>
      </p:sp>
      <p:sp>
        <p:nvSpPr>
          <p:cNvPr id="7" name="Title 6">
            <a:extLst>
              <a:ext uri="{FF2B5EF4-FFF2-40B4-BE49-F238E27FC236}">
                <a16:creationId xmlns:a16="http://schemas.microsoft.com/office/drawing/2014/main" id="{1B071053-E294-48B6-82D4-81528F06E152}"/>
              </a:ext>
            </a:extLst>
          </p:cNvPr>
          <p:cNvSpPr>
            <a:spLocks noGrp="1"/>
          </p:cNvSpPr>
          <p:nvPr>
            <p:ph type="title"/>
          </p:nvPr>
        </p:nvSpPr>
        <p:spPr/>
        <p:txBody>
          <a:bodyPr/>
          <a:lstStyle/>
          <a:p>
            <a:r>
              <a:rPr lang="en-US"/>
              <a:t>Click to edit Master title style</a:t>
            </a:r>
            <a:endParaRPr lang="en-IN"/>
          </a:p>
        </p:txBody>
      </p:sp>
    </p:spTree>
    <p:extLst>
      <p:ext uri="{BB962C8B-B14F-4D97-AF65-F5344CB8AC3E}">
        <p14:creationId xmlns:p14="http://schemas.microsoft.com/office/powerpoint/2010/main" val="3296785519"/>
      </p:ext>
    </p:extLst>
  </p:cSld>
  <p:clrMapOvr>
    <a:masterClrMapping/>
  </p:clrMapOvr>
</p:sldLayout>
</file>

<file path=ppt/slideLayouts/slideLayout165.xml><?xml version="1.0" encoding="utf-8"?>
<p:sldLayout xmlns:a="http://schemas.openxmlformats.org/drawingml/2006/main" xmlns:r="http://schemas.openxmlformats.org/officeDocument/2006/relationships" xmlns:p="http://schemas.openxmlformats.org/presentationml/2006/main" preserve="1" userDrawn="1">
  <p:cSld name="1_(L) Half-content &amp; full image layout">
    <p:spTree>
      <p:nvGrpSpPr>
        <p:cNvPr id="1" name=""/>
        <p:cNvGrpSpPr/>
        <p:nvPr/>
      </p:nvGrpSpPr>
      <p:grpSpPr>
        <a:xfrm>
          <a:off x="0" y="0"/>
          <a:ext cx="0" cy="0"/>
          <a:chOff x="0" y="0"/>
          <a:chExt cx="0" cy="0"/>
        </a:xfrm>
      </p:grpSpPr>
      <p:sp>
        <p:nvSpPr>
          <p:cNvPr id="5" name="Picture Placeholder 9">
            <a:extLst>
              <a:ext uri="{FF2B5EF4-FFF2-40B4-BE49-F238E27FC236}">
                <a16:creationId xmlns:a16="http://schemas.microsoft.com/office/drawing/2014/main" id="{EBBC6B44-1A66-4C17-802D-CD6F3BEB84DB}"/>
              </a:ext>
            </a:extLst>
          </p:cNvPr>
          <p:cNvSpPr>
            <a:spLocks noGrp="1"/>
          </p:cNvSpPr>
          <p:nvPr>
            <p:ph type="pic" sz="quarter" idx="14" hasCustomPrompt="1"/>
          </p:nvPr>
        </p:nvSpPr>
        <p:spPr>
          <a:xfrm>
            <a:off x="1" y="0"/>
            <a:ext cx="12192000" cy="6858000"/>
          </a:xfrm>
          <a:prstGeom prst="rect">
            <a:avLst/>
          </a:prstGeom>
          <a:solidFill>
            <a:schemeClr val="bg2"/>
          </a:solidFill>
          <a:ln>
            <a:noFill/>
          </a:ln>
          <a:effectLst/>
        </p:spPr>
        <p:txBody>
          <a:bodyPr lIns="365760" rIns="365760" anchor="ctr" anchorCtr="1"/>
          <a:lstStyle>
            <a:lvl1pPr marL="5035299" indent="0" algn="l">
              <a:tabLst/>
              <a:defRPr sz="2400" b="0" baseline="0">
                <a:solidFill>
                  <a:schemeClr val="accent1"/>
                </a:solidFill>
                <a:latin typeface="+mn-lt"/>
              </a:defRPr>
            </a:lvl1pPr>
          </a:lstStyle>
          <a:p>
            <a:r>
              <a:rPr lang="en-US"/>
              <a:t>Insert an image</a:t>
            </a:r>
            <a:br>
              <a:rPr lang="en-US"/>
            </a:br>
            <a:r>
              <a:rPr lang="en-US"/>
              <a:t>within this placeholder </a:t>
            </a:r>
          </a:p>
        </p:txBody>
      </p:sp>
      <p:sp>
        <p:nvSpPr>
          <p:cNvPr id="10" name="Content Placeholder 2">
            <a:extLst>
              <a:ext uri="{FF2B5EF4-FFF2-40B4-BE49-F238E27FC236}">
                <a16:creationId xmlns:a16="http://schemas.microsoft.com/office/drawing/2014/main" id="{3C8B7A96-E0C8-46F1-B070-891752D196D5}"/>
              </a:ext>
            </a:extLst>
          </p:cNvPr>
          <p:cNvSpPr txBox="1">
            <a:spLocks/>
          </p:cNvSpPr>
          <p:nvPr userDrawn="1"/>
        </p:nvSpPr>
        <p:spPr bwMode="gray">
          <a:xfrm>
            <a:off x="670562" y="6427472"/>
            <a:ext cx="4077308" cy="292101"/>
          </a:xfrm>
          <a:prstGeom prst="rect">
            <a:avLst/>
          </a:prstGeom>
        </p:spPr>
        <p:txBody>
          <a:bodyPr vert="horz" lIns="0" rIns="0" anchor="b" anchorCtr="0"/>
          <a:lstStyle>
            <a:defPPr>
              <a:defRPr lang="en-US"/>
            </a:defPPr>
            <a:lvl1pPr indent="0" defTabSz="457200">
              <a:spcBef>
                <a:spcPct val="20000"/>
              </a:spcBef>
              <a:buFont typeface="Arial"/>
              <a:buNone/>
              <a:defRPr sz="1000">
                <a:solidFill>
                  <a:srgbClr val="000000"/>
                </a:solidFill>
                <a:cs typeface="Calibri" panose="020F0502020204030204" pitchFamily="34" charset="0"/>
              </a:defRPr>
            </a:lvl1pPr>
            <a:lvl2pPr indent="0" defTabSz="457200">
              <a:spcBef>
                <a:spcPct val="20000"/>
              </a:spcBef>
              <a:buFont typeface="Arial"/>
              <a:buNone/>
              <a:defRPr sz="900">
                <a:latin typeface="Georgia"/>
                <a:cs typeface="Georgia"/>
              </a:defRPr>
            </a:lvl2pPr>
            <a:lvl3pPr indent="0" defTabSz="457200">
              <a:spcBef>
                <a:spcPct val="20000"/>
              </a:spcBef>
              <a:buFont typeface="Arial"/>
              <a:buNone/>
              <a:defRPr sz="900">
                <a:latin typeface="Georgia"/>
                <a:cs typeface="Georgia"/>
              </a:defRPr>
            </a:lvl3pPr>
            <a:lvl4pPr indent="0" defTabSz="457200">
              <a:spcBef>
                <a:spcPct val="20000"/>
              </a:spcBef>
              <a:buFont typeface="Arial"/>
              <a:buNone/>
              <a:defRPr sz="900">
                <a:latin typeface="Georgia"/>
                <a:cs typeface="Georgia"/>
              </a:defRPr>
            </a:lvl4pPr>
            <a:lvl5pPr indent="0" defTabSz="457200">
              <a:spcBef>
                <a:spcPct val="20000"/>
              </a:spcBef>
              <a:buFont typeface="Arial"/>
              <a:buNone/>
              <a:defRPr sz="900">
                <a:latin typeface="Georgia"/>
                <a:cs typeface="Georgia"/>
              </a:defRPr>
            </a:lvl5pPr>
            <a:lvl6pPr marL="2514600" indent="-228600" defTabSz="457200">
              <a:spcBef>
                <a:spcPct val="20000"/>
              </a:spcBef>
              <a:buFont typeface="Arial"/>
              <a:buChar char="•"/>
              <a:defRPr sz="2000"/>
            </a:lvl6pPr>
            <a:lvl7pPr marL="2971800" indent="-228600" defTabSz="457200">
              <a:spcBef>
                <a:spcPct val="20000"/>
              </a:spcBef>
              <a:buFont typeface="Arial"/>
              <a:buChar char="•"/>
              <a:defRPr sz="2000"/>
            </a:lvl7pPr>
            <a:lvl8pPr marL="3429000" indent="-228600" defTabSz="457200">
              <a:spcBef>
                <a:spcPct val="20000"/>
              </a:spcBef>
              <a:buFont typeface="Arial"/>
              <a:buChar char="•"/>
              <a:defRPr sz="2000"/>
            </a:lvl8pPr>
            <a:lvl9pPr marL="3886200" indent="-228600" defTabSz="457200">
              <a:spcBef>
                <a:spcPct val="20000"/>
              </a:spcBef>
              <a:buFont typeface="Arial"/>
              <a:buChar char="•"/>
              <a:defRPr sz="2000"/>
            </a:lvl9pPr>
          </a:lstStyle>
          <a:p>
            <a:pPr lvl="0"/>
            <a:r>
              <a:rPr lang="en-US" sz="1333"/>
              <a:t>Proprietary and confidential — do not distribute</a:t>
            </a:r>
          </a:p>
        </p:txBody>
      </p:sp>
      <p:sp>
        <p:nvSpPr>
          <p:cNvPr id="14" name="Text Placeholder 9">
            <a:extLst>
              <a:ext uri="{FF2B5EF4-FFF2-40B4-BE49-F238E27FC236}">
                <a16:creationId xmlns:a16="http://schemas.microsoft.com/office/drawing/2014/main" id="{BD57305E-F709-4E9E-B399-8D21F2A51FF6}"/>
              </a:ext>
            </a:extLst>
          </p:cNvPr>
          <p:cNvSpPr>
            <a:spLocks noGrp="1"/>
          </p:cNvSpPr>
          <p:nvPr>
            <p:ph type="body" sz="quarter" idx="18" hasCustomPrompt="1"/>
          </p:nvPr>
        </p:nvSpPr>
        <p:spPr>
          <a:xfrm>
            <a:off x="670563" y="355600"/>
            <a:ext cx="5096255" cy="348813"/>
          </a:xfrm>
          <a:prstGeom prst="rect">
            <a:avLst/>
          </a:prstGeom>
        </p:spPr>
        <p:txBody>
          <a:bodyPr wrap="square">
            <a:noAutofit/>
          </a:bodyPr>
          <a:lstStyle>
            <a:lvl1pPr>
              <a:defRPr sz="1867" b="0" cap="all" spc="200" baseline="0">
                <a:solidFill>
                  <a:schemeClr val="accent1"/>
                </a:solidFill>
                <a:latin typeface="+mn-lt"/>
              </a:defRPr>
            </a:lvl1pPr>
            <a:lvl2pPr marL="0" indent="0">
              <a:buNone/>
              <a:defRPr/>
            </a:lvl2pPr>
          </a:lstStyle>
          <a:p>
            <a:pPr lvl="0"/>
            <a:r>
              <a:rPr lang="en-US"/>
              <a:t>Eyebrow identification, CALIBRI, 14PT</a:t>
            </a:r>
          </a:p>
        </p:txBody>
      </p:sp>
      <p:sp>
        <p:nvSpPr>
          <p:cNvPr id="16" name="Content Placeholder 5">
            <a:extLst>
              <a:ext uri="{FF2B5EF4-FFF2-40B4-BE49-F238E27FC236}">
                <a16:creationId xmlns:a16="http://schemas.microsoft.com/office/drawing/2014/main" id="{C73EADF8-32AF-409A-AD0A-3134A5D09D53}"/>
              </a:ext>
            </a:extLst>
          </p:cNvPr>
          <p:cNvSpPr>
            <a:spLocks noGrp="1"/>
          </p:cNvSpPr>
          <p:nvPr>
            <p:ph sz="quarter" idx="19"/>
          </p:nvPr>
        </p:nvSpPr>
        <p:spPr>
          <a:xfrm>
            <a:off x="670561" y="1882587"/>
            <a:ext cx="5096255" cy="4335332"/>
          </a:xfrm>
        </p:spPr>
        <p:txBody>
          <a:bodyPr/>
          <a:lstStyle>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Date Placeholder 5">
            <a:extLst>
              <a:ext uri="{FF2B5EF4-FFF2-40B4-BE49-F238E27FC236}">
                <a16:creationId xmlns:a16="http://schemas.microsoft.com/office/drawing/2014/main" id="{89AEB25F-FA40-4727-8C63-0FB00C65B1F1}"/>
              </a:ext>
            </a:extLst>
          </p:cNvPr>
          <p:cNvSpPr>
            <a:spLocks noGrp="1"/>
          </p:cNvSpPr>
          <p:nvPr>
            <p:ph type="dt" sz="half" idx="20"/>
          </p:nvPr>
        </p:nvSpPr>
        <p:spPr/>
        <p:txBody>
          <a:bodyPr/>
          <a:lstStyle/>
          <a:p>
            <a:r>
              <a:rPr lang="en-US" sz="1333"/>
              <a:t>17-Dec-24</a:t>
            </a:r>
            <a:endParaRPr lang="en-IN" sz="1333"/>
          </a:p>
        </p:txBody>
      </p:sp>
      <p:sp>
        <p:nvSpPr>
          <p:cNvPr id="7" name="Footer Placeholder 6">
            <a:extLst>
              <a:ext uri="{FF2B5EF4-FFF2-40B4-BE49-F238E27FC236}">
                <a16:creationId xmlns:a16="http://schemas.microsoft.com/office/drawing/2014/main" id="{080517F6-6DC6-4EDB-A0A3-3A25D9B2A02C}"/>
              </a:ext>
            </a:extLst>
          </p:cNvPr>
          <p:cNvSpPr>
            <a:spLocks noGrp="1"/>
          </p:cNvSpPr>
          <p:nvPr>
            <p:ph type="ftr" sz="quarter" idx="21"/>
          </p:nvPr>
        </p:nvSpPr>
        <p:spPr/>
        <p:txBody>
          <a:bodyPr/>
          <a:lstStyle/>
          <a:p>
            <a:pPr>
              <a:defRPr/>
            </a:pPr>
            <a:r>
              <a:rPr lang="en-US"/>
              <a:t>Enter title via "insert&gt;header and footer&gt;footer" | </a:t>
            </a:r>
            <a:endParaRPr lang="en-IN"/>
          </a:p>
        </p:txBody>
      </p:sp>
      <p:sp>
        <p:nvSpPr>
          <p:cNvPr id="8" name="Slide Number Placeholder 7">
            <a:extLst>
              <a:ext uri="{FF2B5EF4-FFF2-40B4-BE49-F238E27FC236}">
                <a16:creationId xmlns:a16="http://schemas.microsoft.com/office/drawing/2014/main" id="{E0E4568D-868E-42F7-926A-483A8A7B381A}"/>
              </a:ext>
            </a:extLst>
          </p:cNvPr>
          <p:cNvSpPr>
            <a:spLocks noGrp="1"/>
          </p:cNvSpPr>
          <p:nvPr>
            <p:ph type="sldNum" sz="quarter" idx="22"/>
          </p:nvPr>
        </p:nvSpPr>
        <p:spPr/>
        <p:txBody>
          <a:bodyPr/>
          <a:lstStyle/>
          <a:p>
            <a:pPr>
              <a:defRPr/>
            </a:pPr>
            <a:r>
              <a:rPr lang="en-IN"/>
              <a:t>| </a:t>
            </a:r>
            <a:fld id="{7B2119CD-3B2D-4CEB-B404-D2E3F8CD6D69}" type="slidenum">
              <a:rPr lang="en-IN" smtClean="0"/>
              <a:pPr>
                <a:defRPr/>
              </a:pPr>
              <a:t>‹#›</a:t>
            </a:fld>
            <a:endParaRPr lang="en-IN"/>
          </a:p>
        </p:txBody>
      </p:sp>
      <p:sp>
        <p:nvSpPr>
          <p:cNvPr id="3" name="Title 2">
            <a:extLst>
              <a:ext uri="{FF2B5EF4-FFF2-40B4-BE49-F238E27FC236}">
                <a16:creationId xmlns:a16="http://schemas.microsoft.com/office/drawing/2014/main" id="{F49B87BA-CB3B-4626-87FF-39721BA39BC9}"/>
              </a:ext>
            </a:extLst>
          </p:cNvPr>
          <p:cNvSpPr>
            <a:spLocks noGrp="1"/>
          </p:cNvSpPr>
          <p:nvPr>
            <p:ph type="title"/>
          </p:nvPr>
        </p:nvSpPr>
        <p:spPr>
          <a:xfrm>
            <a:off x="670560" y="759460"/>
            <a:ext cx="5096253" cy="520701"/>
          </a:xfrm>
        </p:spPr>
        <p:txBody>
          <a:bodyPr/>
          <a:lstStyle/>
          <a:p>
            <a:r>
              <a:rPr lang="en-US"/>
              <a:t>Click to edit Master title style</a:t>
            </a:r>
            <a:endParaRPr lang="en-IN"/>
          </a:p>
        </p:txBody>
      </p:sp>
    </p:spTree>
    <p:extLst>
      <p:ext uri="{BB962C8B-B14F-4D97-AF65-F5344CB8AC3E}">
        <p14:creationId xmlns:p14="http://schemas.microsoft.com/office/powerpoint/2010/main" val="2773411075"/>
      </p:ext>
    </p:extLst>
  </p:cSld>
  <p:clrMapOvr>
    <a:masterClrMapping/>
  </p:clrMapOvr>
</p:sldLayout>
</file>

<file path=ppt/slideLayouts/slideLayout166.xml><?xml version="1.0" encoding="utf-8"?>
<p:sldLayout xmlns:a="http://schemas.openxmlformats.org/drawingml/2006/main" xmlns:r="http://schemas.openxmlformats.org/officeDocument/2006/relationships" xmlns:p="http://schemas.openxmlformats.org/presentationml/2006/main" preserve="1" userDrawn="1">
  <p:cSld name="1_(R) Half-content &amp; full image layout">
    <p:spTree>
      <p:nvGrpSpPr>
        <p:cNvPr id="1" name=""/>
        <p:cNvGrpSpPr/>
        <p:nvPr/>
      </p:nvGrpSpPr>
      <p:grpSpPr>
        <a:xfrm>
          <a:off x="0" y="0"/>
          <a:ext cx="0" cy="0"/>
          <a:chOff x="0" y="0"/>
          <a:chExt cx="0" cy="0"/>
        </a:xfrm>
      </p:grpSpPr>
      <p:sp>
        <p:nvSpPr>
          <p:cNvPr id="5" name="Picture Placeholder 9">
            <a:extLst>
              <a:ext uri="{FF2B5EF4-FFF2-40B4-BE49-F238E27FC236}">
                <a16:creationId xmlns:a16="http://schemas.microsoft.com/office/drawing/2014/main" id="{EBBC6B44-1A66-4C17-802D-CD6F3BEB84DB}"/>
              </a:ext>
            </a:extLst>
          </p:cNvPr>
          <p:cNvSpPr>
            <a:spLocks noGrp="1"/>
          </p:cNvSpPr>
          <p:nvPr>
            <p:ph type="pic" sz="quarter" idx="14" hasCustomPrompt="1"/>
          </p:nvPr>
        </p:nvSpPr>
        <p:spPr>
          <a:xfrm>
            <a:off x="1" y="0"/>
            <a:ext cx="12192000" cy="6858000"/>
          </a:xfrm>
          <a:prstGeom prst="rect">
            <a:avLst/>
          </a:prstGeom>
          <a:solidFill>
            <a:schemeClr val="bg2"/>
          </a:solidFill>
          <a:ln>
            <a:noFill/>
          </a:ln>
          <a:effectLst/>
        </p:spPr>
        <p:txBody>
          <a:bodyPr lIns="0" rIns="0" anchor="ctr" anchorCtr="0"/>
          <a:lstStyle>
            <a:lvl1pPr marL="927054" indent="0" algn="l">
              <a:tabLst/>
              <a:defRPr sz="2400" b="0" baseline="0">
                <a:solidFill>
                  <a:schemeClr val="accent1"/>
                </a:solidFill>
                <a:latin typeface="+mn-lt"/>
              </a:defRPr>
            </a:lvl1pPr>
          </a:lstStyle>
          <a:p>
            <a:r>
              <a:rPr lang="en-US"/>
              <a:t>Insert an image</a:t>
            </a:r>
            <a:br>
              <a:rPr lang="en-US"/>
            </a:br>
            <a:r>
              <a:rPr lang="en-US"/>
              <a:t>within this placeholder </a:t>
            </a:r>
          </a:p>
        </p:txBody>
      </p:sp>
      <p:sp>
        <p:nvSpPr>
          <p:cNvPr id="10" name="Content Placeholder 2">
            <a:extLst>
              <a:ext uri="{FF2B5EF4-FFF2-40B4-BE49-F238E27FC236}">
                <a16:creationId xmlns:a16="http://schemas.microsoft.com/office/drawing/2014/main" id="{997FC738-9BF3-4608-8B8E-05D0C5B5F6DE}"/>
              </a:ext>
            </a:extLst>
          </p:cNvPr>
          <p:cNvSpPr txBox="1">
            <a:spLocks/>
          </p:cNvSpPr>
          <p:nvPr userDrawn="1"/>
        </p:nvSpPr>
        <p:spPr bwMode="gray">
          <a:xfrm>
            <a:off x="670562" y="6427472"/>
            <a:ext cx="4077308" cy="292101"/>
          </a:xfrm>
          <a:prstGeom prst="rect">
            <a:avLst/>
          </a:prstGeom>
        </p:spPr>
        <p:txBody>
          <a:bodyPr vert="horz" lIns="0" rIns="0" anchor="b" anchorCtr="0"/>
          <a:lstStyle>
            <a:defPPr>
              <a:defRPr lang="en-US"/>
            </a:defPPr>
            <a:lvl1pPr indent="0" defTabSz="457200">
              <a:spcBef>
                <a:spcPct val="20000"/>
              </a:spcBef>
              <a:buFont typeface="Arial"/>
              <a:buNone/>
              <a:defRPr sz="1000">
                <a:solidFill>
                  <a:srgbClr val="000000"/>
                </a:solidFill>
                <a:cs typeface="Calibri" panose="020F0502020204030204" pitchFamily="34" charset="0"/>
              </a:defRPr>
            </a:lvl1pPr>
            <a:lvl2pPr indent="0" defTabSz="457200">
              <a:spcBef>
                <a:spcPct val="20000"/>
              </a:spcBef>
              <a:buFont typeface="Arial"/>
              <a:buNone/>
              <a:defRPr sz="900">
                <a:latin typeface="Georgia"/>
                <a:cs typeface="Georgia"/>
              </a:defRPr>
            </a:lvl2pPr>
            <a:lvl3pPr indent="0" defTabSz="457200">
              <a:spcBef>
                <a:spcPct val="20000"/>
              </a:spcBef>
              <a:buFont typeface="Arial"/>
              <a:buNone/>
              <a:defRPr sz="900">
                <a:latin typeface="Georgia"/>
                <a:cs typeface="Georgia"/>
              </a:defRPr>
            </a:lvl3pPr>
            <a:lvl4pPr indent="0" defTabSz="457200">
              <a:spcBef>
                <a:spcPct val="20000"/>
              </a:spcBef>
              <a:buFont typeface="Arial"/>
              <a:buNone/>
              <a:defRPr sz="900">
                <a:latin typeface="Georgia"/>
                <a:cs typeface="Georgia"/>
              </a:defRPr>
            </a:lvl4pPr>
            <a:lvl5pPr indent="0" defTabSz="457200">
              <a:spcBef>
                <a:spcPct val="20000"/>
              </a:spcBef>
              <a:buFont typeface="Arial"/>
              <a:buNone/>
              <a:defRPr sz="900">
                <a:latin typeface="Georgia"/>
                <a:cs typeface="Georgia"/>
              </a:defRPr>
            </a:lvl5pPr>
            <a:lvl6pPr marL="2514600" indent="-228600" defTabSz="457200">
              <a:spcBef>
                <a:spcPct val="20000"/>
              </a:spcBef>
              <a:buFont typeface="Arial"/>
              <a:buChar char="•"/>
              <a:defRPr sz="2000"/>
            </a:lvl6pPr>
            <a:lvl7pPr marL="2971800" indent="-228600" defTabSz="457200">
              <a:spcBef>
                <a:spcPct val="20000"/>
              </a:spcBef>
              <a:buFont typeface="Arial"/>
              <a:buChar char="•"/>
              <a:defRPr sz="2000"/>
            </a:lvl7pPr>
            <a:lvl8pPr marL="3429000" indent="-228600" defTabSz="457200">
              <a:spcBef>
                <a:spcPct val="20000"/>
              </a:spcBef>
              <a:buFont typeface="Arial"/>
              <a:buChar char="•"/>
              <a:defRPr sz="2000"/>
            </a:lvl8pPr>
            <a:lvl9pPr marL="3886200" indent="-228600" defTabSz="457200">
              <a:spcBef>
                <a:spcPct val="20000"/>
              </a:spcBef>
              <a:buFont typeface="Arial"/>
              <a:buChar char="•"/>
              <a:defRPr sz="2000"/>
            </a:lvl9pPr>
          </a:lstStyle>
          <a:p>
            <a:pPr lvl="0"/>
            <a:r>
              <a:rPr lang="en-US" sz="1333"/>
              <a:t>Proprietary and confidential — do not distribute</a:t>
            </a:r>
          </a:p>
        </p:txBody>
      </p:sp>
      <p:sp>
        <p:nvSpPr>
          <p:cNvPr id="17" name="Text Placeholder 9">
            <a:extLst>
              <a:ext uri="{FF2B5EF4-FFF2-40B4-BE49-F238E27FC236}">
                <a16:creationId xmlns:a16="http://schemas.microsoft.com/office/drawing/2014/main" id="{6273392E-BE16-4C3F-A463-7A7FC6BEE036}"/>
              </a:ext>
            </a:extLst>
          </p:cNvPr>
          <p:cNvSpPr>
            <a:spLocks noGrp="1"/>
          </p:cNvSpPr>
          <p:nvPr>
            <p:ph type="body" sz="quarter" idx="18" hasCustomPrompt="1"/>
          </p:nvPr>
        </p:nvSpPr>
        <p:spPr>
          <a:xfrm>
            <a:off x="6425186" y="355600"/>
            <a:ext cx="5096255" cy="348813"/>
          </a:xfrm>
          <a:prstGeom prst="rect">
            <a:avLst/>
          </a:prstGeom>
        </p:spPr>
        <p:txBody>
          <a:bodyPr wrap="square">
            <a:noAutofit/>
          </a:bodyPr>
          <a:lstStyle>
            <a:lvl1pPr>
              <a:defRPr sz="1867" b="0" cap="all" spc="200" baseline="0">
                <a:solidFill>
                  <a:schemeClr val="accent1"/>
                </a:solidFill>
                <a:latin typeface="+mn-lt"/>
              </a:defRPr>
            </a:lvl1pPr>
            <a:lvl2pPr marL="0" indent="0">
              <a:buNone/>
              <a:defRPr/>
            </a:lvl2pPr>
          </a:lstStyle>
          <a:p>
            <a:pPr lvl="0"/>
            <a:r>
              <a:rPr lang="en-US"/>
              <a:t>Eyebrow identification, CALIBRI, 14PT</a:t>
            </a:r>
          </a:p>
        </p:txBody>
      </p:sp>
      <p:sp>
        <p:nvSpPr>
          <p:cNvPr id="19" name="Content Placeholder 5">
            <a:extLst>
              <a:ext uri="{FF2B5EF4-FFF2-40B4-BE49-F238E27FC236}">
                <a16:creationId xmlns:a16="http://schemas.microsoft.com/office/drawing/2014/main" id="{1679F6DF-FEFB-4C1A-A396-814197C11D86}"/>
              </a:ext>
            </a:extLst>
          </p:cNvPr>
          <p:cNvSpPr>
            <a:spLocks noGrp="1"/>
          </p:cNvSpPr>
          <p:nvPr>
            <p:ph sz="quarter" idx="19"/>
          </p:nvPr>
        </p:nvSpPr>
        <p:spPr>
          <a:xfrm>
            <a:off x="6425183" y="1882587"/>
            <a:ext cx="5096255" cy="4335332"/>
          </a:xfrm>
        </p:spPr>
        <p:txBody>
          <a:bodyPr/>
          <a:lstStyle>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Date Placeholder 5">
            <a:extLst>
              <a:ext uri="{FF2B5EF4-FFF2-40B4-BE49-F238E27FC236}">
                <a16:creationId xmlns:a16="http://schemas.microsoft.com/office/drawing/2014/main" id="{9F552E6A-42EF-4270-B9A7-98DFF9C26BC9}"/>
              </a:ext>
            </a:extLst>
          </p:cNvPr>
          <p:cNvSpPr>
            <a:spLocks noGrp="1"/>
          </p:cNvSpPr>
          <p:nvPr>
            <p:ph type="dt" sz="half" idx="20"/>
          </p:nvPr>
        </p:nvSpPr>
        <p:spPr/>
        <p:txBody>
          <a:bodyPr/>
          <a:lstStyle/>
          <a:p>
            <a:r>
              <a:rPr lang="en-US" sz="1333"/>
              <a:t>17-Dec-24</a:t>
            </a:r>
            <a:endParaRPr lang="en-IN" sz="1333"/>
          </a:p>
        </p:txBody>
      </p:sp>
      <p:sp>
        <p:nvSpPr>
          <p:cNvPr id="7" name="Footer Placeholder 6">
            <a:extLst>
              <a:ext uri="{FF2B5EF4-FFF2-40B4-BE49-F238E27FC236}">
                <a16:creationId xmlns:a16="http://schemas.microsoft.com/office/drawing/2014/main" id="{7474A17B-B0E6-4C29-8975-C906D9247990}"/>
              </a:ext>
            </a:extLst>
          </p:cNvPr>
          <p:cNvSpPr>
            <a:spLocks noGrp="1"/>
          </p:cNvSpPr>
          <p:nvPr>
            <p:ph type="ftr" sz="quarter" idx="21"/>
          </p:nvPr>
        </p:nvSpPr>
        <p:spPr/>
        <p:txBody>
          <a:bodyPr/>
          <a:lstStyle/>
          <a:p>
            <a:pPr>
              <a:defRPr/>
            </a:pPr>
            <a:r>
              <a:rPr lang="en-US"/>
              <a:t>Enter title via "insert&gt;header and footer&gt;footer" | </a:t>
            </a:r>
            <a:endParaRPr lang="en-IN"/>
          </a:p>
        </p:txBody>
      </p:sp>
      <p:sp>
        <p:nvSpPr>
          <p:cNvPr id="8" name="Slide Number Placeholder 7">
            <a:extLst>
              <a:ext uri="{FF2B5EF4-FFF2-40B4-BE49-F238E27FC236}">
                <a16:creationId xmlns:a16="http://schemas.microsoft.com/office/drawing/2014/main" id="{9A86EBC0-A4B4-49A9-8E69-797CFD88D052}"/>
              </a:ext>
            </a:extLst>
          </p:cNvPr>
          <p:cNvSpPr>
            <a:spLocks noGrp="1"/>
          </p:cNvSpPr>
          <p:nvPr>
            <p:ph type="sldNum" sz="quarter" idx="22"/>
          </p:nvPr>
        </p:nvSpPr>
        <p:spPr/>
        <p:txBody>
          <a:bodyPr/>
          <a:lstStyle/>
          <a:p>
            <a:pPr>
              <a:defRPr/>
            </a:pPr>
            <a:r>
              <a:rPr lang="en-IN"/>
              <a:t>| </a:t>
            </a:r>
            <a:fld id="{7B2119CD-3B2D-4CEB-B404-D2E3F8CD6D69}" type="slidenum">
              <a:rPr lang="en-IN" smtClean="0"/>
              <a:pPr>
                <a:defRPr/>
              </a:pPr>
              <a:t>‹#›</a:t>
            </a:fld>
            <a:endParaRPr lang="en-IN"/>
          </a:p>
        </p:txBody>
      </p:sp>
      <p:sp>
        <p:nvSpPr>
          <p:cNvPr id="3" name="Title 2">
            <a:extLst>
              <a:ext uri="{FF2B5EF4-FFF2-40B4-BE49-F238E27FC236}">
                <a16:creationId xmlns:a16="http://schemas.microsoft.com/office/drawing/2014/main" id="{40E04E43-6321-44FE-86E3-92363113651D}"/>
              </a:ext>
            </a:extLst>
          </p:cNvPr>
          <p:cNvSpPr>
            <a:spLocks noGrp="1"/>
          </p:cNvSpPr>
          <p:nvPr>
            <p:ph type="title"/>
          </p:nvPr>
        </p:nvSpPr>
        <p:spPr>
          <a:xfrm>
            <a:off x="6425181" y="759460"/>
            <a:ext cx="5096259" cy="520701"/>
          </a:xfrm>
        </p:spPr>
        <p:txBody>
          <a:bodyPr/>
          <a:lstStyle/>
          <a:p>
            <a:r>
              <a:rPr lang="en-US"/>
              <a:t>Click to edit Master title style</a:t>
            </a:r>
            <a:endParaRPr lang="en-IN"/>
          </a:p>
        </p:txBody>
      </p:sp>
    </p:spTree>
    <p:extLst>
      <p:ext uri="{BB962C8B-B14F-4D97-AF65-F5344CB8AC3E}">
        <p14:creationId xmlns:p14="http://schemas.microsoft.com/office/powerpoint/2010/main" val="2298210360"/>
      </p:ext>
    </p:extLst>
  </p:cSld>
  <p:clrMapOvr>
    <a:masterClrMapping/>
  </p:clrMapOvr>
</p:sldLayout>
</file>

<file path=ppt/slideLayouts/slideLayout167.xml><?xml version="1.0" encoding="utf-8"?>
<p:sldLayout xmlns:a="http://schemas.openxmlformats.org/drawingml/2006/main" xmlns:r="http://schemas.openxmlformats.org/officeDocument/2006/relationships" xmlns:p="http://schemas.openxmlformats.org/presentationml/2006/main" showMasterSp="0" type="secHead" preserve="1">
  <p:cSld name="1_Section Header Dark Blue">
    <p:bg bwMode="auto">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bwMode="gray">
          <a:xfrm>
            <a:off x="670560" y="3108959"/>
            <a:ext cx="10850880" cy="1645920"/>
          </a:xfrm>
        </p:spPr>
        <p:txBody>
          <a:bodyPr wrap="square" rIns="0" bIns="0" anchor="t">
            <a:noAutofit/>
          </a:bodyPr>
          <a:lstStyle>
            <a:lvl1pPr algn="l">
              <a:lnSpc>
                <a:spcPct val="80000"/>
              </a:lnSpc>
              <a:defRPr sz="5867" b="0" cap="none" spc="0" baseline="0">
                <a:solidFill>
                  <a:schemeClr val="bg1"/>
                </a:solidFill>
                <a:latin typeface="+mj-lt"/>
              </a:defRPr>
            </a:lvl1pPr>
          </a:lstStyle>
          <a:p>
            <a:r>
              <a:rPr lang="en-US"/>
              <a:t>Click to edit master title style</a:t>
            </a:r>
          </a:p>
        </p:txBody>
      </p:sp>
      <p:sp>
        <p:nvSpPr>
          <p:cNvPr id="3" name="Text Placeholder 2"/>
          <p:cNvSpPr>
            <a:spLocks noGrp="1"/>
          </p:cNvSpPr>
          <p:nvPr>
            <p:ph type="body" idx="1" hasCustomPrompt="1"/>
          </p:nvPr>
        </p:nvSpPr>
        <p:spPr bwMode="gray">
          <a:xfrm>
            <a:off x="670560" y="2331720"/>
            <a:ext cx="10850880" cy="640080"/>
          </a:xfrm>
          <a:prstGeom prst="rect">
            <a:avLst/>
          </a:prstGeom>
        </p:spPr>
        <p:txBody>
          <a:bodyPr rIns="0" bIns="0" anchor="b"/>
          <a:lstStyle>
            <a:lvl1pPr marL="0" indent="0">
              <a:lnSpc>
                <a:spcPct val="100000"/>
              </a:lnSpc>
              <a:buNone/>
              <a:defRPr sz="2400" b="1" cap="all" spc="200" baseline="0">
                <a:solidFill>
                  <a:schemeClr val="bg1"/>
                </a:solidFill>
                <a:latin typeface="+mn-lt"/>
                <a:cs typeface="Calibri" panose="020F0502020204030204" pitchFamily="34" charset="0"/>
              </a:defRPr>
            </a:lvl1pPr>
            <a:lvl2pPr marL="609570" indent="0">
              <a:buNone/>
              <a:defRPr sz="2400">
                <a:solidFill>
                  <a:schemeClr val="tx1">
                    <a:tint val="75000"/>
                  </a:schemeClr>
                </a:solidFill>
              </a:defRPr>
            </a:lvl2pPr>
            <a:lvl3pPr marL="1219140" indent="0">
              <a:buNone/>
              <a:defRPr sz="2133">
                <a:solidFill>
                  <a:schemeClr val="tx1">
                    <a:tint val="75000"/>
                  </a:schemeClr>
                </a:solidFill>
              </a:defRPr>
            </a:lvl3pPr>
            <a:lvl4pPr marL="1828709" indent="0">
              <a:buNone/>
              <a:defRPr sz="1867">
                <a:solidFill>
                  <a:schemeClr val="tx1">
                    <a:tint val="75000"/>
                  </a:schemeClr>
                </a:solidFill>
              </a:defRPr>
            </a:lvl4pPr>
            <a:lvl5pPr marL="2438278" indent="0">
              <a:buNone/>
              <a:defRPr sz="1867">
                <a:solidFill>
                  <a:schemeClr val="tx1">
                    <a:tint val="75000"/>
                  </a:schemeClr>
                </a:solidFill>
              </a:defRPr>
            </a:lvl5pPr>
            <a:lvl6pPr marL="3047848" indent="0">
              <a:buNone/>
              <a:defRPr sz="1867">
                <a:solidFill>
                  <a:schemeClr val="tx1">
                    <a:tint val="75000"/>
                  </a:schemeClr>
                </a:solidFill>
              </a:defRPr>
            </a:lvl6pPr>
            <a:lvl7pPr marL="3657418" indent="0">
              <a:buNone/>
              <a:defRPr sz="1867">
                <a:solidFill>
                  <a:schemeClr val="tx1">
                    <a:tint val="75000"/>
                  </a:schemeClr>
                </a:solidFill>
              </a:defRPr>
            </a:lvl7pPr>
            <a:lvl8pPr marL="4266987" indent="0">
              <a:buNone/>
              <a:defRPr sz="1867">
                <a:solidFill>
                  <a:schemeClr val="tx1">
                    <a:tint val="75000"/>
                  </a:schemeClr>
                </a:solidFill>
              </a:defRPr>
            </a:lvl8pPr>
            <a:lvl9pPr marL="4876557" indent="0">
              <a:buNone/>
              <a:defRPr sz="1867">
                <a:solidFill>
                  <a:schemeClr val="tx1">
                    <a:tint val="75000"/>
                  </a:schemeClr>
                </a:solidFill>
              </a:defRPr>
            </a:lvl9pPr>
          </a:lstStyle>
          <a:p>
            <a:pPr lvl="0"/>
            <a:r>
              <a:rPr lang="en-US"/>
              <a:t>CLICK TO EDIT MASTER TEXT STYLES</a:t>
            </a:r>
          </a:p>
        </p:txBody>
      </p:sp>
      <p:sp>
        <p:nvSpPr>
          <p:cNvPr id="9" name="Content Placeholder 2">
            <a:extLst>
              <a:ext uri="{FF2B5EF4-FFF2-40B4-BE49-F238E27FC236}">
                <a16:creationId xmlns:a16="http://schemas.microsoft.com/office/drawing/2014/main" id="{815B31BE-5499-438F-8FC9-24D8712E9F2E}"/>
              </a:ext>
            </a:extLst>
          </p:cNvPr>
          <p:cNvSpPr txBox="1">
            <a:spLocks/>
          </p:cNvSpPr>
          <p:nvPr userDrawn="1"/>
        </p:nvSpPr>
        <p:spPr bwMode="gray">
          <a:xfrm>
            <a:off x="670562" y="6427472"/>
            <a:ext cx="4077308" cy="292101"/>
          </a:xfrm>
          <a:prstGeom prst="rect">
            <a:avLst/>
          </a:prstGeom>
        </p:spPr>
        <p:txBody>
          <a:bodyPr vert="horz" lIns="0" rIns="0" anchor="b" anchorCtr="0"/>
          <a:lstStyle>
            <a:lvl1pPr marL="0" indent="0" algn="l" defTabSz="457200" rtl="0" eaLnBrk="1" latinLnBrk="0" hangingPunct="1">
              <a:spcBef>
                <a:spcPct val="20000"/>
              </a:spcBef>
              <a:buFont typeface="Arial"/>
              <a:buNone/>
              <a:defRPr sz="900" kern="1200">
                <a:solidFill>
                  <a:schemeClr val="tx1"/>
                </a:solidFill>
                <a:latin typeface="Georgia"/>
                <a:ea typeface="+mn-ea"/>
                <a:cs typeface="Georgia"/>
              </a:defRPr>
            </a:lvl1pPr>
            <a:lvl2pPr marL="457200" indent="0" algn="l" defTabSz="457200" rtl="0" eaLnBrk="1" latinLnBrk="0" hangingPunct="1">
              <a:spcBef>
                <a:spcPct val="20000"/>
              </a:spcBef>
              <a:buFont typeface="Arial"/>
              <a:buNone/>
              <a:defRPr sz="900" kern="1200">
                <a:solidFill>
                  <a:schemeClr val="tx1"/>
                </a:solidFill>
                <a:latin typeface="Georgia"/>
                <a:ea typeface="+mn-ea"/>
                <a:cs typeface="Georgia"/>
              </a:defRPr>
            </a:lvl2pPr>
            <a:lvl3pPr marL="914400" indent="0" algn="l" defTabSz="457200" rtl="0" eaLnBrk="1" latinLnBrk="0" hangingPunct="1">
              <a:spcBef>
                <a:spcPct val="20000"/>
              </a:spcBef>
              <a:buFont typeface="Arial"/>
              <a:buNone/>
              <a:defRPr sz="900" kern="1200">
                <a:solidFill>
                  <a:schemeClr val="tx1"/>
                </a:solidFill>
                <a:latin typeface="Georgia"/>
                <a:ea typeface="+mn-ea"/>
                <a:cs typeface="Georgia"/>
              </a:defRPr>
            </a:lvl3pPr>
            <a:lvl4pPr marL="1371600" indent="0" algn="l" defTabSz="457200" rtl="0" eaLnBrk="1" latinLnBrk="0" hangingPunct="1">
              <a:spcBef>
                <a:spcPct val="20000"/>
              </a:spcBef>
              <a:buFont typeface="Arial"/>
              <a:buNone/>
              <a:defRPr sz="900" kern="1200">
                <a:solidFill>
                  <a:schemeClr val="tx1"/>
                </a:solidFill>
                <a:latin typeface="Georgia"/>
                <a:ea typeface="+mn-ea"/>
                <a:cs typeface="Georgia"/>
              </a:defRPr>
            </a:lvl4pPr>
            <a:lvl5pPr marL="1828800" indent="0" algn="l" defTabSz="457200" rtl="0" eaLnBrk="1" latinLnBrk="0" hangingPunct="1">
              <a:spcBef>
                <a:spcPct val="20000"/>
              </a:spcBef>
              <a:buFont typeface="Arial"/>
              <a:buNone/>
              <a:defRPr sz="900" kern="1200">
                <a:solidFill>
                  <a:schemeClr val="tx1"/>
                </a:solidFill>
                <a:latin typeface="Georgia"/>
                <a:ea typeface="+mn-ea"/>
                <a:cs typeface="Georgia"/>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1333">
                <a:solidFill>
                  <a:schemeClr val="bg1"/>
                </a:solidFill>
                <a:latin typeface="Calibri" panose="020F0502020204030204" pitchFamily="34" charset="0"/>
                <a:cs typeface="Calibri" panose="020F0502020204030204" pitchFamily="34" charset="0"/>
              </a:rPr>
              <a:t>Proprietary and confidential — do not distribute</a:t>
            </a:r>
          </a:p>
        </p:txBody>
      </p:sp>
      <p:sp>
        <p:nvSpPr>
          <p:cNvPr id="7" name="Date Placeholder 6">
            <a:extLst>
              <a:ext uri="{FF2B5EF4-FFF2-40B4-BE49-F238E27FC236}">
                <a16:creationId xmlns:a16="http://schemas.microsoft.com/office/drawing/2014/main" id="{6829463D-7256-4F94-B053-694230DDA169}"/>
              </a:ext>
            </a:extLst>
          </p:cNvPr>
          <p:cNvSpPr>
            <a:spLocks noGrp="1"/>
          </p:cNvSpPr>
          <p:nvPr>
            <p:ph type="dt" sz="half" idx="10"/>
          </p:nvPr>
        </p:nvSpPr>
        <p:spPr/>
        <p:txBody>
          <a:bodyPr/>
          <a:lstStyle>
            <a:lvl1pPr>
              <a:defRPr>
                <a:solidFill>
                  <a:schemeClr val="bg1"/>
                </a:solidFill>
              </a:defRPr>
            </a:lvl1pPr>
          </a:lstStyle>
          <a:p>
            <a:r>
              <a:rPr lang="en-US"/>
              <a:t>17-Dec-24</a:t>
            </a:r>
            <a:endParaRPr lang="en-IN"/>
          </a:p>
        </p:txBody>
      </p:sp>
      <p:sp>
        <p:nvSpPr>
          <p:cNvPr id="8" name="Footer Placeholder 7">
            <a:extLst>
              <a:ext uri="{FF2B5EF4-FFF2-40B4-BE49-F238E27FC236}">
                <a16:creationId xmlns:a16="http://schemas.microsoft.com/office/drawing/2014/main" id="{8AC65850-E065-46A5-AFAB-25EE12435446}"/>
              </a:ext>
            </a:extLst>
          </p:cNvPr>
          <p:cNvSpPr>
            <a:spLocks noGrp="1"/>
          </p:cNvSpPr>
          <p:nvPr>
            <p:ph type="ftr" sz="quarter" idx="11"/>
          </p:nvPr>
        </p:nvSpPr>
        <p:spPr/>
        <p:txBody>
          <a:bodyPr/>
          <a:lstStyle>
            <a:lvl1pPr>
              <a:defRPr>
                <a:solidFill>
                  <a:schemeClr val="bg1"/>
                </a:solidFill>
              </a:defRPr>
            </a:lvl1pPr>
          </a:lstStyle>
          <a:p>
            <a:pPr>
              <a:defRPr/>
            </a:pPr>
            <a:r>
              <a:rPr lang="en-US"/>
              <a:t>Enter title via "insert&gt;header and footer&gt;footer" | </a:t>
            </a:r>
            <a:endParaRPr lang="en-IN"/>
          </a:p>
        </p:txBody>
      </p:sp>
      <p:sp>
        <p:nvSpPr>
          <p:cNvPr id="10" name="Slide Number Placeholder 9">
            <a:extLst>
              <a:ext uri="{FF2B5EF4-FFF2-40B4-BE49-F238E27FC236}">
                <a16:creationId xmlns:a16="http://schemas.microsoft.com/office/drawing/2014/main" id="{00E02CAF-4CC0-4859-963B-FC187D3CD31C}"/>
              </a:ext>
            </a:extLst>
          </p:cNvPr>
          <p:cNvSpPr>
            <a:spLocks noGrp="1"/>
          </p:cNvSpPr>
          <p:nvPr>
            <p:ph type="sldNum" sz="quarter" idx="12"/>
          </p:nvPr>
        </p:nvSpPr>
        <p:spPr/>
        <p:txBody>
          <a:bodyPr/>
          <a:lstStyle>
            <a:lvl1pPr>
              <a:defRPr>
                <a:solidFill>
                  <a:schemeClr val="bg1"/>
                </a:solidFill>
              </a:defRPr>
            </a:lvl1pPr>
          </a:lstStyle>
          <a:p>
            <a:pPr>
              <a:defRPr/>
            </a:pPr>
            <a:r>
              <a:rPr lang="en-IN"/>
              <a:t>| </a:t>
            </a:r>
            <a:fld id="{7B2119CD-3B2D-4CEB-B404-D2E3F8CD6D69}" type="slidenum">
              <a:rPr lang="en-IN" smtClean="0"/>
              <a:pPr>
                <a:defRPr/>
              </a:pPr>
              <a:t>‹#›</a:t>
            </a:fld>
            <a:endParaRPr lang="en-IN"/>
          </a:p>
        </p:txBody>
      </p:sp>
    </p:spTree>
    <p:extLst>
      <p:ext uri="{BB962C8B-B14F-4D97-AF65-F5344CB8AC3E}">
        <p14:creationId xmlns:p14="http://schemas.microsoft.com/office/powerpoint/2010/main" val="1032781428"/>
      </p:ext>
    </p:extLst>
  </p:cSld>
  <p:clrMapOvr>
    <a:masterClrMapping/>
  </p:clrMapOvr>
</p:sldLayout>
</file>

<file path=ppt/slideLayouts/slideLayout168.xml><?xml version="1.0" encoding="utf-8"?>
<p:sldLayout xmlns:a="http://schemas.openxmlformats.org/drawingml/2006/main" xmlns:r="http://schemas.openxmlformats.org/officeDocument/2006/relationships" xmlns:p="http://schemas.openxmlformats.org/presentationml/2006/main" showMasterSp="0" type="secHead" preserve="1">
  <p:cSld name="1_Section Header Purple">
    <p:bg bwMode="auto">
      <p:bgPr>
        <a:solidFill>
          <a:schemeClr val="accent5"/>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bwMode="gray">
          <a:xfrm>
            <a:off x="670560" y="3108959"/>
            <a:ext cx="10850880" cy="1645920"/>
          </a:xfrm>
        </p:spPr>
        <p:txBody>
          <a:bodyPr rIns="0" bIns="0" anchor="t">
            <a:noAutofit/>
          </a:bodyPr>
          <a:lstStyle>
            <a:lvl1pPr algn="l">
              <a:lnSpc>
                <a:spcPct val="80000"/>
              </a:lnSpc>
              <a:defRPr sz="5867" b="0" cap="none" spc="0" baseline="0">
                <a:solidFill>
                  <a:schemeClr val="bg1"/>
                </a:solidFill>
                <a:latin typeface="+mj-lt"/>
              </a:defRPr>
            </a:lvl1pPr>
          </a:lstStyle>
          <a:p>
            <a:r>
              <a:rPr lang="en-US"/>
              <a:t>Click to edit master title style</a:t>
            </a:r>
          </a:p>
        </p:txBody>
      </p:sp>
      <p:sp>
        <p:nvSpPr>
          <p:cNvPr id="3" name="Text Placeholder 2"/>
          <p:cNvSpPr>
            <a:spLocks noGrp="1"/>
          </p:cNvSpPr>
          <p:nvPr>
            <p:ph type="body" idx="1" hasCustomPrompt="1"/>
          </p:nvPr>
        </p:nvSpPr>
        <p:spPr bwMode="gray">
          <a:xfrm>
            <a:off x="670560" y="2331720"/>
            <a:ext cx="10850880" cy="640080"/>
          </a:xfrm>
          <a:prstGeom prst="rect">
            <a:avLst/>
          </a:prstGeom>
        </p:spPr>
        <p:txBody>
          <a:bodyPr rIns="0" bIns="0" anchor="b"/>
          <a:lstStyle>
            <a:lvl1pPr marL="0" indent="0">
              <a:lnSpc>
                <a:spcPct val="100000"/>
              </a:lnSpc>
              <a:buNone/>
              <a:defRPr sz="2400" b="1" cap="all" spc="200" baseline="0">
                <a:solidFill>
                  <a:schemeClr val="bg1"/>
                </a:solidFill>
                <a:latin typeface="+mn-lt"/>
                <a:cs typeface="Calibri" panose="020F0502020204030204" pitchFamily="34" charset="0"/>
              </a:defRPr>
            </a:lvl1pPr>
            <a:lvl2pPr marL="609570" indent="0">
              <a:buNone/>
              <a:defRPr sz="2400">
                <a:solidFill>
                  <a:schemeClr val="tx1">
                    <a:tint val="75000"/>
                  </a:schemeClr>
                </a:solidFill>
              </a:defRPr>
            </a:lvl2pPr>
            <a:lvl3pPr marL="1219140" indent="0">
              <a:buNone/>
              <a:defRPr sz="2133">
                <a:solidFill>
                  <a:schemeClr val="tx1">
                    <a:tint val="75000"/>
                  </a:schemeClr>
                </a:solidFill>
              </a:defRPr>
            </a:lvl3pPr>
            <a:lvl4pPr marL="1828709" indent="0">
              <a:buNone/>
              <a:defRPr sz="1867">
                <a:solidFill>
                  <a:schemeClr val="tx1">
                    <a:tint val="75000"/>
                  </a:schemeClr>
                </a:solidFill>
              </a:defRPr>
            </a:lvl4pPr>
            <a:lvl5pPr marL="2438278" indent="0">
              <a:buNone/>
              <a:defRPr sz="1867">
                <a:solidFill>
                  <a:schemeClr val="tx1">
                    <a:tint val="75000"/>
                  </a:schemeClr>
                </a:solidFill>
              </a:defRPr>
            </a:lvl5pPr>
            <a:lvl6pPr marL="3047848" indent="0">
              <a:buNone/>
              <a:defRPr sz="1867">
                <a:solidFill>
                  <a:schemeClr val="tx1">
                    <a:tint val="75000"/>
                  </a:schemeClr>
                </a:solidFill>
              </a:defRPr>
            </a:lvl6pPr>
            <a:lvl7pPr marL="3657418" indent="0">
              <a:buNone/>
              <a:defRPr sz="1867">
                <a:solidFill>
                  <a:schemeClr val="tx1">
                    <a:tint val="75000"/>
                  </a:schemeClr>
                </a:solidFill>
              </a:defRPr>
            </a:lvl7pPr>
            <a:lvl8pPr marL="4266987" indent="0">
              <a:buNone/>
              <a:defRPr sz="1867">
                <a:solidFill>
                  <a:schemeClr val="tx1">
                    <a:tint val="75000"/>
                  </a:schemeClr>
                </a:solidFill>
              </a:defRPr>
            </a:lvl8pPr>
            <a:lvl9pPr marL="4876557" indent="0">
              <a:buNone/>
              <a:defRPr sz="1867">
                <a:solidFill>
                  <a:schemeClr val="tx1">
                    <a:tint val="75000"/>
                  </a:schemeClr>
                </a:solidFill>
              </a:defRPr>
            </a:lvl9pPr>
          </a:lstStyle>
          <a:p>
            <a:pPr lvl="0"/>
            <a:r>
              <a:rPr lang="en-US"/>
              <a:t>CLICK TO EDIT MASTER TEXT STYLES</a:t>
            </a:r>
          </a:p>
        </p:txBody>
      </p:sp>
      <p:sp>
        <p:nvSpPr>
          <p:cNvPr id="9" name="Content Placeholder 2">
            <a:extLst>
              <a:ext uri="{FF2B5EF4-FFF2-40B4-BE49-F238E27FC236}">
                <a16:creationId xmlns:a16="http://schemas.microsoft.com/office/drawing/2014/main" id="{19C12FC6-CE3D-4CC3-A382-14A18C7C6B1A}"/>
              </a:ext>
            </a:extLst>
          </p:cNvPr>
          <p:cNvSpPr txBox="1">
            <a:spLocks/>
          </p:cNvSpPr>
          <p:nvPr userDrawn="1"/>
        </p:nvSpPr>
        <p:spPr bwMode="gray">
          <a:xfrm>
            <a:off x="670562" y="6427472"/>
            <a:ext cx="4077308" cy="292101"/>
          </a:xfrm>
          <a:prstGeom prst="rect">
            <a:avLst/>
          </a:prstGeom>
        </p:spPr>
        <p:txBody>
          <a:bodyPr vert="horz" lIns="0" rIns="0" anchor="b" anchorCtr="0"/>
          <a:lstStyle>
            <a:lvl1pPr marL="0" indent="0" algn="l" defTabSz="457200" rtl="0" eaLnBrk="1" latinLnBrk="0" hangingPunct="1">
              <a:spcBef>
                <a:spcPct val="20000"/>
              </a:spcBef>
              <a:buFont typeface="Arial"/>
              <a:buNone/>
              <a:defRPr sz="900" kern="1200">
                <a:solidFill>
                  <a:schemeClr val="tx1"/>
                </a:solidFill>
                <a:latin typeface="Georgia"/>
                <a:ea typeface="+mn-ea"/>
                <a:cs typeface="Georgia"/>
              </a:defRPr>
            </a:lvl1pPr>
            <a:lvl2pPr marL="457200" indent="0" algn="l" defTabSz="457200" rtl="0" eaLnBrk="1" latinLnBrk="0" hangingPunct="1">
              <a:spcBef>
                <a:spcPct val="20000"/>
              </a:spcBef>
              <a:buFont typeface="Arial"/>
              <a:buNone/>
              <a:defRPr sz="900" kern="1200">
                <a:solidFill>
                  <a:schemeClr val="tx1"/>
                </a:solidFill>
                <a:latin typeface="Georgia"/>
                <a:ea typeface="+mn-ea"/>
                <a:cs typeface="Georgia"/>
              </a:defRPr>
            </a:lvl2pPr>
            <a:lvl3pPr marL="914400" indent="0" algn="l" defTabSz="457200" rtl="0" eaLnBrk="1" latinLnBrk="0" hangingPunct="1">
              <a:spcBef>
                <a:spcPct val="20000"/>
              </a:spcBef>
              <a:buFont typeface="Arial"/>
              <a:buNone/>
              <a:defRPr sz="900" kern="1200">
                <a:solidFill>
                  <a:schemeClr val="tx1"/>
                </a:solidFill>
                <a:latin typeface="Georgia"/>
                <a:ea typeface="+mn-ea"/>
                <a:cs typeface="Georgia"/>
              </a:defRPr>
            </a:lvl3pPr>
            <a:lvl4pPr marL="1371600" indent="0" algn="l" defTabSz="457200" rtl="0" eaLnBrk="1" latinLnBrk="0" hangingPunct="1">
              <a:spcBef>
                <a:spcPct val="20000"/>
              </a:spcBef>
              <a:buFont typeface="Arial"/>
              <a:buNone/>
              <a:defRPr sz="900" kern="1200">
                <a:solidFill>
                  <a:schemeClr val="tx1"/>
                </a:solidFill>
                <a:latin typeface="Georgia"/>
                <a:ea typeface="+mn-ea"/>
                <a:cs typeface="Georgia"/>
              </a:defRPr>
            </a:lvl4pPr>
            <a:lvl5pPr marL="1828800" indent="0" algn="l" defTabSz="457200" rtl="0" eaLnBrk="1" latinLnBrk="0" hangingPunct="1">
              <a:spcBef>
                <a:spcPct val="20000"/>
              </a:spcBef>
              <a:buFont typeface="Arial"/>
              <a:buNone/>
              <a:defRPr sz="900" kern="1200">
                <a:solidFill>
                  <a:schemeClr val="tx1"/>
                </a:solidFill>
                <a:latin typeface="Georgia"/>
                <a:ea typeface="+mn-ea"/>
                <a:cs typeface="Georgia"/>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1333">
                <a:solidFill>
                  <a:schemeClr val="bg1"/>
                </a:solidFill>
                <a:latin typeface="Calibri" panose="020F0502020204030204" pitchFamily="34" charset="0"/>
                <a:cs typeface="Calibri" panose="020F0502020204030204" pitchFamily="34" charset="0"/>
              </a:rPr>
              <a:t>Proprietary and confidential — do not distribute</a:t>
            </a:r>
          </a:p>
        </p:txBody>
      </p:sp>
      <p:sp>
        <p:nvSpPr>
          <p:cNvPr id="5" name="Date Placeholder 4">
            <a:extLst>
              <a:ext uri="{FF2B5EF4-FFF2-40B4-BE49-F238E27FC236}">
                <a16:creationId xmlns:a16="http://schemas.microsoft.com/office/drawing/2014/main" id="{0A0A7879-8A49-4492-B223-248AB6881379}"/>
              </a:ext>
            </a:extLst>
          </p:cNvPr>
          <p:cNvSpPr>
            <a:spLocks noGrp="1"/>
          </p:cNvSpPr>
          <p:nvPr>
            <p:ph type="dt" sz="half" idx="10"/>
          </p:nvPr>
        </p:nvSpPr>
        <p:spPr/>
        <p:txBody>
          <a:bodyPr/>
          <a:lstStyle>
            <a:lvl1pPr>
              <a:defRPr>
                <a:solidFill>
                  <a:schemeClr val="bg1"/>
                </a:solidFill>
              </a:defRPr>
            </a:lvl1pPr>
          </a:lstStyle>
          <a:p>
            <a:r>
              <a:rPr lang="en-US"/>
              <a:t>17-Dec-24</a:t>
            </a:r>
            <a:endParaRPr lang="en-IN"/>
          </a:p>
        </p:txBody>
      </p:sp>
      <p:sp>
        <p:nvSpPr>
          <p:cNvPr id="6" name="Footer Placeholder 5">
            <a:extLst>
              <a:ext uri="{FF2B5EF4-FFF2-40B4-BE49-F238E27FC236}">
                <a16:creationId xmlns:a16="http://schemas.microsoft.com/office/drawing/2014/main" id="{90308BD4-DA66-4BD1-91B7-E89327F3B5FF}"/>
              </a:ext>
            </a:extLst>
          </p:cNvPr>
          <p:cNvSpPr>
            <a:spLocks noGrp="1"/>
          </p:cNvSpPr>
          <p:nvPr>
            <p:ph type="ftr" sz="quarter" idx="11"/>
          </p:nvPr>
        </p:nvSpPr>
        <p:spPr/>
        <p:txBody>
          <a:bodyPr/>
          <a:lstStyle>
            <a:lvl1pPr>
              <a:defRPr>
                <a:solidFill>
                  <a:schemeClr val="bg1"/>
                </a:solidFill>
              </a:defRPr>
            </a:lvl1pPr>
          </a:lstStyle>
          <a:p>
            <a:pPr>
              <a:defRPr/>
            </a:pPr>
            <a:r>
              <a:rPr lang="en-US"/>
              <a:t>Enter title via "insert&gt;header and footer&gt;footer" | </a:t>
            </a:r>
            <a:endParaRPr lang="en-IN"/>
          </a:p>
        </p:txBody>
      </p:sp>
      <p:sp>
        <p:nvSpPr>
          <p:cNvPr id="10" name="Slide Number Placeholder 9">
            <a:extLst>
              <a:ext uri="{FF2B5EF4-FFF2-40B4-BE49-F238E27FC236}">
                <a16:creationId xmlns:a16="http://schemas.microsoft.com/office/drawing/2014/main" id="{6E73C706-89A1-4AA5-9321-7F4CB3A916A3}"/>
              </a:ext>
            </a:extLst>
          </p:cNvPr>
          <p:cNvSpPr>
            <a:spLocks noGrp="1"/>
          </p:cNvSpPr>
          <p:nvPr>
            <p:ph type="sldNum" sz="quarter" idx="12"/>
          </p:nvPr>
        </p:nvSpPr>
        <p:spPr/>
        <p:txBody>
          <a:bodyPr/>
          <a:lstStyle>
            <a:lvl1pPr>
              <a:defRPr>
                <a:solidFill>
                  <a:schemeClr val="bg1"/>
                </a:solidFill>
              </a:defRPr>
            </a:lvl1pPr>
          </a:lstStyle>
          <a:p>
            <a:pPr>
              <a:defRPr/>
            </a:pPr>
            <a:r>
              <a:rPr lang="en-IN"/>
              <a:t>| </a:t>
            </a:r>
            <a:fld id="{7B2119CD-3B2D-4CEB-B404-D2E3F8CD6D69}" type="slidenum">
              <a:rPr lang="en-IN" smtClean="0"/>
              <a:pPr>
                <a:defRPr/>
              </a:pPr>
              <a:t>‹#›</a:t>
            </a:fld>
            <a:endParaRPr lang="en-IN"/>
          </a:p>
        </p:txBody>
      </p:sp>
    </p:spTree>
    <p:extLst>
      <p:ext uri="{BB962C8B-B14F-4D97-AF65-F5344CB8AC3E}">
        <p14:creationId xmlns:p14="http://schemas.microsoft.com/office/powerpoint/2010/main" val="250374789"/>
      </p:ext>
    </p:extLst>
  </p:cSld>
  <p:clrMapOvr>
    <a:masterClrMapping/>
  </p:clrMapOvr>
</p:sldLayout>
</file>

<file path=ppt/slideLayouts/slideLayout169.xml><?xml version="1.0" encoding="utf-8"?>
<p:sldLayout xmlns:a="http://schemas.openxmlformats.org/drawingml/2006/main" xmlns:r="http://schemas.openxmlformats.org/officeDocument/2006/relationships" xmlns:p="http://schemas.openxmlformats.org/presentationml/2006/main" showMasterSp="0" type="secHead" preserve="1">
  <p:cSld name="1_Section Header Mint">
    <p:bg bwMode="auto">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bwMode="gray">
          <a:xfrm>
            <a:off x="670560" y="3108959"/>
            <a:ext cx="10850880" cy="1645920"/>
          </a:xfrm>
        </p:spPr>
        <p:txBody>
          <a:bodyPr rIns="0" bIns="0" anchor="t">
            <a:noAutofit/>
          </a:bodyPr>
          <a:lstStyle>
            <a:lvl1pPr algn="l">
              <a:lnSpc>
                <a:spcPct val="80000"/>
              </a:lnSpc>
              <a:defRPr sz="5867" b="0" cap="none" spc="0" baseline="0">
                <a:solidFill>
                  <a:schemeClr val="accent1"/>
                </a:solidFill>
                <a:latin typeface="+mj-lt"/>
              </a:defRPr>
            </a:lvl1pPr>
          </a:lstStyle>
          <a:p>
            <a:r>
              <a:rPr lang="en-US"/>
              <a:t>Click to edit master title style</a:t>
            </a:r>
          </a:p>
        </p:txBody>
      </p:sp>
      <p:sp>
        <p:nvSpPr>
          <p:cNvPr id="3" name="Text Placeholder 2"/>
          <p:cNvSpPr>
            <a:spLocks noGrp="1"/>
          </p:cNvSpPr>
          <p:nvPr>
            <p:ph type="body" idx="1" hasCustomPrompt="1"/>
          </p:nvPr>
        </p:nvSpPr>
        <p:spPr bwMode="gray">
          <a:xfrm>
            <a:off x="670560" y="2331720"/>
            <a:ext cx="10850880" cy="640080"/>
          </a:xfrm>
          <a:prstGeom prst="rect">
            <a:avLst/>
          </a:prstGeom>
        </p:spPr>
        <p:txBody>
          <a:bodyPr rIns="0" bIns="0" anchor="b"/>
          <a:lstStyle>
            <a:lvl1pPr marL="0" indent="0">
              <a:lnSpc>
                <a:spcPct val="100000"/>
              </a:lnSpc>
              <a:buNone/>
              <a:defRPr sz="2400" b="1" cap="all" spc="200" baseline="0">
                <a:solidFill>
                  <a:schemeClr val="accent1"/>
                </a:solidFill>
                <a:latin typeface="+mn-lt"/>
                <a:cs typeface="Calibri" panose="020F0502020204030204" pitchFamily="34" charset="0"/>
              </a:defRPr>
            </a:lvl1pPr>
            <a:lvl2pPr marL="609570" indent="0">
              <a:buNone/>
              <a:defRPr sz="2400">
                <a:solidFill>
                  <a:schemeClr val="tx1">
                    <a:tint val="75000"/>
                  </a:schemeClr>
                </a:solidFill>
              </a:defRPr>
            </a:lvl2pPr>
            <a:lvl3pPr marL="1219140" indent="0">
              <a:buNone/>
              <a:defRPr sz="2133">
                <a:solidFill>
                  <a:schemeClr val="tx1">
                    <a:tint val="75000"/>
                  </a:schemeClr>
                </a:solidFill>
              </a:defRPr>
            </a:lvl3pPr>
            <a:lvl4pPr marL="1828709" indent="0">
              <a:buNone/>
              <a:defRPr sz="1867">
                <a:solidFill>
                  <a:schemeClr val="tx1">
                    <a:tint val="75000"/>
                  </a:schemeClr>
                </a:solidFill>
              </a:defRPr>
            </a:lvl4pPr>
            <a:lvl5pPr marL="2438278" indent="0">
              <a:buNone/>
              <a:defRPr sz="1867">
                <a:solidFill>
                  <a:schemeClr val="tx1">
                    <a:tint val="75000"/>
                  </a:schemeClr>
                </a:solidFill>
              </a:defRPr>
            </a:lvl5pPr>
            <a:lvl6pPr marL="3047848" indent="0">
              <a:buNone/>
              <a:defRPr sz="1867">
                <a:solidFill>
                  <a:schemeClr val="tx1">
                    <a:tint val="75000"/>
                  </a:schemeClr>
                </a:solidFill>
              </a:defRPr>
            </a:lvl6pPr>
            <a:lvl7pPr marL="3657418" indent="0">
              <a:buNone/>
              <a:defRPr sz="1867">
                <a:solidFill>
                  <a:schemeClr val="tx1">
                    <a:tint val="75000"/>
                  </a:schemeClr>
                </a:solidFill>
              </a:defRPr>
            </a:lvl7pPr>
            <a:lvl8pPr marL="4266987" indent="0">
              <a:buNone/>
              <a:defRPr sz="1867">
                <a:solidFill>
                  <a:schemeClr val="tx1">
                    <a:tint val="75000"/>
                  </a:schemeClr>
                </a:solidFill>
              </a:defRPr>
            </a:lvl8pPr>
            <a:lvl9pPr marL="4876557" indent="0">
              <a:buNone/>
              <a:defRPr sz="1867">
                <a:solidFill>
                  <a:schemeClr val="tx1">
                    <a:tint val="75000"/>
                  </a:schemeClr>
                </a:solidFill>
              </a:defRPr>
            </a:lvl9pPr>
          </a:lstStyle>
          <a:p>
            <a:pPr lvl="0"/>
            <a:r>
              <a:rPr lang="en-US"/>
              <a:t>CLICK TO EDIT MASTER TEXT STYLES</a:t>
            </a:r>
          </a:p>
        </p:txBody>
      </p:sp>
      <p:sp>
        <p:nvSpPr>
          <p:cNvPr id="9" name="Content Placeholder 2">
            <a:extLst>
              <a:ext uri="{FF2B5EF4-FFF2-40B4-BE49-F238E27FC236}">
                <a16:creationId xmlns:a16="http://schemas.microsoft.com/office/drawing/2014/main" id="{EDF2FEF2-FECD-4ED1-BD47-FF58F25B75AD}"/>
              </a:ext>
            </a:extLst>
          </p:cNvPr>
          <p:cNvSpPr txBox="1">
            <a:spLocks/>
          </p:cNvSpPr>
          <p:nvPr userDrawn="1"/>
        </p:nvSpPr>
        <p:spPr bwMode="gray">
          <a:xfrm>
            <a:off x="670562" y="6427472"/>
            <a:ext cx="4077308" cy="292101"/>
          </a:xfrm>
          <a:prstGeom prst="rect">
            <a:avLst/>
          </a:prstGeom>
        </p:spPr>
        <p:txBody>
          <a:bodyPr vert="horz" lIns="0" rIns="0" anchor="b" anchorCtr="0"/>
          <a:lstStyle>
            <a:lvl1pPr marL="0" indent="0" algn="l" defTabSz="457200" rtl="0" eaLnBrk="1" latinLnBrk="0" hangingPunct="1">
              <a:spcBef>
                <a:spcPct val="20000"/>
              </a:spcBef>
              <a:buFont typeface="Arial"/>
              <a:buNone/>
              <a:defRPr sz="900" kern="1200">
                <a:solidFill>
                  <a:schemeClr val="tx1"/>
                </a:solidFill>
                <a:latin typeface="Georgia"/>
                <a:ea typeface="+mn-ea"/>
                <a:cs typeface="Georgia"/>
              </a:defRPr>
            </a:lvl1pPr>
            <a:lvl2pPr marL="457200" indent="0" algn="l" defTabSz="457200" rtl="0" eaLnBrk="1" latinLnBrk="0" hangingPunct="1">
              <a:spcBef>
                <a:spcPct val="20000"/>
              </a:spcBef>
              <a:buFont typeface="Arial"/>
              <a:buNone/>
              <a:defRPr sz="900" kern="1200">
                <a:solidFill>
                  <a:schemeClr val="tx1"/>
                </a:solidFill>
                <a:latin typeface="Georgia"/>
                <a:ea typeface="+mn-ea"/>
                <a:cs typeface="Georgia"/>
              </a:defRPr>
            </a:lvl2pPr>
            <a:lvl3pPr marL="914400" indent="0" algn="l" defTabSz="457200" rtl="0" eaLnBrk="1" latinLnBrk="0" hangingPunct="1">
              <a:spcBef>
                <a:spcPct val="20000"/>
              </a:spcBef>
              <a:buFont typeface="Arial"/>
              <a:buNone/>
              <a:defRPr sz="900" kern="1200">
                <a:solidFill>
                  <a:schemeClr val="tx1"/>
                </a:solidFill>
                <a:latin typeface="Georgia"/>
                <a:ea typeface="+mn-ea"/>
                <a:cs typeface="Georgia"/>
              </a:defRPr>
            </a:lvl3pPr>
            <a:lvl4pPr marL="1371600" indent="0" algn="l" defTabSz="457200" rtl="0" eaLnBrk="1" latinLnBrk="0" hangingPunct="1">
              <a:spcBef>
                <a:spcPct val="20000"/>
              </a:spcBef>
              <a:buFont typeface="Arial"/>
              <a:buNone/>
              <a:defRPr sz="900" kern="1200">
                <a:solidFill>
                  <a:schemeClr val="tx1"/>
                </a:solidFill>
                <a:latin typeface="Georgia"/>
                <a:ea typeface="+mn-ea"/>
                <a:cs typeface="Georgia"/>
              </a:defRPr>
            </a:lvl4pPr>
            <a:lvl5pPr marL="1828800" indent="0" algn="l" defTabSz="457200" rtl="0" eaLnBrk="1" latinLnBrk="0" hangingPunct="1">
              <a:spcBef>
                <a:spcPct val="20000"/>
              </a:spcBef>
              <a:buFont typeface="Arial"/>
              <a:buNone/>
              <a:defRPr sz="900" kern="1200">
                <a:solidFill>
                  <a:schemeClr val="tx1"/>
                </a:solidFill>
                <a:latin typeface="Georgia"/>
                <a:ea typeface="+mn-ea"/>
                <a:cs typeface="Georgia"/>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1333">
                <a:solidFill>
                  <a:schemeClr val="accent1"/>
                </a:solidFill>
                <a:latin typeface="Calibri" panose="020F0502020204030204" pitchFamily="34" charset="0"/>
                <a:cs typeface="Calibri" panose="020F0502020204030204" pitchFamily="34" charset="0"/>
              </a:rPr>
              <a:t>Proprietary and confidential — do not distribute</a:t>
            </a:r>
          </a:p>
        </p:txBody>
      </p:sp>
      <p:sp>
        <p:nvSpPr>
          <p:cNvPr id="4" name="Date Placeholder 3">
            <a:extLst>
              <a:ext uri="{FF2B5EF4-FFF2-40B4-BE49-F238E27FC236}">
                <a16:creationId xmlns:a16="http://schemas.microsoft.com/office/drawing/2014/main" id="{010FC3C2-5069-4B7A-9F14-6E1032BB147E}"/>
              </a:ext>
            </a:extLst>
          </p:cNvPr>
          <p:cNvSpPr>
            <a:spLocks noGrp="1"/>
          </p:cNvSpPr>
          <p:nvPr>
            <p:ph type="dt" sz="half" idx="10"/>
          </p:nvPr>
        </p:nvSpPr>
        <p:spPr/>
        <p:txBody>
          <a:bodyPr/>
          <a:lstStyle>
            <a:lvl1pPr>
              <a:defRPr>
                <a:solidFill>
                  <a:schemeClr val="accent1"/>
                </a:solidFill>
              </a:defRPr>
            </a:lvl1pPr>
          </a:lstStyle>
          <a:p>
            <a:r>
              <a:rPr lang="en-US"/>
              <a:t>17-Dec-24</a:t>
            </a:r>
            <a:endParaRPr lang="en-IN"/>
          </a:p>
        </p:txBody>
      </p:sp>
      <p:sp>
        <p:nvSpPr>
          <p:cNvPr id="8" name="Footer Placeholder 7">
            <a:extLst>
              <a:ext uri="{FF2B5EF4-FFF2-40B4-BE49-F238E27FC236}">
                <a16:creationId xmlns:a16="http://schemas.microsoft.com/office/drawing/2014/main" id="{4EC2EC12-3F0B-463D-AC15-E276D69DAB34}"/>
              </a:ext>
            </a:extLst>
          </p:cNvPr>
          <p:cNvSpPr>
            <a:spLocks noGrp="1"/>
          </p:cNvSpPr>
          <p:nvPr>
            <p:ph type="ftr" sz="quarter" idx="11"/>
          </p:nvPr>
        </p:nvSpPr>
        <p:spPr/>
        <p:txBody>
          <a:bodyPr/>
          <a:lstStyle>
            <a:lvl1pPr>
              <a:defRPr>
                <a:solidFill>
                  <a:schemeClr val="accent1"/>
                </a:solidFill>
              </a:defRPr>
            </a:lvl1pPr>
          </a:lstStyle>
          <a:p>
            <a:pPr>
              <a:defRPr/>
            </a:pPr>
            <a:r>
              <a:rPr lang="en-US"/>
              <a:t>Enter title via "insert&gt;header and footer&gt;footer" | </a:t>
            </a:r>
            <a:endParaRPr lang="en-IN"/>
          </a:p>
        </p:txBody>
      </p:sp>
      <p:sp>
        <p:nvSpPr>
          <p:cNvPr id="10" name="Slide Number Placeholder 9">
            <a:extLst>
              <a:ext uri="{FF2B5EF4-FFF2-40B4-BE49-F238E27FC236}">
                <a16:creationId xmlns:a16="http://schemas.microsoft.com/office/drawing/2014/main" id="{ED4A8CC4-8FBE-45E1-BB15-2672002D5D44}"/>
              </a:ext>
            </a:extLst>
          </p:cNvPr>
          <p:cNvSpPr>
            <a:spLocks noGrp="1"/>
          </p:cNvSpPr>
          <p:nvPr>
            <p:ph type="sldNum" sz="quarter" idx="12"/>
          </p:nvPr>
        </p:nvSpPr>
        <p:spPr/>
        <p:txBody>
          <a:bodyPr/>
          <a:lstStyle>
            <a:lvl1pPr>
              <a:defRPr>
                <a:solidFill>
                  <a:schemeClr val="accent1"/>
                </a:solidFill>
              </a:defRPr>
            </a:lvl1pPr>
          </a:lstStyle>
          <a:p>
            <a:pPr>
              <a:defRPr/>
            </a:pPr>
            <a:r>
              <a:rPr lang="en-IN"/>
              <a:t>| </a:t>
            </a:r>
            <a:fld id="{7B2119CD-3B2D-4CEB-B404-D2E3F8CD6D69}" type="slidenum">
              <a:rPr lang="en-IN" smtClean="0"/>
              <a:pPr>
                <a:defRPr/>
              </a:pPr>
              <a:t>‹#›</a:t>
            </a:fld>
            <a:endParaRPr lang="en-IN"/>
          </a:p>
        </p:txBody>
      </p:sp>
    </p:spTree>
    <p:extLst>
      <p:ext uri="{BB962C8B-B14F-4D97-AF65-F5344CB8AC3E}">
        <p14:creationId xmlns:p14="http://schemas.microsoft.com/office/powerpoint/2010/main" val="741269155"/>
      </p:ext>
    </p:extLst>
  </p:cSld>
  <p:clrMapOvr>
    <a:masterClrMapping/>
  </p:clrMapOvr>
</p:sldLayout>
</file>

<file path=ppt/slideLayouts/slideLayout170.xml><?xml version="1.0" encoding="utf-8"?>
<p:sldLayout xmlns:a="http://schemas.openxmlformats.org/drawingml/2006/main" xmlns:r="http://schemas.openxmlformats.org/officeDocument/2006/relationships" xmlns:p="http://schemas.openxmlformats.org/presentationml/2006/main" showMasterSp="0" type="secHead" preserve="1">
  <p:cSld name="1_Section Header White">
    <p:spTree>
      <p:nvGrpSpPr>
        <p:cNvPr id="1" name=""/>
        <p:cNvGrpSpPr/>
        <p:nvPr/>
      </p:nvGrpSpPr>
      <p:grpSpPr>
        <a:xfrm>
          <a:off x="0" y="0"/>
          <a:ext cx="0" cy="0"/>
          <a:chOff x="0" y="0"/>
          <a:chExt cx="0" cy="0"/>
        </a:xfrm>
      </p:grpSpPr>
      <p:sp>
        <p:nvSpPr>
          <p:cNvPr id="2" name="Title 1"/>
          <p:cNvSpPr>
            <a:spLocks noGrp="1"/>
          </p:cNvSpPr>
          <p:nvPr>
            <p:ph type="title" hasCustomPrompt="1"/>
          </p:nvPr>
        </p:nvSpPr>
        <p:spPr bwMode="gray">
          <a:xfrm>
            <a:off x="670560" y="3108959"/>
            <a:ext cx="10850880" cy="1645920"/>
          </a:xfrm>
        </p:spPr>
        <p:txBody>
          <a:bodyPr rIns="0" bIns="0" anchor="t">
            <a:noAutofit/>
          </a:bodyPr>
          <a:lstStyle>
            <a:lvl1pPr algn="l">
              <a:lnSpc>
                <a:spcPct val="80000"/>
              </a:lnSpc>
              <a:defRPr sz="5867" b="0" cap="none" spc="0" baseline="0">
                <a:solidFill>
                  <a:schemeClr val="accent3"/>
                </a:solidFill>
                <a:latin typeface="+mj-lt"/>
              </a:defRPr>
            </a:lvl1pPr>
          </a:lstStyle>
          <a:p>
            <a:r>
              <a:rPr lang="en-US"/>
              <a:t>Click to edit master title style</a:t>
            </a:r>
          </a:p>
        </p:txBody>
      </p:sp>
      <p:sp>
        <p:nvSpPr>
          <p:cNvPr id="3" name="Text Placeholder 2"/>
          <p:cNvSpPr>
            <a:spLocks noGrp="1"/>
          </p:cNvSpPr>
          <p:nvPr>
            <p:ph type="body" idx="1" hasCustomPrompt="1"/>
          </p:nvPr>
        </p:nvSpPr>
        <p:spPr bwMode="gray">
          <a:xfrm>
            <a:off x="670560" y="2331720"/>
            <a:ext cx="10850880" cy="640080"/>
          </a:xfrm>
          <a:prstGeom prst="rect">
            <a:avLst/>
          </a:prstGeom>
        </p:spPr>
        <p:txBody>
          <a:bodyPr rIns="0" bIns="0" anchor="b"/>
          <a:lstStyle>
            <a:lvl1pPr marL="0" indent="0">
              <a:lnSpc>
                <a:spcPct val="100000"/>
              </a:lnSpc>
              <a:buNone/>
              <a:defRPr sz="2400" b="1" cap="all" spc="200" baseline="0">
                <a:solidFill>
                  <a:schemeClr val="accent3"/>
                </a:solidFill>
                <a:latin typeface="+mn-lt"/>
                <a:cs typeface="Calibri" panose="020F0502020204030204" pitchFamily="34" charset="0"/>
              </a:defRPr>
            </a:lvl1pPr>
            <a:lvl2pPr marL="609570" indent="0">
              <a:buNone/>
              <a:defRPr sz="2400">
                <a:solidFill>
                  <a:schemeClr val="tx1">
                    <a:tint val="75000"/>
                  </a:schemeClr>
                </a:solidFill>
              </a:defRPr>
            </a:lvl2pPr>
            <a:lvl3pPr marL="1219140" indent="0">
              <a:buNone/>
              <a:defRPr sz="2133">
                <a:solidFill>
                  <a:schemeClr val="tx1">
                    <a:tint val="75000"/>
                  </a:schemeClr>
                </a:solidFill>
              </a:defRPr>
            </a:lvl3pPr>
            <a:lvl4pPr marL="1828709" indent="0">
              <a:buNone/>
              <a:defRPr sz="1867">
                <a:solidFill>
                  <a:schemeClr val="tx1">
                    <a:tint val="75000"/>
                  </a:schemeClr>
                </a:solidFill>
              </a:defRPr>
            </a:lvl4pPr>
            <a:lvl5pPr marL="2438278" indent="0">
              <a:buNone/>
              <a:defRPr sz="1867">
                <a:solidFill>
                  <a:schemeClr val="tx1">
                    <a:tint val="75000"/>
                  </a:schemeClr>
                </a:solidFill>
              </a:defRPr>
            </a:lvl5pPr>
            <a:lvl6pPr marL="3047848" indent="0">
              <a:buNone/>
              <a:defRPr sz="1867">
                <a:solidFill>
                  <a:schemeClr val="tx1">
                    <a:tint val="75000"/>
                  </a:schemeClr>
                </a:solidFill>
              </a:defRPr>
            </a:lvl6pPr>
            <a:lvl7pPr marL="3657418" indent="0">
              <a:buNone/>
              <a:defRPr sz="1867">
                <a:solidFill>
                  <a:schemeClr val="tx1">
                    <a:tint val="75000"/>
                  </a:schemeClr>
                </a:solidFill>
              </a:defRPr>
            </a:lvl7pPr>
            <a:lvl8pPr marL="4266987" indent="0">
              <a:buNone/>
              <a:defRPr sz="1867">
                <a:solidFill>
                  <a:schemeClr val="tx1">
                    <a:tint val="75000"/>
                  </a:schemeClr>
                </a:solidFill>
              </a:defRPr>
            </a:lvl8pPr>
            <a:lvl9pPr marL="4876557" indent="0">
              <a:buNone/>
              <a:defRPr sz="1867">
                <a:solidFill>
                  <a:schemeClr val="tx1">
                    <a:tint val="75000"/>
                  </a:schemeClr>
                </a:solidFill>
              </a:defRPr>
            </a:lvl9pPr>
          </a:lstStyle>
          <a:p>
            <a:pPr lvl="0"/>
            <a:r>
              <a:rPr lang="en-US"/>
              <a:t>CLICK TO EDIT MASTER TEXT STYLES</a:t>
            </a:r>
          </a:p>
        </p:txBody>
      </p:sp>
      <p:sp>
        <p:nvSpPr>
          <p:cNvPr id="9" name="Content Placeholder 2">
            <a:extLst>
              <a:ext uri="{FF2B5EF4-FFF2-40B4-BE49-F238E27FC236}">
                <a16:creationId xmlns:a16="http://schemas.microsoft.com/office/drawing/2014/main" id="{EDF2FEF2-FECD-4ED1-BD47-FF58F25B75AD}"/>
              </a:ext>
            </a:extLst>
          </p:cNvPr>
          <p:cNvSpPr txBox="1">
            <a:spLocks/>
          </p:cNvSpPr>
          <p:nvPr userDrawn="1"/>
        </p:nvSpPr>
        <p:spPr bwMode="gray">
          <a:xfrm>
            <a:off x="670562" y="6427472"/>
            <a:ext cx="4077308" cy="292101"/>
          </a:xfrm>
          <a:prstGeom prst="rect">
            <a:avLst/>
          </a:prstGeom>
        </p:spPr>
        <p:txBody>
          <a:bodyPr vert="horz" lIns="0" rIns="0" anchor="b" anchorCtr="0"/>
          <a:lstStyle>
            <a:lvl1pPr marL="0" indent="0" algn="l" defTabSz="457200" rtl="0" eaLnBrk="1" latinLnBrk="0" hangingPunct="1">
              <a:spcBef>
                <a:spcPct val="20000"/>
              </a:spcBef>
              <a:buFont typeface="Arial"/>
              <a:buNone/>
              <a:defRPr sz="900" kern="1200">
                <a:solidFill>
                  <a:schemeClr val="tx1"/>
                </a:solidFill>
                <a:latin typeface="Georgia"/>
                <a:ea typeface="+mn-ea"/>
                <a:cs typeface="Georgia"/>
              </a:defRPr>
            </a:lvl1pPr>
            <a:lvl2pPr marL="457200" indent="0" algn="l" defTabSz="457200" rtl="0" eaLnBrk="1" latinLnBrk="0" hangingPunct="1">
              <a:spcBef>
                <a:spcPct val="20000"/>
              </a:spcBef>
              <a:buFont typeface="Arial"/>
              <a:buNone/>
              <a:defRPr sz="900" kern="1200">
                <a:solidFill>
                  <a:schemeClr val="tx1"/>
                </a:solidFill>
                <a:latin typeface="Georgia"/>
                <a:ea typeface="+mn-ea"/>
                <a:cs typeface="Georgia"/>
              </a:defRPr>
            </a:lvl2pPr>
            <a:lvl3pPr marL="914400" indent="0" algn="l" defTabSz="457200" rtl="0" eaLnBrk="1" latinLnBrk="0" hangingPunct="1">
              <a:spcBef>
                <a:spcPct val="20000"/>
              </a:spcBef>
              <a:buFont typeface="Arial"/>
              <a:buNone/>
              <a:defRPr sz="900" kern="1200">
                <a:solidFill>
                  <a:schemeClr val="tx1"/>
                </a:solidFill>
                <a:latin typeface="Georgia"/>
                <a:ea typeface="+mn-ea"/>
                <a:cs typeface="Georgia"/>
              </a:defRPr>
            </a:lvl3pPr>
            <a:lvl4pPr marL="1371600" indent="0" algn="l" defTabSz="457200" rtl="0" eaLnBrk="1" latinLnBrk="0" hangingPunct="1">
              <a:spcBef>
                <a:spcPct val="20000"/>
              </a:spcBef>
              <a:buFont typeface="Arial"/>
              <a:buNone/>
              <a:defRPr sz="900" kern="1200">
                <a:solidFill>
                  <a:schemeClr val="tx1"/>
                </a:solidFill>
                <a:latin typeface="Georgia"/>
                <a:ea typeface="+mn-ea"/>
                <a:cs typeface="Georgia"/>
              </a:defRPr>
            </a:lvl4pPr>
            <a:lvl5pPr marL="1828800" indent="0" algn="l" defTabSz="457200" rtl="0" eaLnBrk="1" latinLnBrk="0" hangingPunct="1">
              <a:spcBef>
                <a:spcPct val="20000"/>
              </a:spcBef>
              <a:buFont typeface="Arial"/>
              <a:buNone/>
              <a:defRPr sz="900" kern="1200">
                <a:solidFill>
                  <a:schemeClr val="tx1"/>
                </a:solidFill>
                <a:latin typeface="Georgia"/>
                <a:ea typeface="+mn-ea"/>
                <a:cs typeface="Georgia"/>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1333">
                <a:solidFill>
                  <a:schemeClr val="tx1"/>
                </a:solidFill>
                <a:latin typeface="Calibri" panose="020F0502020204030204" pitchFamily="34" charset="0"/>
                <a:cs typeface="Calibri" panose="020F0502020204030204" pitchFamily="34" charset="0"/>
              </a:rPr>
              <a:t>Proprietary and confidential — do not distribute</a:t>
            </a:r>
          </a:p>
        </p:txBody>
      </p:sp>
      <p:sp>
        <p:nvSpPr>
          <p:cNvPr id="4" name="Date Placeholder 3">
            <a:extLst>
              <a:ext uri="{FF2B5EF4-FFF2-40B4-BE49-F238E27FC236}">
                <a16:creationId xmlns:a16="http://schemas.microsoft.com/office/drawing/2014/main" id="{5E98435C-7AB2-499D-B9D2-7646859B2426}"/>
              </a:ext>
            </a:extLst>
          </p:cNvPr>
          <p:cNvSpPr>
            <a:spLocks noGrp="1"/>
          </p:cNvSpPr>
          <p:nvPr>
            <p:ph type="dt" sz="half" idx="10"/>
          </p:nvPr>
        </p:nvSpPr>
        <p:spPr/>
        <p:txBody>
          <a:bodyPr/>
          <a:lstStyle/>
          <a:p>
            <a:r>
              <a:rPr lang="en-US" sz="1333"/>
              <a:t>17-Dec-24</a:t>
            </a:r>
            <a:endParaRPr lang="en-IN" sz="1333"/>
          </a:p>
        </p:txBody>
      </p:sp>
      <p:sp>
        <p:nvSpPr>
          <p:cNvPr id="8" name="Footer Placeholder 7">
            <a:extLst>
              <a:ext uri="{FF2B5EF4-FFF2-40B4-BE49-F238E27FC236}">
                <a16:creationId xmlns:a16="http://schemas.microsoft.com/office/drawing/2014/main" id="{03953D83-DC20-4A71-BEBA-E5BD8133DB4D}"/>
              </a:ext>
            </a:extLst>
          </p:cNvPr>
          <p:cNvSpPr>
            <a:spLocks noGrp="1"/>
          </p:cNvSpPr>
          <p:nvPr>
            <p:ph type="ftr" sz="quarter" idx="11"/>
          </p:nvPr>
        </p:nvSpPr>
        <p:spPr/>
        <p:txBody>
          <a:bodyPr/>
          <a:lstStyle/>
          <a:p>
            <a:pPr>
              <a:defRPr/>
            </a:pPr>
            <a:r>
              <a:rPr lang="en-US"/>
              <a:t>Enter title via "insert&gt;header and footer&gt;footer" | </a:t>
            </a:r>
            <a:endParaRPr lang="en-IN"/>
          </a:p>
        </p:txBody>
      </p:sp>
      <p:sp>
        <p:nvSpPr>
          <p:cNvPr id="10" name="Slide Number Placeholder 9">
            <a:extLst>
              <a:ext uri="{FF2B5EF4-FFF2-40B4-BE49-F238E27FC236}">
                <a16:creationId xmlns:a16="http://schemas.microsoft.com/office/drawing/2014/main" id="{0FF502C7-63A6-4765-B23E-CD59D755A2C7}"/>
              </a:ext>
            </a:extLst>
          </p:cNvPr>
          <p:cNvSpPr>
            <a:spLocks noGrp="1"/>
          </p:cNvSpPr>
          <p:nvPr>
            <p:ph type="sldNum" sz="quarter" idx="12"/>
          </p:nvPr>
        </p:nvSpPr>
        <p:spPr/>
        <p:txBody>
          <a:bodyPr/>
          <a:lstStyle/>
          <a:p>
            <a:pPr>
              <a:defRPr/>
            </a:pPr>
            <a:r>
              <a:rPr lang="en-IN"/>
              <a:t>| </a:t>
            </a:r>
            <a:fld id="{7B2119CD-3B2D-4CEB-B404-D2E3F8CD6D69}" type="slidenum">
              <a:rPr lang="en-IN" smtClean="0"/>
              <a:pPr>
                <a:defRPr/>
              </a:pPr>
              <a:t>‹#›</a:t>
            </a:fld>
            <a:endParaRPr lang="en-IN"/>
          </a:p>
        </p:txBody>
      </p:sp>
    </p:spTree>
    <p:extLst>
      <p:ext uri="{BB962C8B-B14F-4D97-AF65-F5344CB8AC3E}">
        <p14:creationId xmlns:p14="http://schemas.microsoft.com/office/powerpoint/2010/main" val="3691420878"/>
      </p:ext>
    </p:extLst>
  </p:cSld>
  <p:clrMapOvr>
    <a:masterClrMapping/>
  </p:clrMapOvr>
</p:sldLayout>
</file>

<file path=ppt/slideLayouts/slideLayout171.xml><?xml version="1.0" encoding="utf-8"?>
<p:sldLayout xmlns:a="http://schemas.openxmlformats.org/drawingml/2006/main" xmlns:r="http://schemas.openxmlformats.org/officeDocument/2006/relationships" xmlns:p="http://schemas.openxmlformats.org/presentationml/2006/main" showMasterSp="0" preserve="1" userDrawn="1">
  <p:cSld name="1_Quote with Solid Background">
    <p:bg bwMode="auto">
      <p:bgPr>
        <a:solidFill>
          <a:schemeClr val="accent3"/>
        </a:solidFill>
        <a:effectLst/>
      </p:bgPr>
    </p:bg>
    <p:spTree>
      <p:nvGrpSpPr>
        <p:cNvPr id="1" name=""/>
        <p:cNvGrpSpPr/>
        <p:nvPr/>
      </p:nvGrpSpPr>
      <p:grpSpPr>
        <a:xfrm>
          <a:off x="0" y="0"/>
          <a:ext cx="0" cy="0"/>
          <a:chOff x="0" y="0"/>
          <a:chExt cx="0" cy="0"/>
        </a:xfrm>
      </p:grpSpPr>
      <p:sp>
        <p:nvSpPr>
          <p:cNvPr id="7" name="Text Placeholder 6"/>
          <p:cNvSpPr>
            <a:spLocks noGrp="1"/>
          </p:cNvSpPr>
          <p:nvPr>
            <p:ph type="body" sz="quarter" idx="13" hasCustomPrompt="1"/>
          </p:nvPr>
        </p:nvSpPr>
        <p:spPr bwMode="gray">
          <a:xfrm>
            <a:off x="1828800" y="2011680"/>
            <a:ext cx="9144000" cy="3566160"/>
          </a:xfrm>
          <a:prstGeom prst="rect">
            <a:avLst/>
          </a:prstGeom>
        </p:spPr>
        <p:txBody>
          <a:bodyPr/>
          <a:lstStyle>
            <a:lvl1pPr algn="l">
              <a:lnSpc>
                <a:spcPct val="100000"/>
              </a:lnSpc>
              <a:defRPr sz="3200" b="0">
                <a:solidFill>
                  <a:schemeClr val="bg1"/>
                </a:solidFill>
                <a:latin typeface="+mj-lt"/>
              </a:defRPr>
            </a:lvl1pPr>
            <a:lvl2pPr marL="1828709" indent="-304784" algn="l">
              <a:lnSpc>
                <a:spcPct val="100000"/>
              </a:lnSpc>
              <a:spcBef>
                <a:spcPts val="2400"/>
              </a:spcBef>
              <a:buFont typeface="Arial" panose="020B0604020202020204" pitchFamily="34" charset="0"/>
              <a:buChar char="–"/>
              <a:defRPr sz="2400">
                <a:solidFill>
                  <a:schemeClr val="bg1"/>
                </a:solidFill>
                <a:latin typeface="+mj-lt"/>
              </a:defRPr>
            </a:lvl2pPr>
          </a:lstStyle>
          <a:p>
            <a:pPr lvl="0"/>
            <a:r>
              <a:rPr lang="en-US"/>
              <a:t>Click to edit quote text</a:t>
            </a:r>
          </a:p>
          <a:p>
            <a:pPr lvl="1"/>
            <a:r>
              <a:rPr lang="en-US"/>
              <a:t>Second level for attribution</a:t>
            </a:r>
          </a:p>
        </p:txBody>
      </p:sp>
      <p:sp>
        <p:nvSpPr>
          <p:cNvPr id="9" name="Content Placeholder 2">
            <a:extLst>
              <a:ext uri="{FF2B5EF4-FFF2-40B4-BE49-F238E27FC236}">
                <a16:creationId xmlns:a16="http://schemas.microsoft.com/office/drawing/2014/main" id="{6A501EA9-08EC-4F43-BB57-5CF4837F22E5}"/>
              </a:ext>
            </a:extLst>
          </p:cNvPr>
          <p:cNvSpPr txBox="1">
            <a:spLocks/>
          </p:cNvSpPr>
          <p:nvPr userDrawn="1"/>
        </p:nvSpPr>
        <p:spPr bwMode="gray">
          <a:xfrm>
            <a:off x="670562" y="6427472"/>
            <a:ext cx="4077308" cy="292101"/>
          </a:xfrm>
          <a:prstGeom prst="rect">
            <a:avLst/>
          </a:prstGeom>
        </p:spPr>
        <p:txBody>
          <a:bodyPr vert="horz" lIns="0" rIns="0" anchor="b" anchorCtr="0"/>
          <a:lstStyle>
            <a:lvl1pPr marL="0" indent="0" algn="l" defTabSz="457200" rtl="0" eaLnBrk="1" latinLnBrk="0" hangingPunct="1">
              <a:spcBef>
                <a:spcPct val="20000"/>
              </a:spcBef>
              <a:buFont typeface="Arial"/>
              <a:buNone/>
              <a:defRPr sz="900" kern="1200">
                <a:solidFill>
                  <a:schemeClr val="tx1"/>
                </a:solidFill>
                <a:latin typeface="Georgia"/>
                <a:ea typeface="+mn-ea"/>
                <a:cs typeface="Georgia"/>
              </a:defRPr>
            </a:lvl1pPr>
            <a:lvl2pPr marL="457200" indent="0" algn="l" defTabSz="457200" rtl="0" eaLnBrk="1" latinLnBrk="0" hangingPunct="1">
              <a:spcBef>
                <a:spcPct val="20000"/>
              </a:spcBef>
              <a:buFont typeface="Arial"/>
              <a:buNone/>
              <a:defRPr sz="900" kern="1200">
                <a:solidFill>
                  <a:schemeClr val="tx1"/>
                </a:solidFill>
                <a:latin typeface="Georgia"/>
                <a:ea typeface="+mn-ea"/>
                <a:cs typeface="Georgia"/>
              </a:defRPr>
            </a:lvl2pPr>
            <a:lvl3pPr marL="914400" indent="0" algn="l" defTabSz="457200" rtl="0" eaLnBrk="1" latinLnBrk="0" hangingPunct="1">
              <a:spcBef>
                <a:spcPct val="20000"/>
              </a:spcBef>
              <a:buFont typeface="Arial"/>
              <a:buNone/>
              <a:defRPr sz="900" kern="1200">
                <a:solidFill>
                  <a:schemeClr val="tx1"/>
                </a:solidFill>
                <a:latin typeface="Georgia"/>
                <a:ea typeface="+mn-ea"/>
                <a:cs typeface="Georgia"/>
              </a:defRPr>
            </a:lvl3pPr>
            <a:lvl4pPr marL="1371600" indent="0" algn="l" defTabSz="457200" rtl="0" eaLnBrk="1" latinLnBrk="0" hangingPunct="1">
              <a:spcBef>
                <a:spcPct val="20000"/>
              </a:spcBef>
              <a:buFont typeface="Arial"/>
              <a:buNone/>
              <a:defRPr sz="900" kern="1200">
                <a:solidFill>
                  <a:schemeClr val="tx1"/>
                </a:solidFill>
                <a:latin typeface="Georgia"/>
                <a:ea typeface="+mn-ea"/>
                <a:cs typeface="Georgia"/>
              </a:defRPr>
            </a:lvl4pPr>
            <a:lvl5pPr marL="1828800" indent="0" algn="l" defTabSz="457200" rtl="0" eaLnBrk="1" latinLnBrk="0" hangingPunct="1">
              <a:spcBef>
                <a:spcPct val="20000"/>
              </a:spcBef>
              <a:buFont typeface="Arial"/>
              <a:buNone/>
              <a:defRPr sz="900" kern="1200">
                <a:solidFill>
                  <a:schemeClr val="tx1"/>
                </a:solidFill>
                <a:latin typeface="Georgia"/>
                <a:ea typeface="+mn-ea"/>
                <a:cs typeface="Georgia"/>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1333">
                <a:solidFill>
                  <a:schemeClr val="bg1"/>
                </a:solidFill>
                <a:latin typeface="Calibri" panose="020F0502020204030204" pitchFamily="34" charset="0"/>
                <a:cs typeface="Calibri" panose="020F0502020204030204" pitchFamily="34" charset="0"/>
              </a:rPr>
              <a:t>Proprietary and confidential — do not distribute</a:t>
            </a:r>
          </a:p>
        </p:txBody>
      </p:sp>
      <p:sp>
        <p:nvSpPr>
          <p:cNvPr id="2" name="Date Placeholder 1">
            <a:extLst>
              <a:ext uri="{FF2B5EF4-FFF2-40B4-BE49-F238E27FC236}">
                <a16:creationId xmlns:a16="http://schemas.microsoft.com/office/drawing/2014/main" id="{5C6D6453-5C41-4AA1-8206-B28E31B4BDFC}"/>
              </a:ext>
            </a:extLst>
          </p:cNvPr>
          <p:cNvSpPr>
            <a:spLocks noGrp="1"/>
          </p:cNvSpPr>
          <p:nvPr>
            <p:ph type="dt" sz="half" idx="14"/>
          </p:nvPr>
        </p:nvSpPr>
        <p:spPr/>
        <p:txBody>
          <a:bodyPr/>
          <a:lstStyle>
            <a:lvl1pPr>
              <a:defRPr>
                <a:solidFill>
                  <a:schemeClr val="bg1"/>
                </a:solidFill>
              </a:defRPr>
            </a:lvl1pPr>
          </a:lstStyle>
          <a:p>
            <a:r>
              <a:rPr lang="en-US"/>
              <a:t>17-Dec-24</a:t>
            </a:r>
            <a:endParaRPr lang="en-IN"/>
          </a:p>
        </p:txBody>
      </p:sp>
      <p:sp>
        <p:nvSpPr>
          <p:cNvPr id="3" name="Footer Placeholder 2">
            <a:extLst>
              <a:ext uri="{FF2B5EF4-FFF2-40B4-BE49-F238E27FC236}">
                <a16:creationId xmlns:a16="http://schemas.microsoft.com/office/drawing/2014/main" id="{92915091-8BEE-4EAD-A12E-FE3FD4854682}"/>
              </a:ext>
            </a:extLst>
          </p:cNvPr>
          <p:cNvSpPr>
            <a:spLocks noGrp="1"/>
          </p:cNvSpPr>
          <p:nvPr>
            <p:ph type="ftr" sz="quarter" idx="15"/>
          </p:nvPr>
        </p:nvSpPr>
        <p:spPr/>
        <p:txBody>
          <a:bodyPr/>
          <a:lstStyle>
            <a:lvl1pPr>
              <a:defRPr>
                <a:solidFill>
                  <a:schemeClr val="bg1"/>
                </a:solidFill>
              </a:defRPr>
            </a:lvl1pPr>
          </a:lstStyle>
          <a:p>
            <a:pPr>
              <a:defRPr/>
            </a:pPr>
            <a:r>
              <a:rPr lang="en-US"/>
              <a:t>Enter title via "insert&gt;header and footer&gt;footer" | </a:t>
            </a:r>
            <a:endParaRPr lang="en-IN"/>
          </a:p>
        </p:txBody>
      </p:sp>
      <p:sp>
        <p:nvSpPr>
          <p:cNvPr id="4" name="Slide Number Placeholder 3">
            <a:extLst>
              <a:ext uri="{FF2B5EF4-FFF2-40B4-BE49-F238E27FC236}">
                <a16:creationId xmlns:a16="http://schemas.microsoft.com/office/drawing/2014/main" id="{3367B97B-43D6-430D-9C83-B8A0A565552C}"/>
              </a:ext>
            </a:extLst>
          </p:cNvPr>
          <p:cNvSpPr>
            <a:spLocks noGrp="1"/>
          </p:cNvSpPr>
          <p:nvPr>
            <p:ph type="sldNum" sz="quarter" idx="16"/>
          </p:nvPr>
        </p:nvSpPr>
        <p:spPr/>
        <p:txBody>
          <a:bodyPr/>
          <a:lstStyle>
            <a:lvl1pPr>
              <a:defRPr>
                <a:solidFill>
                  <a:schemeClr val="bg1"/>
                </a:solidFill>
              </a:defRPr>
            </a:lvl1pPr>
          </a:lstStyle>
          <a:p>
            <a:pPr>
              <a:defRPr/>
            </a:pPr>
            <a:r>
              <a:rPr lang="en-IN"/>
              <a:t>| </a:t>
            </a:r>
            <a:fld id="{7B2119CD-3B2D-4CEB-B404-D2E3F8CD6D69}" type="slidenum">
              <a:rPr lang="en-IN" smtClean="0"/>
              <a:pPr>
                <a:defRPr/>
              </a:pPr>
              <a:t>‹#›</a:t>
            </a:fld>
            <a:endParaRPr lang="en-IN"/>
          </a:p>
        </p:txBody>
      </p:sp>
    </p:spTree>
    <p:extLst>
      <p:ext uri="{BB962C8B-B14F-4D97-AF65-F5344CB8AC3E}">
        <p14:creationId xmlns:p14="http://schemas.microsoft.com/office/powerpoint/2010/main" val="3703454192"/>
      </p:ext>
    </p:extLst>
  </p:cSld>
  <p:clrMapOvr>
    <a:masterClrMapping/>
  </p:clrMapOvr>
</p:sldLayout>
</file>

<file path=ppt/slideLayouts/slideLayout172.xml><?xml version="1.0" encoding="utf-8"?>
<p:sldLayout xmlns:a="http://schemas.openxmlformats.org/drawingml/2006/main" xmlns:r="http://schemas.openxmlformats.org/officeDocument/2006/relationships" xmlns:p="http://schemas.openxmlformats.org/presentationml/2006/main" preserve="1" userDrawn="1">
  <p:cSld name="4_Title Slide Alternate Layout">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bwMode="gray">
          <a:xfrm>
            <a:off x="670561" y="3106739"/>
            <a:ext cx="10850881" cy="1645920"/>
          </a:xfrm>
        </p:spPr>
        <p:txBody>
          <a:bodyPr/>
          <a:lstStyle>
            <a:lvl1pPr algn="l">
              <a:lnSpc>
                <a:spcPct val="90000"/>
              </a:lnSpc>
              <a:defRPr sz="5867" b="0" cap="none" spc="0" baseline="0">
                <a:solidFill>
                  <a:schemeClr val="tx1"/>
                </a:solidFill>
                <a:latin typeface="+mj-lt"/>
              </a:defRPr>
            </a:lvl1pPr>
          </a:lstStyle>
          <a:p>
            <a:r>
              <a:rPr lang="en-US"/>
              <a:t>Click to edit master title style</a:t>
            </a:r>
          </a:p>
        </p:txBody>
      </p:sp>
      <p:sp>
        <p:nvSpPr>
          <p:cNvPr id="3" name="Subtitle 2"/>
          <p:cNvSpPr>
            <a:spLocks noGrp="1"/>
          </p:cNvSpPr>
          <p:nvPr>
            <p:ph type="subTitle" idx="1" hasCustomPrompt="1"/>
          </p:nvPr>
        </p:nvSpPr>
        <p:spPr bwMode="gray">
          <a:xfrm>
            <a:off x="670561" y="2333308"/>
            <a:ext cx="10850881" cy="640080"/>
          </a:xfrm>
          <a:prstGeom prst="rect">
            <a:avLst/>
          </a:prstGeom>
        </p:spPr>
        <p:txBody>
          <a:bodyPr rIns="0" bIns="0" anchor="b" anchorCtr="0"/>
          <a:lstStyle>
            <a:lvl1pPr marL="0" indent="0" algn="l">
              <a:lnSpc>
                <a:spcPct val="100000"/>
              </a:lnSpc>
              <a:buNone/>
              <a:defRPr sz="2400" b="1" cap="all" spc="200" baseline="0">
                <a:solidFill>
                  <a:schemeClr val="accent3"/>
                </a:solidFill>
                <a:latin typeface="+mn-lt"/>
                <a:cs typeface="Calibri" panose="020F0502020204030204" pitchFamily="34" charset="0"/>
              </a:defRPr>
            </a:lvl1pPr>
            <a:lvl2pPr marL="609570" indent="0" algn="ctr">
              <a:buNone/>
              <a:defRPr>
                <a:solidFill>
                  <a:schemeClr val="tx1">
                    <a:tint val="75000"/>
                  </a:schemeClr>
                </a:solidFill>
              </a:defRPr>
            </a:lvl2pPr>
            <a:lvl3pPr marL="1219140" indent="0" algn="ctr">
              <a:buNone/>
              <a:defRPr>
                <a:solidFill>
                  <a:schemeClr val="tx1">
                    <a:tint val="75000"/>
                  </a:schemeClr>
                </a:solidFill>
              </a:defRPr>
            </a:lvl3pPr>
            <a:lvl4pPr marL="1828709" indent="0" algn="ctr">
              <a:buNone/>
              <a:defRPr>
                <a:solidFill>
                  <a:schemeClr val="tx1">
                    <a:tint val="75000"/>
                  </a:schemeClr>
                </a:solidFill>
              </a:defRPr>
            </a:lvl4pPr>
            <a:lvl5pPr marL="2438278" indent="0" algn="ctr">
              <a:buNone/>
              <a:defRPr>
                <a:solidFill>
                  <a:schemeClr val="tx1">
                    <a:tint val="75000"/>
                  </a:schemeClr>
                </a:solidFill>
              </a:defRPr>
            </a:lvl5pPr>
            <a:lvl6pPr marL="3047848" indent="0" algn="ctr">
              <a:buNone/>
              <a:defRPr>
                <a:solidFill>
                  <a:schemeClr val="tx1">
                    <a:tint val="75000"/>
                  </a:schemeClr>
                </a:solidFill>
              </a:defRPr>
            </a:lvl6pPr>
            <a:lvl7pPr marL="3657418" indent="0" algn="ctr">
              <a:buNone/>
              <a:defRPr>
                <a:solidFill>
                  <a:schemeClr val="tx1">
                    <a:tint val="75000"/>
                  </a:schemeClr>
                </a:solidFill>
              </a:defRPr>
            </a:lvl7pPr>
            <a:lvl8pPr marL="4266987" indent="0" algn="ctr">
              <a:buNone/>
              <a:defRPr>
                <a:solidFill>
                  <a:schemeClr val="tx1">
                    <a:tint val="75000"/>
                  </a:schemeClr>
                </a:solidFill>
              </a:defRPr>
            </a:lvl8pPr>
            <a:lvl9pPr marL="4876557" indent="0" algn="ctr">
              <a:buNone/>
              <a:defRPr>
                <a:solidFill>
                  <a:schemeClr val="tx1">
                    <a:tint val="75000"/>
                  </a:schemeClr>
                </a:solidFill>
              </a:defRPr>
            </a:lvl9pPr>
          </a:lstStyle>
          <a:p>
            <a:r>
              <a:rPr lang="en-US"/>
              <a:t>CLICK TO EDIT MASTER SUBTITLE STYLE</a:t>
            </a:r>
          </a:p>
        </p:txBody>
      </p:sp>
      <p:sp>
        <p:nvSpPr>
          <p:cNvPr id="5" name="Text Placeholder 4"/>
          <p:cNvSpPr>
            <a:spLocks noGrp="1"/>
          </p:cNvSpPr>
          <p:nvPr>
            <p:ph type="body" sz="quarter" idx="10" hasCustomPrompt="1"/>
          </p:nvPr>
        </p:nvSpPr>
        <p:spPr bwMode="gray">
          <a:xfrm>
            <a:off x="670560" y="4935539"/>
            <a:ext cx="6461760" cy="640080"/>
          </a:xfrm>
          <a:prstGeom prst="rect">
            <a:avLst/>
          </a:prstGeom>
        </p:spPr>
        <p:txBody>
          <a:bodyPr/>
          <a:lstStyle>
            <a:lvl1pPr>
              <a:defRPr sz="1867" b="0" i="0">
                <a:solidFill>
                  <a:schemeClr val="tx1"/>
                </a:solidFill>
                <a:latin typeface="+mj-lt"/>
              </a:defRPr>
            </a:lvl1pPr>
          </a:lstStyle>
          <a:p>
            <a:pPr lvl="0"/>
            <a:r>
              <a:rPr lang="en-US"/>
              <a:t>Day |  Month |  YY</a:t>
            </a:r>
          </a:p>
        </p:txBody>
      </p:sp>
      <p:pic>
        <p:nvPicPr>
          <p:cNvPr id="9" name="Picture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60868" y="87568"/>
            <a:ext cx="1781155" cy="1936531"/>
          </a:xfrm>
          <a:prstGeom prst="rect">
            <a:avLst/>
          </a:prstGeom>
        </p:spPr>
      </p:pic>
    </p:spTree>
    <p:extLst>
      <p:ext uri="{BB962C8B-B14F-4D97-AF65-F5344CB8AC3E}">
        <p14:creationId xmlns:p14="http://schemas.microsoft.com/office/powerpoint/2010/main" val="4086309595"/>
      </p:ext>
    </p:extLst>
  </p:cSld>
  <p:clrMapOvr>
    <a:masterClrMapping/>
  </p:clrMapOvr>
</p:sldLayout>
</file>

<file path=ppt/slideLayouts/slideLayout173.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sp>
        <p:nvSpPr>
          <p:cNvPr id="4" name="Do not remove" hidden="1">
            <a:extLst>
              <a:ext uri="{FF2B5EF4-FFF2-40B4-BE49-F238E27FC236}">
                <a16:creationId xmlns:a16="http://schemas.microsoft.com/office/drawing/2014/main" id="{E6332320-DBF8-043D-07F4-75BF9527C489}"/>
              </a:ext>
            </a:extLst>
          </p:cNvPr>
          <p:cNvSpPr/>
          <p:nvPr userDrawn="1">
            <p:custDataLst>
              <p:tags r:id="rId1"/>
            </p:custDataLst>
          </p:nvPr>
        </p:nvSpPr>
        <p:spPr>
          <a:xfrm>
            <a:off x="1" y="1"/>
            <a:ext cx="12700" cy="12700"/>
          </a:xfrm>
          <a:prstGeom prst="octagon">
            <a:avLst/>
          </a:prstGeom>
          <a:noFill/>
          <a:ln>
            <a:noFill/>
          </a:ln>
          <a:extLst>
            <a:ext uri="{909E8E84-426E-40DD-AFC4-6F175D3DCCD1}">
              <a14:hiddenFill xmlns:a14="http://schemas.microsoft.com/office/drawing/2010/main">
                <a:solidFill>
                  <a:schemeClr val="accent5"/>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0" name="Text Placeholder 9">
            <a:extLst>
              <a:ext uri="{FF2B5EF4-FFF2-40B4-BE49-F238E27FC236}">
                <a16:creationId xmlns:a16="http://schemas.microsoft.com/office/drawing/2014/main" id="{E16D6E74-3911-4251-9210-E9AF0CB4653E}"/>
              </a:ext>
            </a:extLst>
          </p:cNvPr>
          <p:cNvSpPr>
            <a:spLocks noGrp="1"/>
          </p:cNvSpPr>
          <p:nvPr>
            <p:ph type="body" sz="quarter" idx="10" hasCustomPrompt="1"/>
          </p:nvPr>
        </p:nvSpPr>
        <p:spPr>
          <a:xfrm>
            <a:off x="670564" y="355600"/>
            <a:ext cx="6989233" cy="348813"/>
          </a:xfrm>
          <a:prstGeom prst="rect">
            <a:avLst/>
          </a:prstGeom>
        </p:spPr>
        <p:txBody>
          <a:bodyPr>
            <a:noAutofit/>
          </a:bodyPr>
          <a:lstStyle>
            <a:lvl1pPr>
              <a:defRPr sz="1867" b="0" cap="all" spc="200" baseline="0">
                <a:solidFill>
                  <a:schemeClr val="accent1"/>
                </a:solidFill>
                <a:latin typeface="+mn-lt"/>
              </a:defRPr>
            </a:lvl1pPr>
            <a:lvl2pPr marL="0" indent="0">
              <a:buNone/>
              <a:defRPr/>
            </a:lvl2pPr>
          </a:lstStyle>
          <a:p>
            <a:pPr lvl="0"/>
            <a:r>
              <a:rPr lang="en-US"/>
              <a:t>Eyebrow identification, CALIBRI, 14PT REGULAR</a:t>
            </a:r>
          </a:p>
        </p:txBody>
      </p:sp>
      <p:sp>
        <p:nvSpPr>
          <p:cNvPr id="15" name="Content Placeholder 9">
            <a:extLst>
              <a:ext uri="{FF2B5EF4-FFF2-40B4-BE49-F238E27FC236}">
                <a16:creationId xmlns:a16="http://schemas.microsoft.com/office/drawing/2014/main" id="{DCEC16E3-E9C3-470B-B2C9-CBD23EA9860F}"/>
              </a:ext>
            </a:extLst>
          </p:cNvPr>
          <p:cNvSpPr>
            <a:spLocks noGrp="1"/>
          </p:cNvSpPr>
          <p:nvPr>
            <p:ph sz="quarter" idx="14"/>
          </p:nvPr>
        </p:nvSpPr>
        <p:spPr>
          <a:xfrm>
            <a:off x="670560" y="1983740"/>
            <a:ext cx="10861040" cy="4233229"/>
          </a:xfrm>
        </p:spPr>
        <p:txBody>
          <a:bodyPr/>
          <a:lstStyle>
            <a:lvl2pPr>
              <a:defRPr sz="2133"/>
            </a:lvl2pPr>
            <a:lvl3pPr>
              <a:defRPr sz="1867"/>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6" name="Text Placeholder 4">
            <a:extLst>
              <a:ext uri="{FF2B5EF4-FFF2-40B4-BE49-F238E27FC236}">
                <a16:creationId xmlns:a16="http://schemas.microsoft.com/office/drawing/2014/main" id="{5D5EEAD8-45FF-4137-A993-0E3B0A63B7A6}"/>
              </a:ext>
            </a:extLst>
          </p:cNvPr>
          <p:cNvSpPr>
            <a:spLocks noGrp="1"/>
          </p:cNvSpPr>
          <p:nvPr>
            <p:ph type="body" sz="quarter" idx="15" hasCustomPrompt="1"/>
          </p:nvPr>
        </p:nvSpPr>
        <p:spPr>
          <a:xfrm>
            <a:off x="670984" y="1463039"/>
            <a:ext cx="10860616" cy="520700"/>
          </a:xfrm>
          <a:prstGeom prst="rect">
            <a:avLst/>
          </a:prstGeom>
        </p:spPr>
        <p:txBody>
          <a:bodyPr>
            <a:noAutofit/>
          </a:bodyPr>
          <a:lstStyle>
            <a:lvl1pPr>
              <a:defRPr sz="2400" b="1" cap="all" baseline="0">
                <a:solidFill>
                  <a:schemeClr val="accent3"/>
                </a:solidFill>
                <a:latin typeface="+mn-lt"/>
              </a:defRPr>
            </a:lvl1pPr>
          </a:lstStyle>
          <a:p>
            <a:pPr lvl="0"/>
            <a:r>
              <a:rPr lang="en-US"/>
              <a:t>SUBTITLE CALIBRI 18PT BOLD, ABBOTT PRIMARY BLUE </a:t>
            </a:r>
          </a:p>
        </p:txBody>
      </p:sp>
      <p:sp>
        <p:nvSpPr>
          <p:cNvPr id="2" name="Date Placeholder 1">
            <a:extLst>
              <a:ext uri="{FF2B5EF4-FFF2-40B4-BE49-F238E27FC236}">
                <a16:creationId xmlns:a16="http://schemas.microsoft.com/office/drawing/2014/main" id="{A490257E-A5F7-47F2-BCB5-BF684CDCDDF2}"/>
              </a:ext>
            </a:extLst>
          </p:cNvPr>
          <p:cNvSpPr>
            <a:spLocks noGrp="1"/>
          </p:cNvSpPr>
          <p:nvPr>
            <p:ph type="dt" sz="half" idx="16"/>
          </p:nvPr>
        </p:nvSpPr>
        <p:spPr/>
        <p:txBody>
          <a:bodyPr/>
          <a:lstStyle/>
          <a:p>
            <a:r>
              <a:rPr lang="en-US" sz="1333"/>
              <a:t>17-Dec-24</a:t>
            </a:r>
            <a:endParaRPr lang="en-IN" sz="1333"/>
          </a:p>
        </p:txBody>
      </p:sp>
      <p:sp>
        <p:nvSpPr>
          <p:cNvPr id="3" name="Footer Placeholder 2">
            <a:extLst>
              <a:ext uri="{FF2B5EF4-FFF2-40B4-BE49-F238E27FC236}">
                <a16:creationId xmlns:a16="http://schemas.microsoft.com/office/drawing/2014/main" id="{76684F02-3528-4796-B761-E75F59E065CB}"/>
              </a:ext>
            </a:extLst>
          </p:cNvPr>
          <p:cNvSpPr>
            <a:spLocks noGrp="1"/>
          </p:cNvSpPr>
          <p:nvPr>
            <p:ph type="ftr" sz="quarter" idx="17"/>
          </p:nvPr>
        </p:nvSpPr>
        <p:spPr/>
        <p:txBody>
          <a:bodyPr/>
          <a:lstStyle/>
          <a:p>
            <a:pPr>
              <a:defRPr/>
            </a:pPr>
            <a:r>
              <a:rPr lang="en-US"/>
              <a:t>Enter title via "insert&gt;header and footer&gt;footer" | </a:t>
            </a:r>
            <a:endParaRPr lang="en-IN"/>
          </a:p>
        </p:txBody>
      </p:sp>
      <p:sp>
        <p:nvSpPr>
          <p:cNvPr id="5" name="Slide Number Placeholder 4">
            <a:extLst>
              <a:ext uri="{FF2B5EF4-FFF2-40B4-BE49-F238E27FC236}">
                <a16:creationId xmlns:a16="http://schemas.microsoft.com/office/drawing/2014/main" id="{39025CAD-0E7F-412A-A2E4-ACA5E42AF8D7}"/>
              </a:ext>
            </a:extLst>
          </p:cNvPr>
          <p:cNvSpPr>
            <a:spLocks noGrp="1"/>
          </p:cNvSpPr>
          <p:nvPr>
            <p:ph type="sldNum" sz="quarter" idx="18"/>
          </p:nvPr>
        </p:nvSpPr>
        <p:spPr/>
        <p:txBody>
          <a:bodyPr/>
          <a:lstStyle/>
          <a:p>
            <a:pPr>
              <a:defRPr/>
            </a:pPr>
            <a:r>
              <a:rPr lang="en-IN"/>
              <a:t>| </a:t>
            </a:r>
            <a:fld id="{7B2119CD-3B2D-4CEB-B404-D2E3F8CD6D69}" type="slidenum">
              <a:rPr lang="en-IN" smtClean="0"/>
              <a:pPr>
                <a:defRPr/>
              </a:pPr>
              <a:t>‹#›</a:t>
            </a:fld>
            <a:endParaRPr lang="en-IN"/>
          </a:p>
        </p:txBody>
      </p:sp>
      <p:sp>
        <p:nvSpPr>
          <p:cNvPr id="7" name="Title 6">
            <a:extLst>
              <a:ext uri="{FF2B5EF4-FFF2-40B4-BE49-F238E27FC236}">
                <a16:creationId xmlns:a16="http://schemas.microsoft.com/office/drawing/2014/main" id="{1B071053-E294-48B6-82D4-81528F06E152}"/>
              </a:ext>
            </a:extLst>
          </p:cNvPr>
          <p:cNvSpPr>
            <a:spLocks noGrp="1"/>
          </p:cNvSpPr>
          <p:nvPr>
            <p:ph type="title"/>
          </p:nvPr>
        </p:nvSpPr>
        <p:spPr/>
        <p:txBody>
          <a:bodyPr/>
          <a:lstStyle/>
          <a:p>
            <a:r>
              <a:rPr lang="en-US"/>
              <a:t>Click to edit Master title style</a:t>
            </a:r>
            <a:endParaRPr lang="en-IN"/>
          </a:p>
        </p:txBody>
      </p:sp>
    </p:spTree>
    <p:extLst>
      <p:ext uri="{BB962C8B-B14F-4D97-AF65-F5344CB8AC3E}">
        <p14:creationId xmlns:p14="http://schemas.microsoft.com/office/powerpoint/2010/main" val="3896362540"/>
      </p:ext>
    </p:extLst>
  </p:cSld>
  <p:clrMapOvr>
    <a:masterClrMapping/>
  </p:clrMapOvr>
</p:sldLayout>
</file>

<file path=ppt/slideLayouts/slideLayout174.xml><?xml version="1.0" encoding="utf-8"?>
<p:sldLayout xmlns:a="http://schemas.openxmlformats.org/drawingml/2006/main" xmlns:r="http://schemas.openxmlformats.org/officeDocument/2006/relationships" xmlns:p="http://schemas.openxmlformats.org/presentationml/2006/main" preserve="1" userDrawn="1">
  <p:cSld name="2_Title and Long Content">
    <p:spTree>
      <p:nvGrpSpPr>
        <p:cNvPr id="1" name=""/>
        <p:cNvGrpSpPr/>
        <p:nvPr/>
      </p:nvGrpSpPr>
      <p:grpSpPr>
        <a:xfrm>
          <a:off x="0" y="0"/>
          <a:ext cx="0" cy="0"/>
          <a:chOff x="0" y="0"/>
          <a:chExt cx="0" cy="0"/>
        </a:xfrm>
      </p:grpSpPr>
      <p:sp>
        <p:nvSpPr>
          <p:cNvPr id="2" name="Do not remove" hidden="1">
            <a:extLst>
              <a:ext uri="{FF2B5EF4-FFF2-40B4-BE49-F238E27FC236}">
                <a16:creationId xmlns:a16="http://schemas.microsoft.com/office/drawing/2014/main" id="{D8A70305-77E2-E68B-C2CF-60ACB7E1FEFA}"/>
              </a:ext>
            </a:extLst>
          </p:cNvPr>
          <p:cNvSpPr/>
          <p:nvPr userDrawn="1">
            <p:custDataLst>
              <p:tags r:id="rId1"/>
            </p:custDataLst>
          </p:nvPr>
        </p:nvSpPr>
        <p:spPr>
          <a:xfrm>
            <a:off x="1" y="1"/>
            <a:ext cx="12700" cy="12700"/>
          </a:xfrm>
          <a:prstGeom prst="octagon">
            <a:avLst/>
          </a:prstGeom>
          <a:noFill/>
          <a:ln>
            <a:noFill/>
          </a:ln>
          <a:extLst>
            <a:ext uri="{909E8E84-426E-40DD-AFC4-6F175D3DCCD1}">
              <a14:hiddenFill xmlns:a14="http://schemas.microsoft.com/office/drawing/2010/main">
                <a:solidFill>
                  <a:schemeClr val="accent5"/>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1" name="Text Placeholder 9">
            <a:extLst>
              <a:ext uri="{FF2B5EF4-FFF2-40B4-BE49-F238E27FC236}">
                <a16:creationId xmlns:a16="http://schemas.microsoft.com/office/drawing/2014/main" id="{778F9584-625D-462B-8192-C99B9E91AB3E}"/>
              </a:ext>
            </a:extLst>
          </p:cNvPr>
          <p:cNvSpPr>
            <a:spLocks noGrp="1"/>
          </p:cNvSpPr>
          <p:nvPr>
            <p:ph type="body" sz="quarter" idx="10" hasCustomPrompt="1"/>
          </p:nvPr>
        </p:nvSpPr>
        <p:spPr>
          <a:xfrm>
            <a:off x="670564" y="355600"/>
            <a:ext cx="6989233" cy="348813"/>
          </a:xfrm>
          <a:prstGeom prst="rect">
            <a:avLst/>
          </a:prstGeom>
        </p:spPr>
        <p:txBody>
          <a:bodyPr>
            <a:noAutofit/>
          </a:bodyPr>
          <a:lstStyle>
            <a:lvl1pPr>
              <a:defRPr sz="1867" b="0" cap="all" spc="200" baseline="0">
                <a:solidFill>
                  <a:schemeClr val="accent1"/>
                </a:solidFill>
                <a:latin typeface="+mn-lt"/>
              </a:defRPr>
            </a:lvl1pPr>
            <a:lvl2pPr marL="0" indent="0">
              <a:buNone/>
              <a:defRPr/>
            </a:lvl2pPr>
          </a:lstStyle>
          <a:p>
            <a:pPr lvl="0"/>
            <a:r>
              <a:rPr lang="en-US"/>
              <a:t>Eyebrow identification, CALIBRI, 14PT REGULAR</a:t>
            </a:r>
          </a:p>
        </p:txBody>
      </p:sp>
      <p:sp>
        <p:nvSpPr>
          <p:cNvPr id="13" name="Content Placeholder 5">
            <a:extLst>
              <a:ext uri="{FF2B5EF4-FFF2-40B4-BE49-F238E27FC236}">
                <a16:creationId xmlns:a16="http://schemas.microsoft.com/office/drawing/2014/main" id="{0F6E8C1B-F140-45B9-ADF1-1C3C65701146}"/>
              </a:ext>
            </a:extLst>
          </p:cNvPr>
          <p:cNvSpPr>
            <a:spLocks noGrp="1"/>
          </p:cNvSpPr>
          <p:nvPr>
            <p:ph sz="quarter" idx="14"/>
          </p:nvPr>
        </p:nvSpPr>
        <p:spPr>
          <a:xfrm>
            <a:off x="670559" y="1463041"/>
            <a:ext cx="10861041" cy="4754879"/>
          </a:xfrm>
        </p:spPr>
        <p:txBody>
          <a:bodyPr/>
          <a:lstStyle>
            <a:lvl1pPr>
              <a:spcBef>
                <a:spcPts val="1600"/>
              </a:spcBef>
              <a:defRPr/>
            </a:lvl1pPr>
            <a:lvl2pPr>
              <a:spcBef>
                <a:spcPts val="1600"/>
              </a:spcBef>
              <a:defRPr/>
            </a:lvl2pPr>
          </a:lstStyle>
          <a:p>
            <a:pPr lvl="0"/>
            <a:r>
              <a:rPr lang="en-US"/>
              <a:t>Click to edit Master text styles</a:t>
            </a:r>
          </a:p>
          <a:p>
            <a:pPr lvl="1"/>
            <a:r>
              <a:rPr lang="en-US"/>
              <a:t>Second level</a:t>
            </a:r>
          </a:p>
        </p:txBody>
      </p:sp>
      <p:sp>
        <p:nvSpPr>
          <p:cNvPr id="5" name="Date Placeholder 4">
            <a:extLst>
              <a:ext uri="{FF2B5EF4-FFF2-40B4-BE49-F238E27FC236}">
                <a16:creationId xmlns:a16="http://schemas.microsoft.com/office/drawing/2014/main" id="{ED5AE4F8-4A35-4815-BCAE-2DEF5BFEC473}"/>
              </a:ext>
            </a:extLst>
          </p:cNvPr>
          <p:cNvSpPr>
            <a:spLocks noGrp="1"/>
          </p:cNvSpPr>
          <p:nvPr>
            <p:ph type="dt" sz="half" idx="15"/>
          </p:nvPr>
        </p:nvSpPr>
        <p:spPr/>
        <p:txBody>
          <a:bodyPr/>
          <a:lstStyle/>
          <a:p>
            <a:r>
              <a:rPr lang="en-US" sz="1333"/>
              <a:t>17-Dec-24</a:t>
            </a:r>
            <a:endParaRPr lang="en-IN" sz="1333"/>
          </a:p>
        </p:txBody>
      </p:sp>
      <p:sp>
        <p:nvSpPr>
          <p:cNvPr id="6" name="Footer Placeholder 5">
            <a:extLst>
              <a:ext uri="{FF2B5EF4-FFF2-40B4-BE49-F238E27FC236}">
                <a16:creationId xmlns:a16="http://schemas.microsoft.com/office/drawing/2014/main" id="{092A9712-7611-460F-BBA1-965DC35A5A0C}"/>
              </a:ext>
            </a:extLst>
          </p:cNvPr>
          <p:cNvSpPr>
            <a:spLocks noGrp="1"/>
          </p:cNvSpPr>
          <p:nvPr>
            <p:ph type="ftr" sz="quarter" idx="16"/>
          </p:nvPr>
        </p:nvSpPr>
        <p:spPr/>
        <p:txBody>
          <a:bodyPr/>
          <a:lstStyle/>
          <a:p>
            <a:pPr>
              <a:defRPr/>
            </a:pPr>
            <a:r>
              <a:rPr lang="en-US"/>
              <a:t>Enter title via "insert&gt;header and footer&gt;footer" | </a:t>
            </a:r>
            <a:endParaRPr lang="en-IN"/>
          </a:p>
        </p:txBody>
      </p:sp>
      <p:sp>
        <p:nvSpPr>
          <p:cNvPr id="7" name="Slide Number Placeholder 6">
            <a:extLst>
              <a:ext uri="{FF2B5EF4-FFF2-40B4-BE49-F238E27FC236}">
                <a16:creationId xmlns:a16="http://schemas.microsoft.com/office/drawing/2014/main" id="{E816DBEC-A477-4721-9AEB-6DA5B1D8A35F}"/>
              </a:ext>
            </a:extLst>
          </p:cNvPr>
          <p:cNvSpPr>
            <a:spLocks noGrp="1"/>
          </p:cNvSpPr>
          <p:nvPr>
            <p:ph type="sldNum" sz="quarter" idx="17"/>
          </p:nvPr>
        </p:nvSpPr>
        <p:spPr/>
        <p:txBody>
          <a:bodyPr/>
          <a:lstStyle/>
          <a:p>
            <a:pPr>
              <a:defRPr/>
            </a:pPr>
            <a:r>
              <a:rPr lang="en-IN"/>
              <a:t>| </a:t>
            </a:r>
            <a:fld id="{7B2119CD-3B2D-4CEB-B404-D2E3F8CD6D69}" type="slidenum">
              <a:rPr lang="en-IN" smtClean="0"/>
              <a:pPr>
                <a:defRPr/>
              </a:pPr>
              <a:t>‹#›</a:t>
            </a:fld>
            <a:endParaRPr lang="en-IN"/>
          </a:p>
        </p:txBody>
      </p:sp>
      <p:sp>
        <p:nvSpPr>
          <p:cNvPr id="3" name="Title 2">
            <a:extLst>
              <a:ext uri="{FF2B5EF4-FFF2-40B4-BE49-F238E27FC236}">
                <a16:creationId xmlns:a16="http://schemas.microsoft.com/office/drawing/2014/main" id="{C92466CF-9DE4-42FD-B4BE-46614812750F}"/>
              </a:ext>
            </a:extLst>
          </p:cNvPr>
          <p:cNvSpPr>
            <a:spLocks noGrp="1"/>
          </p:cNvSpPr>
          <p:nvPr>
            <p:ph type="title"/>
          </p:nvPr>
        </p:nvSpPr>
        <p:spPr/>
        <p:txBody>
          <a:bodyPr/>
          <a:lstStyle/>
          <a:p>
            <a:r>
              <a:rPr lang="en-US"/>
              <a:t>Click to edit Master title style</a:t>
            </a:r>
            <a:endParaRPr lang="en-IN"/>
          </a:p>
        </p:txBody>
      </p:sp>
    </p:spTree>
    <p:extLst>
      <p:ext uri="{BB962C8B-B14F-4D97-AF65-F5344CB8AC3E}">
        <p14:creationId xmlns:p14="http://schemas.microsoft.com/office/powerpoint/2010/main" val="1066043173"/>
      </p:ext>
    </p:extLst>
  </p:cSld>
  <p:clrMapOvr>
    <a:masterClrMapping/>
  </p:clrMapOvr>
</p:sldLayout>
</file>

<file path=ppt/slideLayouts/slideLayout175.xml><?xml version="1.0" encoding="utf-8"?>
<p:sldLayout xmlns:a="http://schemas.openxmlformats.org/drawingml/2006/main" xmlns:r="http://schemas.openxmlformats.org/officeDocument/2006/relationships" xmlns:p="http://schemas.openxmlformats.org/presentationml/2006/main" preserve="1" userDrawn="1">
  <p:cSld name="3_Title Only">
    <p:spTree>
      <p:nvGrpSpPr>
        <p:cNvPr id="1" name=""/>
        <p:cNvGrpSpPr/>
        <p:nvPr/>
      </p:nvGrpSpPr>
      <p:grpSpPr>
        <a:xfrm>
          <a:off x="0" y="0"/>
          <a:ext cx="0" cy="0"/>
          <a:chOff x="0" y="0"/>
          <a:chExt cx="0" cy="0"/>
        </a:xfrm>
      </p:grpSpPr>
      <p:sp>
        <p:nvSpPr>
          <p:cNvPr id="4" name="Do not remove" hidden="1">
            <a:extLst>
              <a:ext uri="{FF2B5EF4-FFF2-40B4-BE49-F238E27FC236}">
                <a16:creationId xmlns:a16="http://schemas.microsoft.com/office/drawing/2014/main" id="{25D71B17-5332-09A4-D50A-8ADBDC5E1569}"/>
              </a:ext>
            </a:extLst>
          </p:cNvPr>
          <p:cNvSpPr/>
          <p:nvPr userDrawn="1">
            <p:custDataLst>
              <p:tags r:id="rId1"/>
            </p:custDataLst>
          </p:nvPr>
        </p:nvSpPr>
        <p:spPr>
          <a:xfrm>
            <a:off x="1" y="1"/>
            <a:ext cx="12700" cy="12700"/>
          </a:xfrm>
          <a:prstGeom prst="octagon">
            <a:avLst/>
          </a:prstGeom>
          <a:noFill/>
          <a:ln>
            <a:noFill/>
          </a:ln>
          <a:extLst>
            <a:ext uri="{909E8E84-426E-40DD-AFC4-6F175D3DCCD1}">
              <a14:hiddenFill xmlns:a14="http://schemas.microsoft.com/office/drawing/2010/main">
                <a:solidFill>
                  <a:schemeClr val="accent5"/>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0" name="Text Placeholder 9">
            <a:extLst>
              <a:ext uri="{FF2B5EF4-FFF2-40B4-BE49-F238E27FC236}">
                <a16:creationId xmlns:a16="http://schemas.microsoft.com/office/drawing/2014/main" id="{CC2773AC-CB5F-4692-8614-145FCB812285}"/>
              </a:ext>
            </a:extLst>
          </p:cNvPr>
          <p:cNvSpPr>
            <a:spLocks noGrp="1"/>
          </p:cNvSpPr>
          <p:nvPr>
            <p:ph type="body" sz="quarter" idx="10" hasCustomPrompt="1"/>
          </p:nvPr>
        </p:nvSpPr>
        <p:spPr>
          <a:xfrm>
            <a:off x="670564" y="355600"/>
            <a:ext cx="6989233" cy="348813"/>
          </a:xfrm>
          <a:prstGeom prst="rect">
            <a:avLst/>
          </a:prstGeom>
        </p:spPr>
        <p:txBody>
          <a:bodyPr>
            <a:noAutofit/>
          </a:bodyPr>
          <a:lstStyle>
            <a:lvl1pPr>
              <a:defRPr sz="1867" b="0" cap="all" spc="200" baseline="0">
                <a:solidFill>
                  <a:schemeClr val="accent1"/>
                </a:solidFill>
                <a:latin typeface="+mn-lt"/>
              </a:defRPr>
            </a:lvl1pPr>
            <a:lvl2pPr marL="0" indent="0">
              <a:buNone/>
              <a:defRPr/>
            </a:lvl2pPr>
          </a:lstStyle>
          <a:p>
            <a:pPr lvl="0"/>
            <a:r>
              <a:rPr lang="en-US"/>
              <a:t>Eyebrow identification, CALIBRI, 14PT REGULAR</a:t>
            </a:r>
          </a:p>
        </p:txBody>
      </p:sp>
      <p:sp>
        <p:nvSpPr>
          <p:cNvPr id="5" name="Date Placeholder 4">
            <a:extLst>
              <a:ext uri="{FF2B5EF4-FFF2-40B4-BE49-F238E27FC236}">
                <a16:creationId xmlns:a16="http://schemas.microsoft.com/office/drawing/2014/main" id="{90095818-CAA3-49D4-822D-78FB55358F3D}"/>
              </a:ext>
            </a:extLst>
          </p:cNvPr>
          <p:cNvSpPr>
            <a:spLocks noGrp="1"/>
          </p:cNvSpPr>
          <p:nvPr>
            <p:ph type="dt" sz="half" idx="11"/>
          </p:nvPr>
        </p:nvSpPr>
        <p:spPr/>
        <p:txBody>
          <a:bodyPr/>
          <a:lstStyle/>
          <a:p>
            <a:r>
              <a:rPr lang="en-US" sz="1333"/>
              <a:t>17-Dec-24</a:t>
            </a:r>
            <a:endParaRPr lang="en-IN" sz="1333"/>
          </a:p>
        </p:txBody>
      </p:sp>
      <p:sp>
        <p:nvSpPr>
          <p:cNvPr id="6" name="Footer Placeholder 5">
            <a:extLst>
              <a:ext uri="{FF2B5EF4-FFF2-40B4-BE49-F238E27FC236}">
                <a16:creationId xmlns:a16="http://schemas.microsoft.com/office/drawing/2014/main" id="{3DF4A984-8C41-4A18-A4AB-486817760C84}"/>
              </a:ext>
            </a:extLst>
          </p:cNvPr>
          <p:cNvSpPr>
            <a:spLocks noGrp="1"/>
          </p:cNvSpPr>
          <p:nvPr>
            <p:ph type="ftr" sz="quarter" idx="12"/>
          </p:nvPr>
        </p:nvSpPr>
        <p:spPr/>
        <p:txBody>
          <a:bodyPr/>
          <a:lstStyle/>
          <a:p>
            <a:pPr>
              <a:defRPr/>
            </a:pPr>
            <a:r>
              <a:rPr lang="en-US"/>
              <a:t>Enter title via "insert&gt;header and footer&gt;footer" | </a:t>
            </a:r>
            <a:endParaRPr lang="en-IN"/>
          </a:p>
        </p:txBody>
      </p:sp>
      <p:sp>
        <p:nvSpPr>
          <p:cNvPr id="7" name="Slide Number Placeholder 6">
            <a:extLst>
              <a:ext uri="{FF2B5EF4-FFF2-40B4-BE49-F238E27FC236}">
                <a16:creationId xmlns:a16="http://schemas.microsoft.com/office/drawing/2014/main" id="{43C13B2C-626A-4182-93CD-E777AFAD57CE}"/>
              </a:ext>
            </a:extLst>
          </p:cNvPr>
          <p:cNvSpPr>
            <a:spLocks noGrp="1"/>
          </p:cNvSpPr>
          <p:nvPr>
            <p:ph type="sldNum" sz="quarter" idx="13"/>
          </p:nvPr>
        </p:nvSpPr>
        <p:spPr/>
        <p:txBody>
          <a:bodyPr/>
          <a:lstStyle/>
          <a:p>
            <a:pPr>
              <a:defRPr/>
            </a:pPr>
            <a:r>
              <a:rPr lang="en-IN"/>
              <a:t>| </a:t>
            </a:r>
            <a:fld id="{7B2119CD-3B2D-4CEB-B404-D2E3F8CD6D69}" type="slidenum">
              <a:rPr lang="en-IN" smtClean="0"/>
              <a:pPr>
                <a:defRPr/>
              </a:pPr>
              <a:t>‹#›</a:t>
            </a:fld>
            <a:endParaRPr lang="en-IN"/>
          </a:p>
        </p:txBody>
      </p:sp>
      <p:sp>
        <p:nvSpPr>
          <p:cNvPr id="3" name="Title 2">
            <a:extLst>
              <a:ext uri="{FF2B5EF4-FFF2-40B4-BE49-F238E27FC236}">
                <a16:creationId xmlns:a16="http://schemas.microsoft.com/office/drawing/2014/main" id="{3F2BE9E2-7A7D-4BED-96F2-45B5703A2DAB}"/>
              </a:ext>
            </a:extLst>
          </p:cNvPr>
          <p:cNvSpPr>
            <a:spLocks noGrp="1"/>
          </p:cNvSpPr>
          <p:nvPr>
            <p:ph type="title"/>
          </p:nvPr>
        </p:nvSpPr>
        <p:spPr/>
        <p:txBody>
          <a:bodyPr/>
          <a:lstStyle/>
          <a:p>
            <a:r>
              <a:rPr lang="en-US"/>
              <a:t>Click to edit Master title style</a:t>
            </a:r>
            <a:endParaRPr lang="en-IN"/>
          </a:p>
        </p:txBody>
      </p:sp>
    </p:spTree>
    <p:extLst>
      <p:ext uri="{BB962C8B-B14F-4D97-AF65-F5344CB8AC3E}">
        <p14:creationId xmlns:p14="http://schemas.microsoft.com/office/powerpoint/2010/main" val="3349145394"/>
      </p:ext>
    </p:extLst>
  </p:cSld>
  <p:clrMapOvr>
    <a:masterClrMapping/>
  </p:clrMapOvr>
</p:sldLayout>
</file>

<file path=ppt/slideLayouts/slideLayout176.xml><?xml version="1.0" encoding="utf-8"?>
<p:sldLayout xmlns:a="http://schemas.openxmlformats.org/drawingml/2006/main" xmlns:r="http://schemas.openxmlformats.org/officeDocument/2006/relationships" xmlns:p="http://schemas.openxmlformats.org/presentationml/2006/main" type="obj">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84756F-6EDB-F530-32DB-C7034CD7C998}"/>
              </a:ext>
            </a:extLst>
          </p:cNvPr>
          <p:cNvSpPr>
            <a:spLocks noGrp="1"/>
          </p:cNvSpPr>
          <p:nvPr>
            <p:ph type="title"/>
          </p:nvPr>
        </p:nvSpPr>
        <p:spPr/>
        <p:txBody>
          <a:bodyPr/>
          <a:lstStyle/>
          <a:p>
            <a:r>
              <a:rPr lang="en-US"/>
              <a:t>Click to edit Master title style</a:t>
            </a:r>
          </a:p>
        </p:txBody>
      </p:sp>
      <p:sp>
        <p:nvSpPr>
          <p:cNvPr id="4" name="Footer Placeholder 3">
            <a:extLst>
              <a:ext uri="{FF2B5EF4-FFF2-40B4-BE49-F238E27FC236}">
                <a16:creationId xmlns:a16="http://schemas.microsoft.com/office/drawing/2014/main" id="{BBDED9D2-537B-576D-D01F-99BAD3D60C23}"/>
              </a:ext>
            </a:extLst>
          </p:cNvPr>
          <p:cNvSpPr>
            <a:spLocks noGrp="1"/>
          </p:cNvSpPr>
          <p:nvPr>
            <p:ph type="ftr" sz="quarter" idx="10"/>
          </p:nvPr>
        </p:nvSpPr>
        <p:spPr/>
        <p:txBody>
          <a:bodyPr/>
          <a:lstStyle/>
          <a:p>
            <a:pPr>
              <a:defRPr/>
            </a:pPr>
            <a:r>
              <a:rPr lang="en-US"/>
              <a:t>Enter title via "insert&gt;header and footer&gt;footer" | </a:t>
            </a:r>
            <a:endParaRPr lang="en-IN"/>
          </a:p>
        </p:txBody>
      </p:sp>
      <p:sp>
        <p:nvSpPr>
          <p:cNvPr id="5" name="Slide Number Placeholder 4">
            <a:extLst>
              <a:ext uri="{FF2B5EF4-FFF2-40B4-BE49-F238E27FC236}">
                <a16:creationId xmlns:a16="http://schemas.microsoft.com/office/drawing/2014/main" id="{7B6FA7C5-1D74-A434-36F8-8B4AF4A8B085}"/>
              </a:ext>
            </a:extLst>
          </p:cNvPr>
          <p:cNvSpPr>
            <a:spLocks noGrp="1"/>
          </p:cNvSpPr>
          <p:nvPr>
            <p:ph type="sldNum" sz="quarter" idx="11"/>
          </p:nvPr>
        </p:nvSpPr>
        <p:spPr>
          <a:xfrm>
            <a:off x="11434531" y="6466420"/>
            <a:ext cx="757469" cy="366183"/>
          </a:xfrm>
        </p:spPr>
        <p:txBody>
          <a:bodyPr/>
          <a:lstStyle/>
          <a:p>
            <a:pPr>
              <a:defRPr/>
            </a:pPr>
            <a:r>
              <a:rPr lang="en-IN"/>
              <a:t>|    </a:t>
            </a:r>
            <a:fld id="{7B2119CD-3B2D-4CEB-B404-D2E3F8CD6D69}" type="slidenum">
              <a:rPr lang="en-IN" smtClean="0"/>
              <a:pPr>
                <a:defRPr/>
              </a:pPr>
              <a:t>‹#›</a:t>
            </a:fld>
            <a:endParaRPr lang="en-IN"/>
          </a:p>
        </p:txBody>
      </p:sp>
      <p:sp>
        <p:nvSpPr>
          <p:cNvPr id="6" name="Date Placeholder 5">
            <a:extLst>
              <a:ext uri="{FF2B5EF4-FFF2-40B4-BE49-F238E27FC236}">
                <a16:creationId xmlns:a16="http://schemas.microsoft.com/office/drawing/2014/main" id="{B36BB6F5-9493-2FC0-0FD4-E1753ABCBDAD}"/>
              </a:ext>
            </a:extLst>
          </p:cNvPr>
          <p:cNvSpPr>
            <a:spLocks noGrp="1"/>
          </p:cNvSpPr>
          <p:nvPr>
            <p:ph type="dt" sz="half" idx="12"/>
          </p:nvPr>
        </p:nvSpPr>
        <p:spPr/>
        <p:txBody>
          <a:bodyPr/>
          <a:lstStyle/>
          <a:p>
            <a:r>
              <a:rPr lang="en-US" sz="1333"/>
              <a:t>17-Dec-24</a:t>
            </a:r>
            <a:endParaRPr lang="en-IN" sz="1333"/>
          </a:p>
        </p:txBody>
      </p:sp>
      <p:sp>
        <p:nvSpPr>
          <p:cNvPr id="7" name="Content Placeholder 6">
            <a:extLst>
              <a:ext uri="{FF2B5EF4-FFF2-40B4-BE49-F238E27FC236}">
                <a16:creationId xmlns:a16="http://schemas.microsoft.com/office/drawing/2014/main" id="{05903C8E-4AFB-8C16-2340-1CDFE81A6680}"/>
              </a:ext>
            </a:extLst>
          </p:cNvPr>
          <p:cNvSpPr>
            <a:spLocks noGrp="1"/>
          </p:cNvSpPr>
          <p:nvPr>
            <p:ph idx="13"/>
          </p:nvPr>
        </p:nvSpPr>
        <p:spPr>
          <a:xfrm>
            <a:off x="660400" y="1482726"/>
            <a:ext cx="5322888" cy="4694239"/>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7">
            <a:extLst>
              <a:ext uri="{FF2B5EF4-FFF2-40B4-BE49-F238E27FC236}">
                <a16:creationId xmlns:a16="http://schemas.microsoft.com/office/drawing/2014/main" id="{B8E9AB36-5950-92E3-0D4F-DDD8720722E8}"/>
              </a:ext>
            </a:extLst>
          </p:cNvPr>
          <p:cNvSpPr>
            <a:spLocks noGrp="1"/>
          </p:cNvSpPr>
          <p:nvPr>
            <p:ph idx="14"/>
          </p:nvPr>
        </p:nvSpPr>
        <p:spPr>
          <a:xfrm>
            <a:off x="6199190" y="1482726"/>
            <a:ext cx="5322887" cy="4694239"/>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90505664"/>
      </p:ext>
    </p:extLst>
  </p:cSld>
  <p:clrMapOvr>
    <a:masterClrMapping/>
  </p:clrMapOvr>
</p:sldLayout>
</file>

<file path=ppt/slideLayouts/slideLayout177.xml><?xml version="1.0" encoding="utf-8"?>
<p:sldLayout xmlns:a="http://schemas.openxmlformats.org/drawingml/2006/main" xmlns:r="http://schemas.openxmlformats.org/officeDocument/2006/relationships" xmlns:p="http://schemas.openxmlformats.org/presentationml/2006/main" preserve="1" userDrawn="1">
  <p:cSld name="8_Title Slide Alternate Layout">
    <p:bg bwMode="gray">
      <p:bgPr>
        <a:solidFill>
          <a:schemeClr val="bg1"/>
        </a:solidFill>
        <a:effectLst/>
      </p:bgPr>
    </p:bg>
    <p:spTree>
      <p:nvGrpSpPr>
        <p:cNvPr id="1" name=""/>
        <p:cNvGrpSpPr/>
        <p:nvPr/>
      </p:nvGrpSpPr>
      <p:grpSpPr>
        <a:xfrm>
          <a:off x="0" y="0"/>
          <a:ext cx="0" cy="0"/>
          <a:chOff x="0" y="0"/>
          <a:chExt cx="0" cy="0"/>
        </a:xfrm>
      </p:grpSpPr>
      <p:sp>
        <p:nvSpPr>
          <p:cNvPr id="4" name="Do not remove" hidden="1">
            <a:extLst>
              <a:ext uri="{FF2B5EF4-FFF2-40B4-BE49-F238E27FC236}">
                <a16:creationId xmlns:a16="http://schemas.microsoft.com/office/drawing/2014/main" id="{51D7AE35-FBEA-730F-BE74-BEFC3D296CF0}"/>
              </a:ext>
            </a:extLst>
          </p:cNvPr>
          <p:cNvSpPr/>
          <p:nvPr userDrawn="1">
            <p:custDataLst>
              <p:tags r:id="rId1"/>
            </p:custDataLst>
          </p:nvPr>
        </p:nvSpPr>
        <p:spPr>
          <a:xfrm>
            <a:off x="1" y="1"/>
            <a:ext cx="12700" cy="12700"/>
          </a:xfrm>
          <a:prstGeom prst="octagon">
            <a:avLst/>
          </a:prstGeom>
          <a:noFill/>
          <a:ln>
            <a:noFill/>
          </a:ln>
          <a:extLst>
            <a:ext uri="{909E8E84-426E-40DD-AFC4-6F175D3DCCD1}">
              <a14:hiddenFill xmlns:a14="http://schemas.microsoft.com/office/drawing/2010/main">
                <a:solidFill>
                  <a:schemeClr val="accent5"/>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hasCustomPrompt="1"/>
          </p:nvPr>
        </p:nvSpPr>
        <p:spPr bwMode="gray">
          <a:xfrm>
            <a:off x="670561" y="3106739"/>
            <a:ext cx="10850881" cy="1645920"/>
          </a:xfrm>
        </p:spPr>
        <p:txBody>
          <a:bodyPr/>
          <a:lstStyle>
            <a:lvl1pPr algn="l">
              <a:lnSpc>
                <a:spcPct val="90000"/>
              </a:lnSpc>
              <a:defRPr sz="5867" b="0" cap="none" spc="0" baseline="0">
                <a:solidFill>
                  <a:schemeClr val="tx1"/>
                </a:solidFill>
                <a:latin typeface="+mj-lt"/>
              </a:defRPr>
            </a:lvl1pPr>
          </a:lstStyle>
          <a:p>
            <a:r>
              <a:rPr lang="en-US"/>
              <a:t>Click to edit master title style</a:t>
            </a:r>
          </a:p>
        </p:txBody>
      </p:sp>
      <p:sp>
        <p:nvSpPr>
          <p:cNvPr id="3" name="Subtitle 2"/>
          <p:cNvSpPr>
            <a:spLocks noGrp="1"/>
          </p:cNvSpPr>
          <p:nvPr>
            <p:ph type="subTitle" idx="1" hasCustomPrompt="1"/>
          </p:nvPr>
        </p:nvSpPr>
        <p:spPr bwMode="gray">
          <a:xfrm>
            <a:off x="670561" y="2333308"/>
            <a:ext cx="10850881" cy="640080"/>
          </a:xfrm>
          <a:prstGeom prst="rect">
            <a:avLst/>
          </a:prstGeom>
        </p:spPr>
        <p:txBody>
          <a:bodyPr rIns="0" bIns="0" anchor="b" anchorCtr="0"/>
          <a:lstStyle>
            <a:lvl1pPr marL="0" indent="0" algn="l">
              <a:lnSpc>
                <a:spcPct val="100000"/>
              </a:lnSpc>
              <a:buNone/>
              <a:defRPr sz="2400" b="1" cap="all" spc="200" baseline="0">
                <a:solidFill>
                  <a:schemeClr val="accent3"/>
                </a:solidFill>
                <a:latin typeface="+mn-lt"/>
                <a:cs typeface="Calibri" panose="020F0502020204030204" pitchFamily="34" charset="0"/>
              </a:defRPr>
            </a:lvl1pPr>
            <a:lvl2pPr marL="609570" indent="0" algn="ctr">
              <a:buNone/>
              <a:defRPr>
                <a:solidFill>
                  <a:schemeClr val="tx1">
                    <a:tint val="75000"/>
                  </a:schemeClr>
                </a:solidFill>
              </a:defRPr>
            </a:lvl2pPr>
            <a:lvl3pPr marL="1219140" indent="0" algn="ctr">
              <a:buNone/>
              <a:defRPr>
                <a:solidFill>
                  <a:schemeClr val="tx1">
                    <a:tint val="75000"/>
                  </a:schemeClr>
                </a:solidFill>
              </a:defRPr>
            </a:lvl3pPr>
            <a:lvl4pPr marL="1828709" indent="0" algn="ctr">
              <a:buNone/>
              <a:defRPr>
                <a:solidFill>
                  <a:schemeClr val="tx1">
                    <a:tint val="75000"/>
                  </a:schemeClr>
                </a:solidFill>
              </a:defRPr>
            </a:lvl4pPr>
            <a:lvl5pPr marL="2438278" indent="0" algn="ctr">
              <a:buNone/>
              <a:defRPr>
                <a:solidFill>
                  <a:schemeClr val="tx1">
                    <a:tint val="75000"/>
                  </a:schemeClr>
                </a:solidFill>
              </a:defRPr>
            </a:lvl5pPr>
            <a:lvl6pPr marL="3047848" indent="0" algn="ctr">
              <a:buNone/>
              <a:defRPr>
                <a:solidFill>
                  <a:schemeClr val="tx1">
                    <a:tint val="75000"/>
                  </a:schemeClr>
                </a:solidFill>
              </a:defRPr>
            </a:lvl6pPr>
            <a:lvl7pPr marL="3657418" indent="0" algn="ctr">
              <a:buNone/>
              <a:defRPr>
                <a:solidFill>
                  <a:schemeClr val="tx1">
                    <a:tint val="75000"/>
                  </a:schemeClr>
                </a:solidFill>
              </a:defRPr>
            </a:lvl7pPr>
            <a:lvl8pPr marL="4266987" indent="0" algn="ctr">
              <a:buNone/>
              <a:defRPr>
                <a:solidFill>
                  <a:schemeClr val="tx1">
                    <a:tint val="75000"/>
                  </a:schemeClr>
                </a:solidFill>
              </a:defRPr>
            </a:lvl8pPr>
            <a:lvl9pPr marL="4876557" indent="0" algn="ctr">
              <a:buNone/>
              <a:defRPr>
                <a:solidFill>
                  <a:schemeClr val="tx1">
                    <a:tint val="75000"/>
                  </a:schemeClr>
                </a:solidFill>
              </a:defRPr>
            </a:lvl9pPr>
          </a:lstStyle>
          <a:p>
            <a:r>
              <a:rPr lang="en-US"/>
              <a:t>CLICK TO EDIT MASTER SUBTITLE STYLE</a:t>
            </a:r>
          </a:p>
        </p:txBody>
      </p:sp>
      <p:sp>
        <p:nvSpPr>
          <p:cNvPr id="5" name="Text Placeholder 4"/>
          <p:cNvSpPr>
            <a:spLocks noGrp="1"/>
          </p:cNvSpPr>
          <p:nvPr>
            <p:ph type="body" sz="quarter" idx="10" hasCustomPrompt="1"/>
          </p:nvPr>
        </p:nvSpPr>
        <p:spPr bwMode="gray">
          <a:xfrm>
            <a:off x="670560" y="4935539"/>
            <a:ext cx="6461760" cy="640080"/>
          </a:xfrm>
          <a:prstGeom prst="rect">
            <a:avLst/>
          </a:prstGeom>
        </p:spPr>
        <p:txBody>
          <a:bodyPr/>
          <a:lstStyle>
            <a:lvl1pPr>
              <a:defRPr sz="1867" b="0" i="0">
                <a:solidFill>
                  <a:schemeClr val="tx1"/>
                </a:solidFill>
                <a:latin typeface="+mj-lt"/>
              </a:defRPr>
            </a:lvl1pPr>
          </a:lstStyle>
          <a:p>
            <a:pPr lvl="0"/>
            <a:r>
              <a:rPr lang="en-US"/>
              <a:t>Day |  Month |  YY</a:t>
            </a:r>
          </a:p>
        </p:txBody>
      </p:sp>
      <p:pic>
        <p:nvPicPr>
          <p:cNvPr id="9" name="Picture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0868" y="87568"/>
            <a:ext cx="1781155" cy="1936531"/>
          </a:xfrm>
          <a:prstGeom prst="rect">
            <a:avLst/>
          </a:prstGeom>
        </p:spPr>
      </p:pic>
    </p:spTree>
    <p:extLst>
      <p:ext uri="{BB962C8B-B14F-4D97-AF65-F5344CB8AC3E}">
        <p14:creationId xmlns:p14="http://schemas.microsoft.com/office/powerpoint/2010/main" val="190203420"/>
      </p:ext>
    </p:extLst>
  </p:cSld>
  <p:clrMapOvr>
    <a:masterClrMapping/>
  </p:clrMapOvr>
</p:sldLayout>
</file>

<file path=ppt/slideLayouts/slideLayout178.xml><?xml version="1.0" encoding="utf-8"?>
<p:sldLayout xmlns:a="http://schemas.openxmlformats.org/drawingml/2006/main" xmlns:r="http://schemas.openxmlformats.org/officeDocument/2006/relationships" xmlns:p="http://schemas.openxmlformats.org/presentationml/2006/main" preserve="1" userDrawn="1">
  <p:cSld name="Title Slide Layout">
    <p:spTree>
      <p:nvGrpSpPr>
        <p:cNvPr id="1" name=""/>
        <p:cNvGrpSpPr/>
        <p:nvPr/>
      </p:nvGrpSpPr>
      <p:grpSpPr>
        <a:xfrm>
          <a:off x="0" y="0"/>
          <a:ext cx="0" cy="0"/>
          <a:chOff x="0" y="0"/>
          <a:chExt cx="0" cy="0"/>
        </a:xfrm>
      </p:grpSpPr>
      <p:sp>
        <p:nvSpPr>
          <p:cNvPr id="2" name="Title 1"/>
          <p:cNvSpPr>
            <a:spLocks noGrp="1"/>
          </p:cNvSpPr>
          <p:nvPr>
            <p:ph type="ctrTitle" hasCustomPrompt="1"/>
          </p:nvPr>
        </p:nvSpPr>
        <p:spPr bwMode="gray">
          <a:xfrm>
            <a:off x="670560" y="3106739"/>
            <a:ext cx="10850880" cy="1645920"/>
          </a:xfrm>
          <a:prstGeom prst="rect">
            <a:avLst/>
          </a:prstGeom>
        </p:spPr>
        <p:txBody>
          <a:bodyPr/>
          <a:lstStyle>
            <a:lvl1pPr algn="l">
              <a:lnSpc>
                <a:spcPct val="90000"/>
              </a:lnSpc>
              <a:defRPr sz="5867" b="0" cap="none" spc="0" baseline="0">
                <a:solidFill>
                  <a:schemeClr val="tx1"/>
                </a:solidFill>
                <a:latin typeface="+mj-lt"/>
              </a:defRPr>
            </a:lvl1pPr>
          </a:lstStyle>
          <a:p>
            <a:r>
              <a:rPr lang="en-US"/>
              <a:t>Click to edit master title style</a:t>
            </a:r>
          </a:p>
        </p:txBody>
      </p:sp>
      <p:sp>
        <p:nvSpPr>
          <p:cNvPr id="3" name="Subtitle 2"/>
          <p:cNvSpPr>
            <a:spLocks noGrp="1"/>
          </p:cNvSpPr>
          <p:nvPr>
            <p:ph type="subTitle" idx="1" hasCustomPrompt="1"/>
          </p:nvPr>
        </p:nvSpPr>
        <p:spPr bwMode="gray">
          <a:xfrm>
            <a:off x="670559" y="2333308"/>
            <a:ext cx="10850879" cy="640080"/>
          </a:xfrm>
          <a:prstGeom prst="rect">
            <a:avLst/>
          </a:prstGeom>
        </p:spPr>
        <p:txBody>
          <a:bodyPr rIns="0" bIns="0" anchor="b" anchorCtr="0"/>
          <a:lstStyle>
            <a:lvl1pPr marL="0" indent="0" algn="l">
              <a:lnSpc>
                <a:spcPct val="100000"/>
              </a:lnSpc>
              <a:buNone/>
              <a:defRPr sz="2400" b="1" cap="all" spc="200" baseline="0">
                <a:solidFill>
                  <a:schemeClr val="tx1"/>
                </a:solidFill>
                <a:latin typeface="+mn-lt"/>
                <a:cs typeface="Calibri" panose="020F0502020204030204" pitchFamily="34" charset="0"/>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a:t>CLICK TO EDIT MASTER SUBTITLE STYLE</a:t>
            </a:r>
          </a:p>
        </p:txBody>
      </p:sp>
      <p:sp>
        <p:nvSpPr>
          <p:cNvPr id="5" name="Text Placeholder 4"/>
          <p:cNvSpPr>
            <a:spLocks noGrp="1"/>
          </p:cNvSpPr>
          <p:nvPr>
            <p:ph type="body" sz="quarter" idx="10" hasCustomPrompt="1"/>
          </p:nvPr>
        </p:nvSpPr>
        <p:spPr bwMode="gray">
          <a:xfrm>
            <a:off x="670560" y="4935539"/>
            <a:ext cx="6461760" cy="640080"/>
          </a:xfrm>
          <a:prstGeom prst="rect">
            <a:avLst/>
          </a:prstGeom>
        </p:spPr>
        <p:txBody>
          <a:bodyPr/>
          <a:lstStyle>
            <a:lvl1pPr>
              <a:defRPr sz="1867" b="0" i="0">
                <a:solidFill>
                  <a:schemeClr val="tx1"/>
                </a:solidFill>
                <a:latin typeface="+mj-lt"/>
              </a:defRPr>
            </a:lvl1pPr>
          </a:lstStyle>
          <a:p>
            <a:pPr lvl="0"/>
            <a:r>
              <a:rPr lang="en-US"/>
              <a:t>Day |  Month |  YY</a:t>
            </a:r>
          </a:p>
        </p:txBody>
      </p:sp>
      <p:pic>
        <p:nvPicPr>
          <p:cNvPr id="7" name="Picture 6" descr="A_symbol_wordm_below_w_rgb-01.png"/>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463296" y="182880"/>
            <a:ext cx="1584960" cy="1736075"/>
          </a:xfrm>
          <a:prstGeom prst="rect">
            <a:avLst/>
          </a:prstGeom>
        </p:spPr>
      </p:pic>
      <p:sp>
        <p:nvSpPr>
          <p:cNvPr id="8" name="Text Placeholder 7">
            <a:extLst>
              <a:ext uri="{FF2B5EF4-FFF2-40B4-BE49-F238E27FC236}">
                <a16:creationId xmlns:a16="http://schemas.microsoft.com/office/drawing/2014/main" id="{E6C079E7-0338-4425-842D-F75F238C7B23}"/>
              </a:ext>
            </a:extLst>
          </p:cNvPr>
          <p:cNvSpPr>
            <a:spLocks noGrp="1"/>
          </p:cNvSpPr>
          <p:nvPr>
            <p:ph type="body" sz="quarter" idx="11" hasCustomPrompt="1"/>
          </p:nvPr>
        </p:nvSpPr>
        <p:spPr>
          <a:xfrm>
            <a:off x="7554879" y="272249"/>
            <a:ext cx="4123267" cy="429684"/>
          </a:xfrm>
          <a:prstGeom prst="rect">
            <a:avLst/>
          </a:prstGeom>
        </p:spPr>
        <p:txBody>
          <a:bodyPr anchor="ctr"/>
          <a:lstStyle>
            <a:lvl1pPr algn="r">
              <a:defRPr sz="1867" b="1" cap="all" spc="200" baseline="0">
                <a:solidFill>
                  <a:schemeClr val="tx1"/>
                </a:solidFill>
                <a:latin typeface="+mn-lt"/>
              </a:defRPr>
            </a:lvl1pPr>
          </a:lstStyle>
          <a:p>
            <a:pPr lvl="0"/>
            <a:r>
              <a:rPr lang="en-US"/>
              <a:t>OPTIONAL DESCRIPTOR</a:t>
            </a:r>
          </a:p>
        </p:txBody>
      </p:sp>
      <p:pic>
        <p:nvPicPr>
          <p:cNvPr id="9" name="Picture 8" descr="Background pattern&#10;&#10;Description automatically generated">
            <a:extLst>
              <a:ext uri="{FF2B5EF4-FFF2-40B4-BE49-F238E27FC236}">
                <a16:creationId xmlns:a16="http://schemas.microsoft.com/office/drawing/2014/main" id="{F64ACA33-B81E-4C40-A537-20D6B9A143E2}"/>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86000" t="90667"/>
          <a:stretch/>
        </p:blipFill>
        <p:spPr>
          <a:xfrm>
            <a:off x="10485120" y="6217920"/>
            <a:ext cx="1706880" cy="640080"/>
          </a:xfrm>
          <a:prstGeom prst="rect">
            <a:avLst/>
          </a:prstGeom>
        </p:spPr>
      </p:pic>
    </p:spTree>
    <p:extLst>
      <p:ext uri="{BB962C8B-B14F-4D97-AF65-F5344CB8AC3E}">
        <p14:creationId xmlns:p14="http://schemas.microsoft.com/office/powerpoint/2010/main" val="1781847583"/>
      </p:ext>
    </p:extLst>
  </p:cSld>
  <p:clrMapOvr>
    <a:masterClrMapping/>
  </p:clrMapOvr>
</p:sldLayout>
</file>

<file path=ppt/slideLayouts/slideLayout179.xml><?xml version="1.0" encoding="utf-8"?>
<p:sldLayout xmlns:a="http://schemas.openxmlformats.org/drawingml/2006/main" xmlns:r="http://schemas.openxmlformats.org/officeDocument/2006/relationships" xmlns:p="http://schemas.openxmlformats.org/presentationml/2006/main" preserve="1" userDrawn="1">
  <p:cSld name="1_Title Slide Layout">
    <p:spTree>
      <p:nvGrpSpPr>
        <p:cNvPr id="1" name=""/>
        <p:cNvGrpSpPr/>
        <p:nvPr/>
      </p:nvGrpSpPr>
      <p:grpSpPr>
        <a:xfrm>
          <a:off x="0" y="0"/>
          <a:ext cx="0" cy="0"/>
          <a:chOff x="0" y="0"/>
          <a:chExt cx="0" cy="0"/>
        </a:xfrm>
      </p:grpSpPr>
      <p:sp>
        <p:nvSpPr>
          <p:cNvPr id="2" name="Title 1"/>
          <p:cNvSpPr>
            <a:spLocks noGrp="1"/>
          </p:cNvSpPr>
          <p:nvPr>
            <p:ph type="ctrTitle" hasCustomPrompt="1"/>
          </p:nvPr>
        </p:nvSpPr>
        <p:spPr bwMode="gray">
          <a:xfrm>
            <a:off x="670560" y="1840231"/>
            <a:ext cx="10850880" cy="1645920"/>
          </a:xfrm>
        </p:spPr>
        <p:txBody>
          <a:bodyPr/>
          <a:lstStyle>
            <a:lvl1pPr algn="l">
              <a:lnSpc>
                <a:spcPct val="90000"/>
              </a:lnSpc>
              <a:defRPr sz="5867" b="0" cap="none" spc="0" baseline="0">
                <a:solidFill>
                  <a:schemeClr val="tx1"/>
                </a:solidFill>
                <a:latin typeface="+mj-lt"/>
              </a:defRPr>
            </a:lvl1pPr>
          </a:lstStyle>
          <a:p>
            <a:r>
              <a:rPr lang="en-US"/>
              <a:t>Click to edit master title style</a:t>
            </a:r>
          </a:p>
        </p:txBody>
      </p:sp>
      <p:sp>
        <p:nvSpPr>
          <p:cNvPr id="3" name="Subtitle 2"/>
          <p:cNvSpPr>
            <a:spLocks noGrp="1"/>
          </p:cNvSpPr>
          <p:nvPr>
            <p:ph type="subTitle" idx="1" hasCustomPrompt="1"/>
          </p:nvPr>
        </p:nvSpPr>
        <p:spPr bwMode="gray">
          <a:xfrm>
            <a:off x="670559" y="1066800"/>
            <a:ext cx="10850879" cy="640080"/>
          </a:xfrm>
          <a:prstGeom prst="rect">
            <a:avLst/>
          </a:prstGeom>
        </p:spPr>
        <p:txBody>
          <a:bodyPr rIns="0" bIns="0" anchor="b" anchorCtr="0"/>
          <a:lstStyle>
            <a:lvl1pPr marL="0" indent="0" algn="l">
              <a:lnSpc>
                <a:spcPct val="100000"/>
              </a:lnSpc>
              <a:buNone/>
              <a:defRPr sz="2400" b="1" cap="all" spc="200" baseline="0">
                <a:solidFill>
                  <a:schemeClr val="tx1"/>
                </a:solidFill>
                <a:latin typeface="+mn-lt"/>
                <a:cs typeface="Calibri" panose="020F0502020204030204" pitchFamily="34" charset="0"/>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a:t>CLICK TO EDIT MASTER SUBTITLE STYLE</a:t>
            </a:r>
          </a:p>
        </p:txBody>
      </p:sp>
      <p:sp>
        <p:nvSpPr>
          <p:cNvPr id="5" name="Text Placeholder 4"/>
          <p:cNvSpPr>
            <a:spLocks noGrp="1"/>
          </p:cNvSpPr>
          <p:nvPr>
            <p:ph type="body" sz="quarter" idx="10" hasCustomPrompt="1"/>
          </p:nvPr>
        </p:nvSpPr>
        <p:spPr bwMode="gray">
          <a:xfrm>
            <a:off x="670560" y="3669031"/>
            <a:ext cx="6461760" cy="640080"/>
          </a:xfrm>
          <a:prstGeom prst="rect">
            <a:avLst/>
          </a:prstGeom>
        </p:spPr>
        <p:txBody>
          <a:bodyPr/>
          <a:lstStyle>
            <a:lvl1pPr>
              <a:defRPr sz="1867" b="0" i="0">
                <a:solidFill>
                  <a:schemeClr val="tx1"/>
                </a:solidFill>
                <a:latin typeface="+mj-lt"/>
              </a:defRPr>
            </a:lvl1pPr>
          </a:lstStyle>
          <a:p>
            <a:pPr lvl="0"/>
            <a:r>
              <a:rPr lang="en-US"/>
              <a:t>Day |  Month |  YY</a:t>
            </a:r>
          </a:p>
        </p:txBody>
      </p:sp>
      <p:pic>
        <p:nvPicPr>
          <p:cNvPr id="7" name="Picture 6" descr="A_symbol_wordm_below_w_rgb-01.png"/>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0158037" y="4969171"/>
            <a:ext cx="1584960" cy="1736075"/>
          </a:xfrm>
          <a:prstGeom prst="rect">
            <a:avLst/>
          </a:prstGeom>
        </p:spPr>
      </p:pic>
    </p:spTree>
    <p:extLst>
      <p:ext uri="{BB962C8B-B14F-4D97-AF65-F5344CB8AC3E}">
        <p14:creationId xmlns:p14="http://schemas.microsoft.com/office/powerpoint/2010/main" val="827853070"/>
      </p:ext>
    </p:extLst>
  </p:cSld>
  <p:clrMapOvr>
    <a:masterClrMapping/>
  </p:clrMapOvr>
</p:sldLayout>
</file>

<file path=ppt/slideLayouts/slideLayout180.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17" name="Text Placeholder 9">
            <a:extLst>
              <a:ext uri="{FF2B5EF4-FFF2-40B4-BE49-F238E27FC236}">
                <a16:creationId xmlns:a16="http://schemas.microsoft.com/office/drawing/2014/main" id="{6F84C077-90EB-489F-9583-81D63D052919}"/>
              </a:ext>
            </a:extLst>
          </p:cNvPr>
          <p:cNvSpPr>
            <a:spLocks noGrp="1"/>
          </p:cNvSpPr>
          <p:nvPr>
            <p:ph type="body" sz="quarter" idx="10" hasCustomPrompt="1"/>
          </p:nvPr>
        </p:nvSpPr>
        <p:spPr>
          <a:xfrm>
            <a:off x="670562" y="355600"/>
            <a:ext cx="6989233" cy="348813"/>
          </a:xfrm>
          <a:prstGeom prst="rect">
            <a:avLst/>
          </a:prstGeom>
        </p:spPr>
        <p:txBody>
          <a:bodyPr>
            <a:noAutofit/>
          </a:bodyPr>
          <a:lstStyle>
            <a:lvl1pPr>
              <a:defRPr sz="1867" b="0" cap="all" spc="200" baseline="0">
                <a:solidFill>
                  <a:schemeClr val="accent2"/>
                </a:solidFill>
                <a:latin typeface="+mn-lt"/>
              </a:defRPr>
            </a:lvl1pPr>
            <a:lvl2pPr marL="0" indent="0">
              <a:buNone/>
              <a:defRPr/>
            </a:lvl2pPr>
          </a:lstStyle>
          <a:p>
            <a:pPr lvl="0"/>
            <a:r>
              <a:rPr lang="en-US"/>
              <a:t>Eyebrow identification, CALIBRI, 14PT REGULAR</a:t>
            </a:r>
          </a:p>
        </p:txBody>
      </p:sp>
      <p:sp>
        <p:nvSpPr>
          <p:cNvPr id="18" name="Content Placeholder 9">
            <a:extLst>
              <a:ext uri="{FF2B5EF4-FFF2-40B4-BE49-F238E27FC236}">
                <a16:creationId xmlns:a16="http://schemas.microsoft.com/office/drawing/2014/main" id="{7C330037-A806-4CED-9F5A-3F59AAC38680}"/>
              </a:ext>
            </a:extLst>
          </p:cNvPr>
          <p:cNvSpPr>
            <a:spLocks noGrp="1"/>
          </p:cNvSpPr>
          <p:nvPr>
            <p:ph sz="quarter" idx="14"/>
          </p:nvPr>
        </p:nvSpPr>
        <p:spPr>
          <a:xfrm>
            <a:off x="670560" y="1983739"/>
            <a:ext cx="10861040" cy="4233229"/>
          </a:xfrm>
        </p:spPr>
        <p:txBody>
          <a:bodyPr>
            <a:noAutofit/>
          </a:bodyPr>
          <a:lstStyle>
            <a:lvl2pPr>
              <a:defRPr sz="2133"/>
            </a:lvl2pPr>
            <a:lvl3pPr>
              <a:defRPr sz="1867"/>
            </a:lvl3pPr>
            <a:lvl4pPr>
              <a:defRPr sz="1600"/>
            </a:lvl4pPr>
            <a:lvl5pPr>
              <a:defRPr sz="1600"/>
            </a:lvl5pPr>
          </a:lstStyle>
          <a:p>
            <a:pPr lvl="0"/>
            <a:r>
              <a:rPr lang="en-US"/>
              <a:t>Click to edit Master text styles</a:t>
            </a:r>
          </a:p>
          <a:p>
            <a:pPr lvl="1"/>
            <a:r>
              <a:rPr lang="en-US"/>
              <a:t>First level</a:t>
            </a:r>
          </a:p>
          <a:p>
            <a:pPr lvl="2"/>
            <a:r>
              <a:rPr lang="en-US"/>
              <a:t>Second level</a:t>
            </a:r>
          </a:p>
          <a:p>
            <a:pPr lvl="3"/>
            <a:r>
              <a:rPr lang="en-US"/>
              <a:t>Third level</a:t>
            </a:r>
          </a:p>
          <a:p>
            <a:pPr lvl="4"/>
            <a:r>
              <a:rPr lang="en-US"/>
              <a:t>Fourth level</a:t>
            </a:r>
            <a:endParaRPr lang="en-IN"/>
          </a:p>
        </p:txBody>
      </p:sp>
      <p:sp>
        <p:nvSpPr>
          <p:cNvPr id="19" name="Text Placeholder 4">
            <a:extLst>
              <a:ext uri="{FF2B5EF4-FFF2-40B4-BE49-F238E27FC236}">
                <a16:creationId xmlns:a16="http://schemas.microsoft.com/office/drawing/2014/main" id="{02BAB220-7024-4DDE-95A2-9D418A52C753}"/>
              </a:ext>
            </a:extLst>
          </p:cNvPr>
          <p:cNvSpPr>
            <a:spLocks noGrp="1"/>
          </p:cNvSpPr>
          <p:nvPr>
            <p:ph type="body" sz="quarter" idx="15" hasCustomPrompt="1"/>
          </p:nvPr>
        </p:nvSpPr>
        <p:spPr>
          <a:xfrm>
            <a:off x="670984" y="1463039"/>
            <a:ext cx="10860616" cy="520700"/>
          </a:xfrm>
          <a:prstGeom prst="rect">
            <a:avLst/>
          </a:prstGeom>
        </p:spPr>
        <p:txBody>
          <a:bodyPr>
            <a:noAutofit/>
          </a:bodyPr>
          <a:lstStyle>
            <a:lvl1pPr>
              <a:defRPr sz="2400" b="1" cap="all" baseline="0">
                <a:solidFill>
                  <a:schemeClr val="tx1"/>
                </a:solidFill>
                <a:latin typeface="+mn-lt"/>
              </a:defRPr>
            </a:lvl1pPr>
          </a:lstStyle>
          <a:p>
            <a:pPr lvl="0"/>
            <a:r>
              <a:rPr lang="en-US"/>
              <a:t>SUBTITLE CALIBRI 18PT BOLD, white</a:t>
            </a:r>
          </a:p>
        </p:txBody>
      </p:sp>
      <p:sp>
        <p:nvSpPr>
          <p:cNvPr id="5" name="Date Placeholder 4">
            <a:extLst>
              <a:ext uri="{FF2B5EF4-FFF2-40B4-BE49-F238E27FC236}">
                <a16:creationId xmlns:a16="http://schemas.microsoft.com/office/drawing/2014/main" id="{5235A1FB-BA52-4BD1-8AF6-DDBFACF5FE36}"/>
              </a:ext>
            </a:extLst>
          </p:cNvPr>
          <p:cNvSpPr>
            <a:spLocks noGrp="1"/>
          </p:cNvSpPr>
          <p:nvPr>
            <p:ph type="dt" sz="half" idx="16"/>
          </p:nvPr>
        </p:nvSpPr>
        <p:spPr/>
        <p:txBody>
          <a:bodyPr/>
          <a:lstStyle/>
          <a:p>
            <a:fld id="{F33ADA8F-D1B8-4D4F-9CEC-973E968CFBF0}" type="datetime5">
              <a:rPr lang="en-US" sz="1333" smtClean="0"/>
              <a:t>7-May-26</a:t>
            </a:fld>
            <a:endParaRPr lang="en-IN" sz="1333"/>
          </a:p>
        </p:txBody>
      </p:sp>
      <p:sp>
        <p:nvSpPr>
          <p:cNvPr id="6" name="Footer Placeholder 5">
            <a:extLst>
              <a:ext uri="{FF2B5EF4-FFF2-40B4-BE49-F238E27FC236}">
                <a16:creationId xmlns:a16="http://schemas.microsoft.com/office/drawing/2014/main" id="{F40C19A0-007F-4795-A63A-2AB1D4CD0543}"/>
              </a:ext>
            </a:extLst>
          </p:cNvPr>
          <p:cNvSpPr>
            <a:spLocks noGrp="1"/>
          </p:cNvSpPr>
          <p:nvPr>
            <p:ph type="ftr" sz="quarter" idx="17"/>
          </p:nvPr>
        </p:nvSpPr>
        <p:spPr/>
        <p:txBody>
          <a:bodyPr/>
          <a:lstStyle/>
          <a:p>
            <a:pPr>
              <a:defRPr/>
            </a:pPr>
            <a:r>
              <a:rPr lang="en-US"/>
              <a:t>Enter title via "insert&gt;header and footer&gt;footer"  |  </a:t>
            </a:r>
            <a:endParaRPr lang="en-IN"/>
          </a:p>
        </p:txBody>
      </p:sp>
      <p:sp>
        <p:nvSpPr>
          <p:cNvPr id="7" name="Slide Number Placeholder 6">
            <a:extLst>
              <a:ext uri="{FF2B5EF4-FFF2-40B4-BE49-F238E27FC236}">
                <a16:creationId xmlns:a16="http://schemas.microsoft.com/office/drawing/2014/main" id="{1971C191-AACC-45C1-9532-813DE7A91208}"/>
              </a:ext>
            </a:extLst>
          </p:cNvPr>
          <p:cNvSpPr>
            <a:spLocks noGrp="1"/>
          </p:cNvSpPr>
          <p:nvPr>
            <p:ph type="sldNum" sz="quarter" idx="18"/>
          </p:nvPr>
        </p:nvSpPr>
        <p:spPr/>
        <p:txBody>
          <a:bodyPr/>
          <a:lstStyle/>
          <a:p>
            <a:pPr>
              <a:defRPr/>
            </a:pPr>
            <a:r>
              <a:rPr lang="en-IN"/>
              <a:t>|    </a:t>
            </a:r>
            <a:fld id="{7B2119CD-3B2D-4CEB-B404-D2E3F8CD6D69}" type="slidenum">
              <a:rPr lang="en-IN" smtClean="0"/>
              <a:pPr>
                <a:defRPr/>
              </a:pPr>
              <a:t>‹#›</a:t>
            </a:fld>
            <a:endParaRPr lang="en-IN"/>
          </a:p>
        </p:txBody>
      </p:sp>
      <p:sp>
        <p:nvSpPr>
          <p:cNvPr id="3" name="Title 2">
            <a:extLst>
              <a:ext uri="{FF2B5EF4-FFF2-40B4-BE49-F238E27FC236}">
                <a16:creationId xmlns:a16="http://schemas.microsoft.com/office/drawing/2014/main" id="{FACBBF95-B943-4B94-873E-49338E6CC8EE}"/>
              </a:ext>
            </a:extLst>
          </p:cNvPr>
          <p:cNvSpPr>
            <a:spLocks noGrp="1"/>
          </p:cNvSpPr>
          <p:nvPr>
            <p:ph type="title"/>
          </p:nvPr>
        </p:nvSpPr>
        <p:spPr/>
        <p:txBody>
          <a:bodyPr/>
          <a:lstStyle/>
          <a:p>
            <a:r>
              <a:rPr lang="en-US"/>
              <a:t>Click to edit Master title style</a:t>
            </a:r>
            <a:endParaRPr lang="en-IN"/>
          </a:p>
        </p:txBody>
      </p:sp>
    </p:spTree>
    <p:extLst>
      <p:ext uri="{BB962C8B-B14F-4D97-AF65-F5344CB8AC3E}">
        <p14:creationId xmlns:p14="http://schemas.microsoft.com/office/powerpoint/2010/main" val="3498769390"/>
      </p:ext>
    </p:extLst>
  </p:cSld>
  <p:clrMapOvr>
    <a:masterClrMapping/>
  </p:clrMapOvr>
</p:sldLayout>
</file>

<file path=ppt/slideLayouts/slideLayout181.xml><?xml version="1.0" encoding="utf-8"?>
<p:sldLayout xmlns:a="http://schemas.openxmlformats.org/drawingml/2006/main" xmlns:r="http://schemas.openxmlformats.org/officeDocument/2006/relationships" xmlns:p="http://schemas.openxmlformats.org/presentationml/2006/main" preserve="1" userDrawn="1">
  <p:cSld name="Title and Long Content">
    <p:spTree>
      <p:nvGrpSpPr>
        <p:cNvPr id="1" name=""/>
        <p:cNvGrpSpPr/>
        <p:nvPr/>
      </p:nvGrpSpPr>
      <p:grpSpPr>
        <a:xfrm>
          <a:off x="0" y="0"/>
          <a:ext cx="0" cy="0"/>
          <a:chOff x="0" y="0"/>
          <a:chExt cx="0" cy="0"/>
        </a:xfrm>
      </p:grpSpPr>
      <p:sp>
        <p:nvSpPr>
          <p:cNvPr id="8" name="Text Placeholder 9">
            <a:extLst>
              <a:ext uri="{FF2B5EF4-FFF2-40B4-BE49-F238E27FC236}">
                <a16:creationId xmlns:a16="http://schemas.microsoft.com/office/drawing/2014/main" id="{8C4E6824-BC35-4134-9F27-991A84034980}"/>
              </a:ext>
            </a:extLst>
          </p:cNvPr>
          <p:cNvSpPr>
            <a:spLocks noGrp="1"/>
          </p:cNvSpPr>
          <p:nvPr>
            <p:ph type="body" sz="quarter" idx="10" hasCustomPrompt="1"/>
          </p:nvPr>
        </p:nvSpPr>
        <p:spPr>
          <a:xfrm>
            <a:off x="670562" y="355600"/>
            <a:ext cx="6989233" cy="348813"/>
          </a:xfrm>
          <a:prstGeom prst="rect">
            <a:avLst/>
          </a:prstGeom>
        </p:spPr>
        <p:txBody>
          <a:bodyPr>
            <a:noAutofit/>
          </a:bodyPr>
          <a:lstStyle>
            <a:lvl1pPr>
              <a:defRPr sz="1867" b="0" cap="all" spc="200" baseline="0">
                <a:solidFill>
                  <a:schemeClr val="accent2"/>
                </a:solidFill>
                <a:latin typeface="+mn-lt"/>
              </a:defRPr>
            </a:lvl1pPr>
            <a:lvl2pPr marL="0" indent="0">
              <a:buNone/>
              <a:defRPr/>
            </a:lvl2pPr>
          </a:lstStyle>
          <a:p>
            <a:pPr lvl="0"/>
            <a:r>
              <a:rPr lang="en-US"/>
              <a:t>Eyebrow identification, CALIBRI, 14PT REGULAR</a:t>
            </a:r>
          </a:p>
        </p:txBody>
      </p:sp>
      <p:sp>
        <p:nvSpPr>
          <p:cNvPr id="10" name="Content Placeholder 9">
            <a:extLst>
              <a:ext uri="{FF2B5EF4-FFF2-40B4-BE49-F238E27FC236}">
                <a16:creationId xmlns:a16="http://schemas.microsoft.com/office/drawing/2014/main" id="{872D10E3-4645-4C6E-99E9-2CF712C6A947}"/>
              </a:ext>
            </a:extLst>
          </p:cNvPr>
          <p:cNvSpPr>
            <a:spLocks noGrp="1"/>
          </p:cNvSpPr>
          <p:nvPr>
            <p:ph sz="quarter" idx="14"/>
          </p:nvPr>
        </p:nvSpPr>
        <p:spPr>
          <a:xfrm>
            <a:off x="670560" y="1463040"/>
            <a:ext cx="10861040" cy="4753929"/>
          </a:xfrm>
        </p:spPr>
        <p:txBody>
          <a:bodyPr>
            <a:noAutofit/>
          </a:bodyPr>
          <a:lstStyle>
            <a:lvl1pPr>
              <a:spcBef>
                <a:spcPts val="1600"/>
              </a:spcBef>
              <a:defRPr/>
            </a:lvl1pPr>
            <a:lvl2pPr>
              <a:spcBef>
                <a:spcPts val="1600"/>
              </a:spcBef>
              <a:defRPr/>
            </a:lvl2pPr>
            <a:lvl3pPr marL="304792" indent="0">
              <a:buNone/>
              <a:defRPr/>
            </a:lvl3pPr>
            <a:lvl4pPr>
              <a:defRPr/>
            </a:lvl4pPr>
            <a:lvl5pPr>
              <a:defRPr/>
            </a:lvl5pPr>
          </a:lstStyle>
          <a:p>
            <a:pPr lvl="0"/>
            <a:r>
              <a:rPr lang="en-US"/>
              <a:t>Click to edit Master text styles</a:t>
            </a:r>
          </a:p>
          <a:p>
            <a:pPr lvl="1"/>
            <a:r>
              <a:rPr lang="en-US"/>
              <a:t>Second level</a:t>
            </a:r>
          </a:p>
        </p:txBody>
      </p:sp>
      <p:sp>
        <p:nvSpPr>
          <p:cNvPr id="5" name="Date Placeholder 4">
            <a:extLst>
              <a:ext uri="{FF2B5EF4-FFF2-40B4-BE49-F238E27FC236}">
                <a16:creationId xmlns:a16="http://schemas.microsoft.com/office/drawing/2014/main" id="{62CA32A6-8AF8-4EFE-BF5F-345B9DE49869}"/>
              </a:ext>
            </a:extLst>
          </p:cNvPr>
          <p:cNvSpPr>
            <a:spLocks noGrp="1"/>
          </p:cNvSpPr>
          <p:nvPr>
            <p:ph type="dt" sz="half" idx="15"/>
          </p:nvPr>
        </p:nvSpPr>
        <p:spPr/>
        <p:txBody>
          <a:bodyPr/>
          <a:lstStyle/>
          <a:p>
            <a:fld id="{E34ACAB9-4910-4AE7-A04E-0E3E34D39789}" type="datetime5">
              <a:rPr lang="en-US" sz="1333" smtClean="0"/>
              <a:t>7-May-26</a:t>
            </a:fld>
            <a:endParaRPr lang="en-IN" sz="1333"/>
          </a:p>
        </p:txBody>
      </p:sp>
      <p:sp>
        <p:nvSpPr>
          <p:cNvPr id="6" name="Footer Placeholder 5">
            <a:extLst>
              <a:ext uri="{FF2B5EF4-FFF2-40B4-BE49-F238E27FC236}">
                <a16:creationId xmlns:a16="http://schemas.microsoft.com/office/drawing/2014/main" id="{56E0F35B-6B47-4E81-BC98-BBD04C159B68}"/>
              </a:ext>
            </a:extLst>
          </p:cNvPr>
          <p:cNvSpPr>
            <a:spLocks noGrp="1"/>
          </p:cNvSpPr>
          <p:nvPr>
            <p:ph type="ftr" sz="quarter" idx="16"/>
          </p:nvPr>
        </p:nvSpPr>
        <p:spPr/>
        <p:txBody>
          <a:bodyPr/>
          <a:lstStyle/>
          <a:p>
            <a:pPr>
              <a:defRPr/>
            </a:pPr>
            <a:r>
              <a:rPr lang="en-US"/>
              <a:t>Enter title via "insert&gt;header and footer&gt;footer"  |  </a:t>
            </a:r>
            <a:endParaRPr lang="en-IN"/>
          </a:p>
        </p:txBody>
      </p:sp>
      <p:sp>
        <p:nvSpPr>
          <p:cNvPr id="7" name="Slide Number Placeholder 6">
            <a:extLst>
              <a:ext uri="{FF2B5EF4-FFF2-40B4-BE49-F238E27FC236}">
                <a16:creationId xmlns:a16="http://schemas.microsoft.com/office/drawing/2014/main" id="{2B10C4F5-5955-46F8-8417-363ED6011606}"/>
              </a:ext>
            </a:extLst>
          </p:cNvPr>
          <p:cNvSpPr>
            <a:spLocks noGrp="1"/>
          </p:cNvSpPr>
          <p:nvPr>
            <p:ph type="sldNum" sz="quarter" idx="17"/>
          </p:nvPr>
        </p:nvSpPr>
        <p:spPr/>
        <p:txBody>
          <a:bodyPr/>
          <a:lstStyle/>
          <a:p>
            <a:pPr>
              <a:defRPr/>
            </a:pPr>
            <a:r>
              <a:rPr lang="en-IN"/>
              <a:t>|    </a:t>
            </a:r>
            <a:fld id="{7B2119CD-3B2D-4CEB-B404-D2E3F8CD6D69}" type="slidenum">
              <a:rPr lang="en-IN" smtClean="0"/>
              <a:pPr>
                <a:defRPr/>
              </a:pPr>
              <a:t>‹#›</a:t>
            </a:fld>
            <a:endParaRPr lang="en-IN"/>
          </a:p>
        </p:txBody>
      </p:sp>
      <p:sp>
        <p:nvSpPr>
          <p:cNvPr id="3" name="Title 2">
            <a:extLst>
              <a:ext uri="{FF2B5EF4-FFF2-40B4-BE49-F238E27FC236}">
                <a16:creationId xmlns:a16="http://schemas.microsoft.com/office/drawing/2014/main" id="{49761CE6-7625-4D4F-8DF1-D454EDFFBFF0}"/>
              </a:ext>
            </a:extLst>
          </p:cNvPr>
          <p:cNvSpPr>
            <a:spLocks noGrp="1"/>
          </p:cNvSpPr>
          <p:nvPr>
            <p:ph type="title"/>
          </p:nvPr>
        </p:nvSpPr>
        <p:spPr/>
        <p:txBody>
          <a:bodyPr/>
          <a:lstStyle/>
          <a:p>
            <a:r>
              <a:rPr lang="en-US"/>
              <a:t>Click to edit Master title style</a:t>
            </a:r>
            <a:endParaRPr lang="en-IN"/>
          </a:p>
        </p:txBody>
      </p:sp>
    </p:spTree>
    <p:extLst>
      <p:ext uri="{BB962C8B-B14F-4D97-AF65-F5344CB8AC3E}">
        <p14:creationId xmlns:p14="http://schemas.microsoft.com/office/powerpoint/2010/main" val="3676901881"/>
      </p:ext>
    </p:extLst>
  </p:cSld>
  <p:clrMapOvr>
    <a:masterClrMapping/>
  </p:clrMapOvr>
</p:sldLayout>
</file>

<file path=ppt/slideLayouts/slideLayout182.xml><?xml version="1.0" encoding="utf-8"?>
<p:sldLayout xmlns:a="http://schemas.openxmlformats.org/drawingml/2006/main" xmlns:r="http://schemas.openxmlformats.org/officeDocument/2006/relationships" xmlns:p="http://schemas.openxmlformats.org/presentationml/2006/main" preserve="1" userDrawn="1">
  <p:cSld name="2 Content_CALIBRI SUBHEAD Option">
    <p:spTree>
      <p:nvGrpSpPr>
        <p:cNvPr id="1" name=""/>
        <p:cNvGrpSpPr/>
        <p:nvPr/>
      </p:nvGrpSpPr>
      <p:grpSpPr>
        <a:xfrm>
          <a:off x="0" y="0"/>
          <a:ext cx="0" cy="0"/>
          <a:chOff x="0" y="0"/>
          <a:chExt cx="0" cy="0"/>
        </a:xfrm>
      </p:grpSpPr>
      <p:sp>
        <p:nvSpPr>
          <p:cNvPr id="9" name="Text Placeholder 4">
            <a:extLst>
              <a:ext uri="{FF2B5EF4-FFF2-40B4-BE49-F238E27FC236}">
                <a16:creationId xmlns:a16="http://schemas.microsoft.com/office/drawing/2014/main" id="{5DC8CFFF-24E5-4D53-989F-F4E93C9D9D1A}"/>
              </a:ext>
            </a:extLst>
          </p:cNvPr>
          <p:cNvSpPr>
            <a:spLocks noGrp="1"/>
          </p:cNvSpPr>
          <p:nvPr>
            <p:ph type="body" sz="quarter" idx="14" hasCustomPrompt="1"/>
          </p:nvPr>
        </p:nvSpPr>
        <p:spPr>
          <a:xfrm>
            <a:off x="670984" y="1463039"/>
            <a:ext cx="5089736" cy="520700"/>
          </a:xfrm>
          <a:prstGeom prst="rect">
            <a:avLst/>
          </a:prstGeom>
        </p:spPr>
        <p:txBody>
          <a:bodyPr>
            <a:noAutofit/>
          </a:bodyPr>
          <a:lstStyle>
            <a:lvl1pPr>
              <a:defRPr sz="2400" b="1" cap="all" baseline="0">
                <a:solidFill>
                  <a:schemeClr val="tx1"/>
                </a:solidFill>
                <a:latin typeface="+mn-lt"/>
              </a:defRPr>
            </a:lvl1pPr>
          </a:lstStyle>
          <a:p>
            <a:pPr lvl="0"/>
            <a:r>
              <a:rPr lang="en-US"/>
              <a:t>SHORT TITLE, CALIBRI, 18PT, BOLD</a:t>
            </a:r>
          </a:p>
        </p:txBody>
      </p:sp>
      <p:sp>
        <p:nvSpPr>
          <p:cNvPr id="11" name="Text Placeholder 4">
            <a:extLst>
              <a:ext uri="{FF2B5EF4-FFF2-40B4-BE49-F238E27FC236}">
                <a16:creationId xmlns:a16="http://schemas.microsoft.com/office/drawing/2014/main" id="{DE1D0A19-24A0-42A1-88A0-10A757E8E67A}"/>
              </a:ext>
            </a:extLst>
          </p:cNvPr>
          <p:cNvSpPr>
            <a:spLocks noGrp="1"/>
          </p:cNvSpPr>
          <p:nvPr>
            <p:ph type="body" sz="quarter" idx="15" hasCustomPrompt="1"/>
          </p:nvPr>
        </p:nvSpPr>
        <p:spPr>
          <a:xfrm>
            <a:off x="6431280" y="1463039"/>
            <a:ext cx="5089736" cy="520700"/>
          </a:xfrm>
          <a:prstGeom prst="rect">
            <a:avLst/>
          </a:prstGeom>
        </p:spPr>
        <p:txBody>
          <a:bodyPr>
            <a:noAutofit/>
          </a:bodyPr>
          <a:lstStyle>
            <a:lvl1pPr>
              <a:defRPr sz="2400" b="1" cap="all" baseline="0">
                <a:solidFill>
                  <a:schemeClr val="tx1"/>
                </a:solidFill>
                <a:latin typeface="+mn-lt"/>
              </a:defRPr>
            </a:lvl1pPr>
          </a:lstStyle>
          <a:p>
            <a:pPr lvl="0"/>
            <a:r>
              <a:rPr lang="en-US"/>
              <a:t>SHORT TITLE, CALIBRI, 18PT, BOLD</a:t>
            </a:r>
          </a:p>
        </p:txBody>
      </p:sp>
      <p:sp>
        <p:nvSpPr>
          <p:cNvPr id="12" name="Content Placeholder 14">
            <a:extLst>
              <a:ext uri="{FF2B5EF4-FFF2-40B4-BE49-F238E27FC236}">
                <a16:creationId xmlns:a16="http://schemas.microsoft.com/office/drawing/2014/main" id="{7DC97119-8034-4889-B729-0E3963B60D20}"/>
              </a:ext>
            </a:extLst>
          </p:cNvPr>
          <p:cNvSpPr>
            <a:spLocks noGrp="1"/>
          </p:cNvSpPr>
          <p:nvPr>
            <p:ph sz="quarter" idx="18"/>
          </p:nvPr>
        </p:nvSpPr>
        <p:spPr>
          <a:xfrm>
            <a:off x="670559" y="1983738"/>
            <a:ext cx="5089735" cy="4234179"/>
          </a:xfrm>
        </p:spPr>
        <p:txBody>
          <a:bodyPr>
            <a:noAutofit/>
          </a:bodyPr>
          <a:lstStyle>
            <a:lvl2pPr>
              <a:defRPr sz="2133"/>
            </a:lvl2pPr>
            <a:lvl3pPr>
              <a:defRPr sz="1867"/>
            </a:lvl3pPr>
            <a:lvl4pPr>
              <a:defRPr sz="1600"/>
            </a:lvl4pPr>
            <a:lvl5pPr>
              <a:defRPr sz="1600"/>
            </a:lvl5pPr>
          </a:lstStyle>
          <a:p>
            <a:pPr lvl="0"/>
            <a:r>
              <a:rPr lang="en-US"/>
              <a:t>Click to edit Master text styles</a:t>
            </a:r>
          </a:p>
          <a:p>
            <a:pPr lvl="1"/>
            <a:r>
              <a:rPr lang="en-US"/>
              <a:t>First level</a:t>
            </a:r>
          </a:p>
          <a:p>
            <a:pPr lvl="2"/>
            <a:r>
              <a:rPr lang="en-US"/>
              <a:t>Second level</a:t>
            </a:r>
          </a:p>
          <a:p>
            <a:pPr lvl="3"/>
            <a:r>
              <a:rPr lang="en-US"/>
              <a:t>Third level</a:t>
            </a:r>
          </a:p>
          <a:p>
            <a:pPr lvl="4"/>
            <a:r>
              <a:rPr lang="en-US"/>
              <a:t>Fourth level</a:t>
            </a:r>
            <a:endParaRPr lang="en-IN"/>
          </a:p>
        </p:txBody>
      </p:sp>
      <p:sp>
        <p:nvSpPr>
          <p:cNvPr id="13" name="Content Placeholder 14">
            <a:extLst>
              <a:ext uri="{FF2B5EF4-FFF2-40B4-BE49-F238E27FC236}">
                <a16:creationId xmlns:a16="http://schemas.microsoft.com/office/drawing/2014/main" id="{D23AA11D-C736-4A2D-A2E5-743EA4E0D943}"/>
              </a:ext>
            </a:extLst>
          </p:cNvPr>
          <p:cNvSpPr>
            <a:spLocks noGrp="1"/>
          </p:cNvSpPr>
          <p:nvPr>
            <p:ph sz="quarter" idx="19"/>
          </p:nvPr>
        </p:nvSpPr>
        <p:spPr>
          <a:xfrm>
            <a:off x="6431281" y="1983738"/>
            <a:ext cx="5089735" cy="4234179"/>
          </a:xfrm>
        </p:spPr>
        <p:txBody>
          <a:bodyPr>
            <a:noAutofit/>
          </a:bodyPr>
          <a:lstStyle>
            <a:lvl2pPr>
              <a:defRPr sz="2133"/>
            </a:lvl2pPr>
            <a:lvl3pPr>
              <a:defRPr sz="1867"/>
            </a:lvl3pPr>
            <a:lvl4pPr>
              <a:defRPr sz="1600"/>
            </a:lvl4pPr>
            <a:lvl5pPr>
              <a:defRPr sz="1600"/>
            </a:lvl5pPr>
          </a:lstStyle>
          <a:p>
            <a:pPr lvl="0"/>
            <a:r>
              <a:rPr lang="en-US"/>
              <a:t>Click to edit Master text styles</a:t>
            </a:r>
          </a:p>
          <a:p>
            <a:pPr lvl="1"/>
            <a:r>
              <a:rPr lang="en-US"/>
              <a:t>First level</a:t>
            </a:r>
          </a:p>
          <a:p>
            <a:pPr lvl="2"/>
            <a:r>
              <a:rPr lang="en-US"/>
              <a:t>Second level</a:t>
            </a:r>
          </a:p>
          <a:p>
            <a:pPr lvl="3"/>
            <a:r>
              <a:rPr lang="en-US"/>
              <a:t>Third level</a:t>
            </a:r>
          </a:p>
          <a:p>
            <a:pPr lvl="4"/>
            <a:r>
              <a:rPr lang="en-US"/>
              <a:t>Fourth level</a:t>
            </a:r>
            <a:endParaRPr lang="en-IN"/>
          </a:p>
        </p:txBody>
      </p:sp>
      <p:sp>
        <p:nvSpPr>
          <p:cNvPr id="14" name="Text Placeholder 9">
            <a:extLst>
              <a:ext uri="{FF2B5EF4-FFF2-40B4-BE49-F238E27FC236}">
                <a16:creationId xmlns:a16="http://schemas.microsoft.com/office/drawing/2014/main" id="{F35FEC9F-C507-44E0-9733-E28CDFE7BE1D}"/>
              </a:ext>
            </a:extLst>
          </p:cNvPr>
          <p:cNvSpPr>
            <a:spLocks noGrp="1"/>
          </p:cNvSpPr>
          <p:nvPr>
            <p:ph type="body" sz="quarter" idx="10" hasCustomPrompt="1"/>
          </p:nvPr>
        </p:nvSpPr>
        <p:spPr>
          <a:xfrm>
            <a:off x="670562" y="355600"/>
            <a:ext cx="6989233" cy="348813"/>
          </a:xfrm>
          <a:prstGeom prst="rect">
            <a:avLst/>
          </a:prstGeom>
        </p:spPr>
        <p:txBody>
          <a:bodyPr>
            <a:noAutofit/>
          </a:bodyPr>
          <a:lstStyle>
            <a:lvl1pPr>
              <a:defRPr sz="1867" b="0" cap="all" spc="200" baseline="0">
                <a:solidFill>
                  <a:schemeClr val="accent2"/>
                </a:solidFill>
                <a:latin typeface="+mn-lt"/>
              </a:defRPr>
            </a:lvl1pPr>
            <a:lvl2pPr marL="0" indent="0">
              <a:buNone/>
              <a:defRPr/>
            </a:lvl2pPr>
          </a:lstStyle>
          <a:p>
            <a:pPr lvl="0"/>
            <a:r>
              <a:rPr lang="en-US"/>
              <a:t>Eyebrow identification, CALIBRI, 14PT REGULAR</a:t>
            </a:r>
          </a:p>
        </p:txBody>
      </p:sp>
      <p:sp>
        <p:nvSpPr>
          <p:cNvPr id="5" name="Date Placeholder 4">
            <a:extLst>
              <a:ext uri="{FF2B5EF4-FFF2-40B4-BE49-F238E27FC236}">
                <a16:creationId xmlns:a16="http://schemas.microsoft.com/office/drawing/2014/main" id="{229B0F37-AD6B-405F-966C-AEAC08367728}"/>
              </a:ext>
            </a:extLst>
          </p:cNvPr>
          <p:cNvSpPr>
            <a:spLocks noGrp="1"/>
          </p:cNvSpPr>
          <p:nvPr>
            <p:ph type="dt" sz="half" idx="20"/>
          </p:nvPr>
        </p:nvSpPr>
        <p:spPr/>
        <p:txBody>
          <a:bodyPr/>
          <a:lstStyle/>
          <a:p>
            <a:fld id="{69D25864-6192-4D15-8C98-CEFFF01872B6}" type="datetime5">
              <a:rPr lang="en-US" sz="1333" smtClean="0"/>
              <a:t>7-May-26</a:t>
            </a:fld>
            <a:endParaRPr lang="en-IN" sz="1333"/>
          </a:p>
        </p:txBody>
      </p:sp>
      <p:sp>
        <p:nvSpPr>
          <p:cNvPr id="6" name="Footer Placeholder 5">
            <a:extLst>
              <a:ext uri="{FF2B5EF4-FFF2-40B4-BE49-F238E27FC236}">
                <a16:creationId xmlns:a16="http://schemas.microsoft.com/office/drawing/2014/main" id="{408FAF83-77F0-402C-9105-010216AB1287}"/>
              </a:ext>
            </a:extLst>
          </p:cNvPr>
          <p:cNvSpPr>
            <a:spLocks noGrp="1"/>
          </p:cNvSpPr>
          <p:nvPr>
            <p:ph type="ftr" sz="quarter" idx="21"/>
          </p:nvPr>
        </p:nvSpPr>
        <p:spPr/>
        <p:txBody>
          <a:bodyPr/>
          <a:lstStyle/>
          <a:p>
            <a:pPr>
              <a:defRPr/>
            </a:pPr>
            <a:r>
              <a:rPr lang="en-US"/>
              <a:t>Enter title via "insert&gt;header and footer&gt;footer"  |  </a:t>
            </a:r>
            <a:endParaRPr lang="en-IN"/>
          </a:p>
        </p:txBody>
      </p:sp>
      <p:sp>
        <p:nvSpPr>
          <p:cNvPr id="7" name="Slide Number Placeholder 6">
            <a:extLst>
              <a:ext uri="{FF2B5EF4-FFF2-40B4-BE49-F238E27FC236}">
                <a16:creationId xmlns:a16="http://schemas.microsoft.com/office/drawing/2014/main" id="{54247CD1-13D4-4D6F-9AD9-FA94F6490838}"/>
              </a:ext>
            </a:extLst>
          </p:cNvPr>
          <p:cNvSpPr>
            <a:spLocks noGrp="1"/>
          </p:cNvSpPr>
          <p:nvPr>
            <p:ph type="sldNum" sz="quarter" idx="22"/>
          </p:nvPr>
        </p:nvSpPr>
        <p:spPr/>
        <p:txBody>
          <a:bodyPr/>
          <a:lstStyle/>
          <a:p>
            <a:pPr>
              <a:defRPr/>
            </a:pPr>
            <a:r>
              <a:rPr lang="en-IN"/>
              <a:t>|    </a:t>
            </a:r>
            <a:fld id="{7B2119CD-3B2D-4CEB-B404-D2E3F8CD6D69}" type="slidenum">
              <a:rPr lang="en-IN" smtClean="0"/>
              <a:pPr>
                <a:defRPr/>
              </a:pPr>
              <a:t>‹#›</a:t>
            </a:fld>
            <a:endParaRPr lang="en-IN"/>
          </a:p>
        </p:txBody>
      </p:sp>
      <p:sp>
        <p:nvSpPr>
          <p:cNvPr id="3" name="Title 2">
            <a:extLst>
              <a:ext uri="{FF2B5EF4-FFF2-40B4-BE49-F238E27FC236}">
                <a16:creationId xmlns:a16="http://schemas.microsoft.com/office/drawing/2014/main" id="{0394271E-5E80-405F-9D37-24DDD81A2BE9}"/>
              </a:ext>
            </a:extLst>
          </p:cNvPr>
          <p:cNvSpPr>
            <a:spLocks noGrp="1"/>
          </p:cNvSpPr>
          <p:nvPr>
            <p:ph type="title"/>
          </p:nvPr>
        </p:nvSpPr>
        <p:spPr/>
        <p:txBody>
          <a:bodyPr/>
          <a:lstStyle/>
          <a:p>
            <a:r>
              <a:rPr lang="en-US"/>
              <a:t>Click to edit Master title style</a:t>
            </a:r>
            <a:endParaRPr lang="en-IN"/>
          </a:p>
        </p:txBody>
      </p:sp>
    </p:spTree>
    <p:extLst>
      <p:ext uri="{BB962C8B-B14F-4D97-AF65-F5344CB8AC3E}">
        <p14:creationId xmlns:p14="http://schemas.microsoft.com/office/powerpoint/2010/main" val="1516723725"/>
      </p:ext>
    </p:extLst>
  </p:cSld>
  <p:clrMapOvr>
    <a:masterClrMapping/>
  </p:clrMapOvr>
</p:sldLayout>
</file>

<file path=ppt/slideLayouts/slideLayout183.xml><?xml version="1.0" encoding="utf-8"?>
<p:sldLayout xmlns:a="http://schemas.openxmlformats.org/drawingml/2006/main" xmlns:r="http://schemas.openxmlformats.org/officeDocument/2006/relationships" xmlns:p="http://schemas.openxmlformats.org/presentationml/2006/main" preserve="1" userDrawn="1">
  <p:cSld name="Two Content + Header">
    <p:spTree>
      <p:nvGrpSpPr>
        <p:cNvPr id="1" name=""/>
        <p:cNvGrpSpPr/>
        <p:nvPr/>
      </p:nvGrpSpPr>
      <p:grpSpPr>
        <a:xfrm>
          <a:off x="0" y="0"/>
          <a:ext cx="0" cy="0"/>
          <a:chOff x="0" y="0"/>
          <a:chExt cx="0" cy="0"/>
        </a:xfrm>
      </p:grpSpPr>
      <p:sp>
        <p:nvSpPr>
          <p:cNvPr id="11" name="Text Placeholder 9">
            <a:extLst>
              <a:ext uri="{FF2B5EF4-FFF2-40B4-BE49-F238E27FC236}">
                <a16:creationId xmlns:a16="http://schemas.microsoft.com/office/drawing/2014/main" id="{3DDD3982-D580-4A3D-87F3-05FAC777BEB6}"/>
              </a:ext>
            </a:extLst>
          </p:cNvPr>
          <p:cNvSpPr>
            <a:spLocks noGrp="1"/>
          </p:cNvSpPr>
          <p:nvPr>
            <p:ph type="body" sz="quarter" idx="10" hasCustomPrompt="1"/>
          </p:nvPr>
        </p:nvSpPr>
        <p:spPr>
          <a:xfrm>
            <a:off x="670562" y="355600"/>
            <a:ext cx="6989233" cy="348813"/>
          </a:xfrm>
          <a:prstGeom prst="rect">
            <a:avLst/>
          </a:prstGeom>
        </p:spPr>
        <p:txBody>
          <a:bodyPr>
            <a:noAutofit/>
          </a:bodyPr>
          <a:lstStyle>
            <a:lvl1pPr>
              <a:defRPr sz="1867" b="0" cap="all" spc="200" baseline="0">
                <a:solidFill>
                  <a:schemeClr val="accent2"/>
                </a:solidFill>
                <a:latin typeface="+mn-lt"/>
              </a:defRPr>
            </a:lvl1pPr>
            <a:lvl2pPr marL="0" indent="0">
              <a:buNone/>
              <a:defRPr/>
            </a:lvl2pPr>
          </a:lstStyle>
          <a:p>
            <a:pPr lvl="0"/>
            <a:r>
              <a:rPr lang="en-US"/>
              <a:t>Eyebrow identification, CALIBRI, 14PT REGULAR</a:t>
            </a:r>
          </a:p>
        </p:txBody>
      </p:sp>
      <p:sp>
        <p:nvSpPr>
          <p:cNvPr id="14" name="Text Placeholder 9">
            <a:extLst>
              <a:ext uri="{FF2B5EF4-FFF2-40B4-BE49-F238E27FC236}">
                <a16:creationId xmlns:a16="http://schemas.microsoft.com/office/drawing/2014/main" id="{69554EE2-145C-4A00-A0C3-DB78B30B5E96}"/>
              </a:ext>
            </a:extLst>
          </p:cNvPr>
          <p:cNvSpPr>
            <a:spLocks noGrp="1"/>
          </p:cNvSpPr>
          <p:nvPr>
            <p:ph type="body" sz="quarter" idx="14" hasCustomPrompt="1"/>
          </p:nvPr>
        </p:nvSpPr>
        <p:spPr>
          <a:xfrm>
            <a:off x="670560" y="1463040"/>
            <a:ext cx="10838688" cy="1097280"/>
          </a:xfrm>
          <a:prstGeom prst="rect">
            <a:avLst/>
          </a:prstGeom>
        </p:spPr>
        <p:txBody>
          <a:bodyPr>
            <a:noAutofit/>
          </a:bodyPr>
          <a:lstStyle>
            <a:lvl1pPr>
              <a:defRPr sz="2133" b="0">
                <a:solidFill>
                  <a:schemeClr val="tx1"/>
                </a:solidFill>
                <a:latin typeface="+mj-lt"/>
              </a:defRPr>
            </a:lvl1pPr>
          </a:lstStyle>
          <a:p>
            <a:pPr lvl="0"/>
            <a:r>
              <a:rPr lang="en-US"/>
              <a:t>Click to edit master text styles</a:t>
            </a:r>
          </a:p>
        </p:txBody>
      </p:sp>
      <p:sp>
        <p:nvSpPr>
          <p:cNvPr id="15" name="Text Placeholder 4">
            <a:extLst>
              <a:ext uri="{FF2B5EF4-FFF2-40B4-BE49-F238E27FC236}">
                <a16:creationId xmlns:a16="http://schemas.microsoft.com/office/drawing/2014/main" id="{33322A2D-74CF-44BB-AC52-68CD17269153}"/>
              </a:ext>
            </a:extLst>
          </p:cNvPr>
          <p:cNvSpPr>
            <a:spLocks noGrp="1"/>
          </p:cNvSpPr>
          <p:nvPr>
            <p:ph type="body" sz="quarter" idx="13" hasCustomPrompt="1"/>
          </p:nvPr>
        </p:nvSpPr>
        <p:spPr>
          <a:xfrm>
            <a:off x="670984" y="2743201"/>
            <a:ext cx="5089736" cy="520700"/>
          </a:xfrm>
          <a:prstGeom prst="rect">
            <a:avLst/>
          </a:prstGeom>
        </p:spPr>
        <p:txBody>
          <a:bodyPr>
            <a:noAutofit/>
          </a:bodyPr>
          <a:lstStyle>
            <a:lvl1pPr>
              <a:defRPr sz="2133" b="1" cap="all" baseline="0">
                <a:solidFill>
                  <a:schemeClr val="tx1"/>
                </a:solidFill>
                <a:latin typeface="+mn-lt"/>
              </a:defRPr>
            </a:lvl1pPr>
          </a:lstStyle>
          <a:p>
            <a:pPr lvl="0"/>
            <a:r>
              <a:rPr lang="en-US"/>
              <a:t>SHORT TITLE, CALIBRI, 16PT, BOLD</a:t>
            </a:r>
          </a:p>
        </p:txBody>
      </p:sp>
      <p:sp>
        <p:nvSpPr>
          <p:cNvPr id="16" name="Text Placeholder 4">
            <a:extLst>
              <a:ext uri="{FF2B5EF4-FFF2-40B4-BE49-F238E27FC236}">
                <a16:creationId xmlns:a16="http://schemas.microsoft.com/office/drawing/2014/main" id="{7BD8A4B5-FD7F-4BD4-9920-59537A11C9B4}"/>
              </a:ext>
            </a:extLst>
          </p:cNvPr>
          <p:cNvSpPr>
            <a:spLocks noGrp="1"/>
          </p:cNvSpPr>
          <p:nvPr>
            <p:ph type="body" sz="quarter" idx="18" hasCustomPrompt="1"/>
          </p:nvPr>
        </p:nvSpPr>
        <p:spPr>
          <a:xfrm>
            <a:off x="6431280" y="2743201"/>
            <a:ext cx="5089736" cy="520700"/>
          </a:xfrm>
          <a:prstGeom prst="rect">
            <a:avLst/>
          </a:prstGeom>
        </p:spPr>
        <p:txBody>
          <a:bodyPr>
            <a:noAutofit/>
          </a:bodyPr>
          <a:lstStyle>
            <a:lvl1pPr>
              <a:defRPr sz="2133" b="1" cap="all" baseline="0">
                <a:solidFill>
                  <a:schemeClr val="tx1"/>
                </a:solidFill>
                <a:latin typeface="+mn-lt"/>
              </a:defRPr>
            </a:lvl1pPr>
          </a:lstStyle>
          <a:p>
            <a:pPr lvl="0"/>
            <a:r>
              <a:rPr lang="en-US"/>
              <a:t>SHORT TITLE, CALIBRI, 16PT, BOLD</a:t>
            </a:r>
          </a:p>
        </p:txBody>
      </p:sp>
      <p:sp>
        <p:nvSpPr>
          <p:cNvPr id="17" name="Content Placeholder 6">
            <a:extLst>
              <a:ext uri="{FF2B5EF4-FFF2-40B4-BE49-F238E27FC236}">
                <a16:creationId xmlns:a16="http://schemas.microsoft.com/office/drawing/2014/main" id="{F3327A1A-989A-492F-A5BD-8FFF6798933B}"/>
              </a:ext>
            </a:extLst>
          </p:cNvPr>
          <p:cNvSpPr>
            <a:spLocks noGrp="1"/>
          </p:cNvSpPr>
          <p:nvPr>
            <p:ph sz="quarter" idx="19"/>
          </p:nvPr>
        </p:nvSpPr>
        <p:spPr>
          <a:xfrm>
            <a:off x="670559" y="3263901"/>
            <a:ext cx="5089735" cy="2954017"/>
          </a:xfrm>
        </p:spPr>
        <p:txBody>
          <a:bodyPr>
            <a:noAutofit/>
          </a:bodyPr>
          <a:lstStyle>
            <a:lvl1pPr>
              <a:defRPr sz="1867"/>
            </a:lvl1pPr>
            <a:lvl3pPr>
              <a:defRPr/>
            </a:lvl3pPr>
            <a:lvl4pPr>
              <a:defRPr/>
            </a:lvl4pPr>
            <a:lvl5pPr>
              <a:defRPr/>
            </a:lvl5pPr>
          </a:lstStyle>
          <a:p>
            <a:pPr lvl="0"/>
            <a:r>
              <a:rPr lang="en-US"/>
              <a:t>Click to edit Master text styles</a:t>
            </a:r>
          </a:p>
          <a:p>
            <a:pPr lvl="1"/>
            <a:r>
              <a:rPr lang="en-US"/>
              <a:t>First level</a:t>
            </a:r>
          </a:p>
          <a:p>
            <a:pPr lvl="2"/>
            <a:r>
              <a:rPr lang="en-US"/>
              <a:t>Second level</a:t>
            </a:r>
          </a:p>
          <a:p>
            <a:pPr lvl="3"/>
            <a:r>
              <a:rPr lang="en-US"/>
              <a:t>Third level</a:t>
            </a:r>
          </a:p>
          <a:p>
            <a:pPr lvl="4"/>
            <a:r>
              <a:rPr lang="en-US"/>
              <a:t>Fourth level</a:t>
            </a:r>
            <a:endParaRPr lang="en-IN"/>
          </a:p>
        </p:txBody>
      </p:sp>
      <p:sp>
        <p:nvSpPr>
          <p:cNvPr id="18" name="Content Placeholder 6">
            <a:extLst>
              <a:ext uri="{FF2B5EF4-FFF2-40B4-BE49-F238E27FC236}">
                <a16:creationId xmlns:a16="http://schemas.microsoft.com/office/drawing/2014/main" id="{32E05A6F-19E8-420D-B3B5-112D1569BED8}"/>
              </a:ext>
            </a:extLst>
          </p:cNvPr>
          <p:cNvSpPr>
            <a:spLocks noGrp="1"/>
          </p:cNvSpPr>
          <p:nvPr>
            <p:ph sz="quarter" idx="20"/>
          </p:nvPr>
        </p:nvSpPr>
        <p:spPr>
          <a:xfrm>
            <a:off x="6431281" y="3263901"/>
            <a:ext cx="5089735" cy="2954017"/>
          </a:xfrm>
        </p:spPr>
        <p:txBody>
          <a:bodyPr>
            <a:noAutofit/>
          </a:bodyPr>
          <a:lstStyle>
            <a:lvl1pPr>
              <a:defRPr sz="1867"/>
            </a:lvl1pPr>
            <a:lvl3pPr>
              <a:defRPr/>
            </a:lvl3pPr>
            <a:lvl4pPr>
              <a:defRPr/>
            </a:lvl4pPr>
            <a:lvl5pPr>
              <a:defRPr/>
            </a:lvl5pPr>
          </a:lstStyle>
          <a:p>
            <a:pPr lvl="0"/>
            <a:r>
              <a:rPr lang="en-US"/>
              <a:t>Click to edit Master text styles</a:t>
            </a:r>
          </a:p>
          <a:p>
            <a:pPr lvl="1"/>
            <a:r>
              <a:rPr lang="en-US"/>
              <a:t>First level</a:t>
            </a:r>
          </a:p>
          <a:p>
            <a:pPr lvl="2"/>
            <a:r>
              <a:rPr lang="en-US"/>
              <a:t>Second level</a:t>
            </a:r>
          </a:p>
          <a:p>
            <a:pPr lvl="3"/>
            <a:r>
              <a:rPr lang="en-US"/>
              <a:t>Third level</a:t>
            </a:r>
          </a:p>
          <a:p>
            <a:pPr lvl="4"/>
            <a:r>
              <a:rPr lang="en-US"/>
              <a:t>Fourth level</a:t>
            </a:r>
            <a:endParaRPr lang="en-IN"/>
          </a:p>
        </p:txBody>
      </p:sp>
      <p:sp>
        <p:nvSpPr>
          <p:cNvPr id="5" name="Date Placeholder 4">
            <a:extLst>
              <a:ext uri="{FF2B5EF4-FFF2-40B4-BE49-F238E27FC236}">
                <a16:creationId xmlns:a16="http://schemas.microsoft.com/office/drawing/2014/main" id="{0E59D619-EC53-4375-AE7E-A9A801CFD1A7}"/>
              </a:ext>
            </a:extLst>
          </p:cNvPr>
          <p:cNvSpPr>
            <a:spLocks noGrp="1"/>
          </p:cNvSpPr>
          <p:nvPr>
            <p:ph type="dt" sz="half" idx="21"/>
          </p:nvPr>
        </p:nvSpPr>
        <p:spPr/>
        <p:txBody>
          <a:bodyPr/>
          <a:lstStyle/>
          <a:p>
            <a:fld id="{2410F65D-5FA3-4E64-94B7-2337E40C02D1}" type="datetime5">
              <a:rPr lang="en-US" sz="1333" smtClean="0"/>
              <a:t>7-May-26</a:t>
            </a:fld>
            <a:endParaRPr lang="en-IN" sz="1333"/>
          </a:p>
        </p:txBody>
      </p:sp>
      <p:sp>
        <p:nvSpPr>
          <p:cNvPr id="6" name="Footer Placeholder 5">
            <a:extLst>
              <a:ext uri="{FF2B5EF4-FFF2-40B4-BE49-F238E27FC236}">
                <a16:creationId xmlns:a16="http://schemas.microsoft.com/office/drawing/2014/main" id="{3A5B64EC-97BF-41C6-8238-279BCED62053}"/>
              </a:ext>
            </a:extLst>
          </p:cNvPr>
          <p:cNvSpPr>
            <a:spLocks noGrp="1"/>
          </p:cNvSpPr>
          <p:nvPr>
            <p:ph type="ftr" sz="quarter" idx="22"/>
          </p:nvPr>
        </p:nvSpPr>
        <p:spPr/>
        <p:txBody>
          <a:bodyPr/>
          <a:lstStyle/>
          <a:p>
            <a:pPr>
              <a:defRPr/>
            </a:pPr>
            <a:r>
              <a:rPr lang="en-US"/>
              <a:t>Enter title via "insert&gt;header and footer&gt;footer"  |  </a:t>
            </a:r>
            <a:endParaRPr lang="en-IN"/>
          </a:p>
        </p:txBody>
      </p:sp>
      <p:sp>
        <p:nvSpPr>
          <p:cNvPr id="7" name="Slide Number Placeholder 6">
            <a:extLst>
              <a:ext uri="{FF2B5EF4-FFF2-40B4-BE49-F238E27FC236}">
                <a16:creationId xmlns:a16="http://schemas.microsoft.com/office/drawing/2014/main" id="{F0ADB52F-ABC4-41F2-A048-5A87BD1175F3}"/>
              </a:ext>
            </a:extLst>
          </p:cNvPr>
          <p:cNvSpPr>
            <a:spLocks noGrp="1"/>
          </p:cNvSpPr>
          <p:nvPr>
            <p:ph type="sldNum" sz="quarter" idx="23"/>
          </p:nvPr>
        </p:nvSpPr>
        <p:spPr/>
        <p:txBody>
          <a:bodyPr/>
          <a:lstStyle/>
          <a:p>
            <a:pPr>
              <a:defRPr/>
            </a:pPr>
            <a:r>
              <a:rPr lang="en-IN"/>
              <a:t>|    </a:t>
            </a:r>
            <a:fld id="{7B2119CD-3B2D-4CEB-B404-D2E3F8CD6D69}" type="slidenum">
              <a:rPr lang="en-IN" smtClean="0"/>
              <a:pPr>
                <a:defRPr/>
              </a:pPr>
              <a:t>‹#›</a:t>
            </a:fld>
            <a:endParaRPr lang="en-IN"/>
          </a:p>
        </p:txBody>
      </p:sp>
      <p:sp>
        <p:nvSpPr>
          <p:cNvPr id="3" name="Title 2">
            <a:extLst>
              <a:ext uri="{FF2B5EF4-FFF2-40B4-BE49-F238E27FC236}">
                <a16:creationId xmlns:a16="http://schemas.microsoft.com/office/drawing/2014/main" id="{91FE648B-60F7-4CF6-81A9-BFD2DC21B1C0}"/>
              </a:ext>
            </a:extLst>
          </p:cNvPr>
          <p:cNvSpPr>
            <a:spLocks noGrp="1"/>
          </p:cNvSpPr>
          <p:nvPr>
            <p:ph type="title"/>
          </p:nvPr>
        </p:nvSpPr>
        <p:spPr/>
        <p:txBody>
          <a:bodyPr/>
          <a:lstStyle/>
          <a:p>
            <a:r>
              <a:rPr lang="en-US"/>
              <a:t>Click to edit Master title style</a:t>
            </a:r>
            <a:endParaRPr lang="en-IN"/>
          </a:p>
        </p:txBody>
      </p:sp>
    </p:spTree>
    <p:extLst>
      <p:ext uri="{BB962C8B-B14F-4D97-AF65-F5344CB8AC3E}">
        <p14:creationId xmlns:p14="http://schemas.microsoft.com/office/powerpoint/2010/main" val="822045864"/>
      </p:ext>
    </p:extLst>
  </p:cSld>
  <p:clrMapOvr>
    <a:masterClrMapping/>
  </p:clrMapOvr>
</p:sldLayout>
</file>

<file path=ppt/slideLayouts/slideLayout184.xml><?xml version="1.0" encoding="utf-8"?>
<p:sldLayout xmlns:a="http://schemas.openxmlformats.org/drawingml/2006/main" xmlns:r="http://schemas.openxmlformats.org/officeDocument/2006/relationships" xmlns:p="http://schemas.openxmlformats.org/presentationml/2006/main" preserve="1" userDrawn="1">
  <p:cSld name="(L) Half-content &amp; imag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Picture Placeholder 9"/>
          <p:cNvSpPr>
            <a:spLocks noGrp="1"/>
          </p:cNvSpPr>
          <p:nvPr>
            <p:ph type="pic" sz="quarter" idx="14" hasCustomPrompt="1"/>
          </p:nvPr>
        </p:nvSpPr>
        <p:spPr>
          <a:xfrm>
            <a:off x="6425184" y="0"/>
            <a:ext cx="5766815" cy="6858000"/>
          </a:xfrm>
          <a:prstGeom prst="rect">
            <a:avLst/>
          </a:prstGeom>
          <a:solidFill>
            <a:schemeClr val="bg2"/>
          </a:solidFill>
          <a:ln>
            <a:noFill/>
          </a:ln>
          <a:effectLst/>
        </p:spPr>
        <p:txBody>
          <a:bodyPr lIns="365760" rIns="365760" anchor="ctr" anchorCtr="1"/>
          <a:lstStyle>
            <a:lvl1pPr algn="ctr">
              <a:defRPr sz="2400" b="0" baseline="0">
                <a:solidFill>
                  <a:schemeClr val="tx2"/>
                </a:solidFill>
                <a:latin typeface="+mn-lt"/>
              </a:defRPr>
            </a:lvl1pPr>
          </a:lstStyle>
          <a:p>
            <a:r>
              <a:rPr lang="en-US"/>
              <a:t>Insert an image</a:t>
            </a:r>
            <a:br>
              <a:rPr lang="en-US"/>
            </a:br>
            <a:r>
              <a:rPr lang="en-US"/>
              <a:t>within this placeholder </a:t>
            </a:r>
          </a:p>
        </p:txBody>
      </p:sp>
      <p:sp>
        <p:nvSpPr>
          <p:cNvPr id="11" name="Text Placeholder 9">
            <a:extLst>
              <a:ext uri="{FF2B5EF4-FFF2-40B4-BE49-F238E27FC236}">
                <a16:creationId xmlns:a16="http://schemas.microsoft.com/office/drawing/2014/main" id="{4F282B79-3C71-4038-841E-9E254DD4547C}"/>
              </a:ext>
            </a:extLst>
          </p:cNvPr>
          <p:cNvSpPr>
            <a:spLocks noGrp="1"/>
          </p:cNvSpPr>
          <p:nvPr>
            <p:ph type="body" sz="quarter" idx="18" hasCustomPrompt="1"/>
          </p:nvPr>
        </p:nvSpPr>
        <p:spPr>
          <a:xfrm>
            <a:off x="670562" y="355600"/>
            <a:ext cx="5096255" cy="348813"/>
          </a:xfrm>
          <a:prstGeom prst="rect">
            <a:avLst/>
          </a:prstGeom>
        </p:spPr>
        <p:txBody>
          <a:bodyPr wrap="square">
            <a:noAutofit/>
          </a:bodyPr>
          <a:lstStyle>
            <a:lvl1pPr>
              <a:defRPr sz="1867" b="0" cap="all" spc="200" baseline="0">
                <a:solidFill>
                  <a:schemeClr val="accent2"/>
                </a:solidFill>
                <a:latin typeface="+mn-lt"/>
              </a:defRPr>
            </a:lvl1pPr>
            <a:lvl2pPr marL="0" indent="0">
              <a:buNone/>
              <a:defRPr/>
            </a:lvl2pPr>
          </a:lstStyle>
          <a:p>
            <a:pPr lvl="0"/>
            <a:r>
              <a:rPr lang="en-US"/>
              <a:t>Eyebrow identification, CALIBRI, 14PT</a:t>
            </a:r>
          </a:p>
        </p:txBody>
      </p:sp>
      <p:sp>
        <p:nvSpPr>
          <p:cNvPr id="17" name="Text Placeholder 4">
            <a:extLst>
              <a:ext uri="{FF2B5EF4-FFF2-40B4-BE49-F238E27FC236}">
                <a16:creationId xmlns:a16="http://schemas.microsoft.com/office/drawing/2014/main" id="{58D1AC19-13A5-445C-9A4B-BF895B4C6A28}"/>
              </a:ext>
            </a:extLst>
          </p:cNvPr>
          <p:cNvSpPr>
            <a:spLocks noGrp="1"/>
          </p:cNvSpPr>
          <p:nvPr>
            <p:ph type="body" sz="quarter" idx="19" hasCustomPrompt="1"/>
          </p:nvPr>
        </p:nvSpPr>
        <p:spPr>
          <a:xfrm>
            <a:off x="670984" y="1463943"/>
            <a:ext cx="5089736" cy="520700"/>
          </a:xfrm>
          <a:prstGeom prst="rect">
            <a:avLst/>
          </a:prstGeom>
        </p:spPr>
        <p:txBody>
          <a:bodyPr>
            <a:noAutofit/>
          </a:bodyPr>
          <a:lstStyle>
            <a:lvl1pPr>
              <a:defRPr sz="2400" b="1" cap="all" baseline="0">
                <a:solidFill>
                  <a:schemeClr val="tx1"/>
                </a:solidFill>
                <a:latin typeface="+mn-lt"/>
              </a:defRPr>
            </a:lvl1pPr>
          </a:lstStyle>
          <a:p>
            <a:pPr lvl="0"/>
            <a:r>
              <a:rPr lang="en-US"/>
              <a:t>SUBTITLE, CALIBRI, 18PT, BOLD</a:t>
            </a:r>
          </a:p>
        </p:txBody>
      </p:sp>
      <p:sp>
        <p:nvSpPr>
          <p:cNvPr id="18" name="Text Placeholder 4">
            <a:extLst>
              <a:ext uri="{FF2B5EF4-FFF2-40B4-BE49-F238E27FC236}">
                <a16:creationId xmlns:a16="http://schemas.microsoft.com/office/drawing/2014/main" id="{C1FE8E94-F119-4099-AB4A-12BE7BE08A66}"/>
              </a:ext>
            </a:extLst>
          </p:cNvPr>
          <p:cNvSpPr>
            <a:spLocks noGrp="1"/>
          </p:cNvSpPr>
          <p:nvPr>
            <p:ph type="body" sz="quarter" idx="13" hasCustomPrompt="1"/>
          </p:nvPr>
        </p:nvSpPr>
        <p:spPr>
          <a:xfrm>
            <a:off x="670984" y="2159957"/>
            <a:ext cx="5089736" cy="426720"/>
          </a:xfrm>
          <a:prstGeom prst="rect">
            <a:avLst/>
          </a:prstGeom>
        </p:spPr>
        <p:txBody>
          <a:bodyPr>
            <a:noAutofit/>
          </a:bodyPr>
          <a:lstStyle>
            <a:lvl1pPr>
              <a:defRPr sz="2133" b="1" cap="all" baseline="0">
                <a:solidFill>
                  <a:schemeClr val="tx1"/>
                </a:solidFill>
                <a:latin typeface="+mn-lt"/>
              </a:defRPr>
            </a:lvl1pPr>
          </a:lstStyle>
          <a:p>
            <a:pPr lvl="0"/>
            <a:r>
              <a:rPr lang="en-US"/>
              <a:t>SHORT TITLE, CALIBRI, 16PT, BOLD</a:t>
            </a:r>
          </a:p>
        </p:txBody>
      </p:sp>
      <p:sp>
        <p:nvSpPr>
          <p:cNvPr id="19" name="Content Placeholder 5">
            <a:extLst>
              <a:ext uri="{FF2B5EF4-FFF2-40B4-BE49-F238E27FC236}">
                <a16:creationId xmlns:a16="http://schemas.microsoft.com/office/drawing/2014/main" id="{11E453D5-1F29-42C6-8756-561E8838165F}"/>
              </a:ext>
            </a:extLst>
          </p:cNvPr>
          <p:cNvSpPr>
            <a:spLocks noGrp="1"/>
          </p:cNvSpPr>
          <p:nvPr>
            <p:ph sz="quarter" idx="20"/>
          </p:nvPr>
        </p:nvSpPr>
        <p:spPr>
          <a:xfrm>
            <a:off x="670559" y="2610322"/>
            <a:ext cx="5089735" cy="1442031"/>
          </a:xfrm>
        </p:spPr>
        <p:txBody>
          <a:bodyPr>
            <a:noAutofit/>
          </a:bodyPr>
          <a:lstStyle>
            <a:lvl1pPr>
              <a:defRPr sz="1867"/>
            </a:lvl1pPr>
            <a:lvl2pPr>
              <a:defRPr/>
            </a:lvl2pPr>
            <a:lvl3pPr>
              <a:defRPr/>
            </a:lvl3pPr>
            <a:lvl4pPr>
              <a:defRPr/>
            </a:lvl4pPr>
          </a:lstStyle>
          <a:p>
            <a:pPr lvl="0"/>
            <a:r>
              <a:rPr lang="en-US"/>
              <a:t>Click to edit Master text styles</a:t>
            </a:r>
          </a:p>
          <a:p>
            <a:pPr lvl="1"/>
            <a:r>
              <a:rPr lang="en-US"/>
              <a:t>First level</a:t>
            </a:r>
          </a:p>
          <a:p>
            <a:pPr lvl="2"/>
            <a:r>
              <a:rPr lang="en-US"/>
              <a:t>Second level</a:t>
            </a:r>
          </a:p>
          <a:p>
            <a:pPr lvl="3"/>
            <a:r>
              <a:rPr lang="en-US"/>
              <a:t>Third level</a:t>
            </a:r>
            <a:endParaRPr lang="en-IN"/>
          </a:p>
        </p:txBody>
      </p:sp>
      <p:sp>
        <p:nvSpPr>
          <p:cNvPr id="20" name="Text Placeholder 4">
            <a:extLst>
              <a:ext uri="{FF2B5EF4-FFF2-40B4-BE49-F238E27FC236}">
                <a16:creationId xmlns:a16="http://schemas.microsoft.com/office/drawing/2014/main" id="{DCA1532B-ABC4-45A6-AB8E-E261FF7ADB21}"/>
              </a:ext>
            </a:extLst>
          </p:cNvPr>
          <p:cNvSpPr>
            <a:spLocks noGrp="1"/>
          </p:cNvSpPr>
          <p:nvPr>
            <p:ph type="body" sz="quarter" idx="21" hasCustomPrompt="1"/>
          </p:nvPr>
        </p:nvSpPr>
        <p:spPr>
          <a:xfrm>
            <a:off x="670984" y="4316768"/>
            <a:ext cx="5089736" cy="426720"/>
          </a:xfrm>
          <a:prstGeom prst="rect">
            <a:avLst/>
          </a:prstGeom>
        </p:spPr>
        <p:txBody>
          <a:bodyPr>
            <a:noAutofit/>
          </a:bodyPr>
          <a:lstStyle>
            <a:lvl1pPr>
              <a:defRPr sz="2133" b="1" cap="all" baseline="0">
                <a:solidFill>
                  <a:schemeClr val="tx1"/>
                </a:solidFill>
                <a:latin typeface="+mn-lt"/>
              </a:defRPr>
            </a:lvl1pPr>
          </a:lstStyle>
          <a:p>
            <a:pPr lvl="0"/>
            <a:r>
              <a:rPr lang="en-US"/>
              <a:t>SHORT TITLE, CALIBRI, 16PT, BOLD</a:t>
            </a:r>
          </a:p>
        </p:txBody>
      </p:sp>
      <p:sp>
        <p:nvSpPr>
          <p:cNvPr id="21" name="Content Placeholder 5">
            <a:extLst>
              <a:ext uri="{FF2B5EF4-FFF2-40B4-BE49-F238E27FC236}">
                <a16:creationId xmlns:a16="http://schemas.microsoft.com/office/drawing/2014/main" id="{5FE1B3D3-5D26-4FEE-A34C-14143960C29E}"/>
              </a:ext>
            </a:extLst>
          </p:cNvPr>
          <p:cNvSpPr>
            <a:spLocks noGrp="1"/>
          </p:cNvSpPr>
          <p:nvPr>
            <p:ph sz="quarter" idx="22"/>
          </p:nvPr>
        </p:nvSpPr>
        <p:spPr>
          <a:xfrm>
            <a:off x="670559" y="4767134"/>
            <a:ext cx="5089735" cy="1442029"/>
          </a:xfrm>
        </p:spPr>
        <p:txBody>
          <a:bodyPr>
            <a:noAutofit/>
          </a:bodyPr>
          <a:lstStyle>
            <a:lvl1pPr>
              <a:defRPr sz="1867"/>
            </a:lvl1pPr>
          </a:lstStyle>
          <a:p>
            <a:pPr lvl="0"/>
            <a:r>
              <a:rPr lang="en-US"/>
              <a:t>Click to edit Master text styles</a:t>
            </a:r>
          </a:p>
          <a:p>
            <a:pPr lvl="1"/>
            <a:r>
              <a:rPr lang="en-US"/>
              <a:t>First level</a:t>
            </a:r>
          </a:p>
          <a:p>
            <a:pPr lvl="2"/>
            <a:r>
              <a:rPr lang="en-US"/>
              <a:t>Second level</a:t>
            </a:r>
          </a:p>
          <a:p>
            <a:pPr lvl="3"/>
            <a:r>
              <a:rPr lang="en-US"/>
              <a:t>Third level</a:t>
            </a:r>
            <a:endParaRPr lang="en-IN"/>
          </a:p>
        </p:txBody>
      </p:sp>
      <p:sp>
        <p:nvSpPr>
          <p:cNvPr id="5" name="Date Placeholder 4">
            <a:extLst>
              <a:ext uri="{FF2B5EF4-FFF2-40B4-BE49-F238E27FC236}">
                <a16:creationId xmlns:a16="http://schemas.microsoft.com/office/drawing/2014/main" id="{61198A3C-18DD-47FE-97EB-45A03761084E}"/>
              </a:ext>
            </a:extLst>
          </p:cNvPr>
          <p:cNvSpPr>
            <a:spLocks noGrp="1"/>
          </p:cNvSpPr>
          <p:nvPr>
            <p:ph type="dt" sz="half" idx="23"/>
          </p:nvPr>
        </p:nvSpPr>
        <p:spPr/>
        <p:txBody>
          <a:bodyPr/>
          <a:lstStyle>
            <a:lvl1pPr>
              <a:defRPr>
                <a:solidFill>
                  <a:schemeClr val="bg2">
                    <a:lumMod val="10000"/>
                  </a:schemeClr>
                </a:solidFill>
              </a:defRPr>
            </a:lvl1pPr>
          </a:lstStyle>
          <a:p>
            <a:fld id="{9B8D0E3A-412A-4A56-9181-06BAE7BBB7B5}" type="datetime5">
              <a:rPr lang="en-US" smtClean="0"/>
              <a:t>7-May-26</a:t>
            </a:fld>
            <a:endParaRPr lang="en-IN"/>
          </a:p>
        </p:txBody>
      </p:sp>
      <p:sp>
        <p:nvSpPr>
          <p:cNvPr id="6" name="Footer Placeholder 5">
            <a:extLst>
              <a:ext uri="{FF2B5EF4-FFF2-40B4-BE49-F238E27FC236}">
                <a16:creationId xmlns:a16="http://schemas.microsoft.com/office/drawing/2014/main" id="{634CF959-2902-4B7E-8BE2-A755DD45FFC4}"/>
              </a:ext>
            </a:extLst>
          </p:cNvPr>
          <p:cNvSpPr>
            <a:spLocks noGrp="1"/>
          </p:cNvSpPr>
          <p:nvPr>
            <p:ph type="ftr" sz="quarter" idx="24"/>
          </p:nvPr>
        </p:nvSpPr>
        <p:spPr/>
        <p:txBody>
          <a:bodyPr/>
          <a:lstStyle>
            <a:lvl1pPr>
              <a:defRPr>
                <a:solidFill>
                  <a:schemeClr val="bg2">
                    <a:lumMod val="10000"/>
                  </a:schemeClr>
                </a:solidFill>
              </a:defRPr>
            </a:lvl1pPr>
          </a:lstStyle>
          <a:p>
            <a:pPr>
              <a:defRPr/>
            </a:pPr>
            <a:r>
              <a:rPr lang="en-US"/>
              <a:t>Enter title via "insert&gt;header and footer&gt;footer"  |  </a:t>
            </a:r>
            <a:endParaRPr lang="en-IN"/>
          </a:p>
        </p:txBody>
      </p:sp>
      <p:sp>
        <p:nvSpPr>
          <p:cNvPr id="7" name="Slide Number Placeholder 6">
            <a:extLst>
              <a:ext uri="{FF2B5EF4-FFF2-40B4-BE49-F238E27FC236}">
                <a16:creationId xmlns:a16="http://schemas.microsoft.com/office/drawing/2014/main" id="{44248175-3CED-4F8D-A7BF-004A5A1D05BA}"/>
              </a:ext>
            </a:extLst>
          </p:cNvPr>
          <p:cNvSpPr>
            <a:spLocks noGrp="1"/>
          </p:cNvSpPr>
          <p:nvPr>
            <p:ph type="sldNum" sz="quarter" idx="25"/>
          </p:nvPr>
        </p:nvSpPr>
        <p:spPr/>
        <p:txBody>
          <a:bodyPr/>
          <a:lstStyle>
            <a:lvl1pPr>
              <a:defRPr>
                <a:solidFill>
                  <a:schemeClr val="bg2">
                    <a:lumMod val="10000"/>
                  </a:schemeClr>
                </a:solidFill>
              </a:defRPr>
            </a:lvl1pPr>
          </a:lstStyle>
          <a:p>
            <a:pPr>
              <a:defRPr/>
            </a:pPr>
            <a:r>
              <a:rPr lang="en-IN"/>
              <a:t>|    </a:t>
            </a:r>
            <a:fld id="{7B2119CD-3B2D-4CEB-B404-D2E3F8CD6D69}" type="slidenum">
              <a:rPr lang="en-IN" smtClean="0"/>
              <a:pPr>
                <a:defRPr/>
              </a:pPr>
              <a:t>‹#›</a:t>
            </a:fld>
            <a:endParaRPr lang="en-IN"/>
          </a:p>
        </p:txBody>
      </p:sp>
      <p:sp>
        <p:nvSpPr>
          <p:cNvPr id="3" name="Title 2">
            <a:extLst>
              <a:ext uri="{FF2B5EF4-FFF2-40B4-BE49-F238E27FC236}">
                <a16:creationId xmlns:a16="http://schemas.microsoft.com/office/drawing/2014/main" id="{E69640B4-9024-4477-AC1A-EEB4BC716C3A}"/>
              </a:ext>
            </a:extLst>
          </p:cNvPr>
          <p:cNvSpPr>
            <a:spLocks noGrp="1"/>
          </p:cNvSpPr>
          <p:nvPr>
            <p:ph type="title"/>
          </p:nvPr>
        </p:nvSpPr>
        <p:spPr>
          <a:xfrm>
            <a:off x="670560" y="759456"/>
            <a:ext cx="5089733" cy="520703"/>
          </a:xfrm>
        </p:spPr>
        <p:txBody>
          <a:bodyPr/>
          <a:lstStyle/>
          <a:p>
            <a:r>
              <a:rPr lang="en-US"/>
              <a:t>Click to edit Master title</a:t>
            </a:r>
            <a:endParaRPr lang="en-IN"/>
          </a:p>
        </p:txBody>
      </p:sp>
    </p:spTree>
    <p:extLst>
      <p:ext uri="{BB962C8B-B14F-4D97-AF65-F5344CB8AC3E}">
        <p14:creationId xmlns:p14="http://schemas.microsoft.com/office/powerpoint/2010/main" val="2413889450"/>
      </p:ext>
    </p:extLst>
  </p:cSld>
  <p:clrMapOvr>
    <a:masterClrMapping/>
  </p:clrMapOvr>
</p:sldLayout>
</file>

<file path=ppt/slideLayouts/slideLayout185.xml><?xml version="1.0" encoding="utf-8"?>
<p:sldLayout xmlns:a="http://schemas.openxmlformats.org/drawingml/2006/main" xmlns:r="http://schemas.openxmlformats.org/officeDocument/2006/relationships" xmlns:p="http://schemas.openxmlformats.org/presentationml/2006/main" preserve="1" userDrawn="1">
  <p:cSld name="(R) Half-content &amp; imag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Picture Placeholder 9"/>
          <p:cNvSpPr>
            <a:spLocks noGrp="1"/>
          </p:cNvSpPr>
          <p:nvPr>
            <p:ph type="pic" sz="quarter" idx="14" hasCustomPrompt="1"/>
          </p:nvPr>
        </p:nvSpPr>
        <p:spPr>
          <a:xfrm>
            <a:off x="1" y="0"/>
            <a:ext cx="5753292" cy="6858000"/>
          </a:xfrm>
          <a:prstGeom prst="rect">
            <a:avLst/>
          </a:prstGeom>
          <a:solidFill>
            <a:schemeClr val="bg2"/>
          </a:solidFill>
          <a:ln>
            <a:noFill/>
          </a:ln>
          <a:effectLst/>
        </p:spPr>
        <p:txBody>
          <a:bodyPr lIns="365760" rIns="365760" anchor="ctr" anchorCtr="1"/>
          <a:lstStyle>
            <a:lvl1pPr algn="ctr">
              <a:defRPr sz="2400" b="0" baseline="0">
                <a:solidFill>
                  <a:schemeClr val="tx2"/>
                </a:solidFill>
                <a:latin typeface="+mn-lt"/>
              </a:defRPr>
            </a:lvl1pPr>
          </a:lstStyle>
          <a:p>
            <a:r>
              <a:rPr lang="en-US"/>
              <a:t>Insert an image</a:t>
            </a:r>
            <a:br>
              <a:rPr lang="en-US"/>
            </a:br>
            <a:r>
              <a:rPr lang="en-US"/>
              <a:t>within this placeholder </a:t>
            </a:r>
          </a:p>
        </p:txBody>
      </p:sp>
      <p:sp>
        <p:nvSpPr>
          <p:cNvPr id="9" name="Content Placeholder 2">
            <a:extLst>
              <a:ext uri="{FF2B5EF4-FFF2-40B4-BE49-F238E27FC236}">
                <a16:creationId xmlns:a16="http://schemas.microsoft.com/office/drawing/2014/main" id="{A406D962-A904-455A-9FF2-A3FC930F6781}"/>
              </a:ext>
            </a:extLst>
          </p:cNvPr>
          <p:cNvSpPr txBox="1">
            <a:spLocks/>
          </p:cNvSpPr>
          <p:nvPr userDrawn="1"/>
        </p:nvSpPr>
        <p:spPr bwMode="gray">
          <a:xfrm>
            <a:off x="670561" y="6427471"/>
            <a:ext cx="4077308" cy="292101"/>
          </a:xfrm>
          <a:prstGeom prst="rect">
            <a:avLst/>
          </a:prstGeom>
        </p:spPr>
        <p:txBody>
          <a:bodyPr vert="horz" lIns="0" rIns="0" anchor="b" anchorCtr="0"/>
          <a:lstStyle>
            <a:defPPr>
              <a:defRPr lang="en-US"/>
            </a:defPPr>
            <a:lvl1pPr indent="0" defTabSz="457200">
              <a:spcBef>
                <a:spcPct val="20000"/>
              </a:spcBef>
              <a:buFont typeface="Arial"/>
              <a:buNone/>
              <a:defRPr sz="1000">
                <a:solidFill>
                  <a:schemeClr val="bg2">
                    <a:lumMod val="10000"/>
                  </a:schemeClr>
                </a:solidFill>
                <a:cs typeface="Calibri" panose="020F0502020204030204" pitchFamily="34" charset="0"/>
              </a:defRPr>
            </a:lvl1pPr>
            <a:lvl2pPr indent="0" defTabSz="457200">
              <a:spcBef>
                <a:spcPct val="20000"/>
              </a:spcBef>
              <a:buFont typeface="Arial"/>
              <a:buNone/>
              <a:defRPr sz="900">
                <a:latin typeface="Georgia"/>
                <a:cs typeface="Georgia"/>
              </a:defRPr>
            </a:lvl2pPr>
            <a:lvl3pPr indent="0" defTabSz="457200">
              <a:spcBef>
                <a:spcPct val="20000"/>
              </a:spcBef>
              <a:buFont typeface="Arial"/>
              <a:buNone/>
              <a:defRPr sz="900">
                <a:latin typeface="Georgia"/>
                <a:cs typeface="Georgia"/>
              </a:defRPr>
            </a:lvl3pPr>
            <a:lvl4pPr indent="0" defTabSz="457200">
              <a:spcBef>
                <a:spcPct val="20000"/>
              </a:spcBef>
              <a:buFont typeface="Arial"/>
              <a:buNone/>
              <a:defRPr sz="900">
                <a:latin typeface="Georgia"/>
                <a:cs typeface="Georgia"/>
              </a:defRPr>
            </a:lvl4pPr>
            <a:lvl5pPr indent="0" defTabSz="457200">
              <a:spcBef>
                <a:spcPct val="20000"/>
              </a:spcBef>
              <a:buFont typeface="Arial"/>
              <a:buNone/>
              <a:defRPr sz="900">
                <a:latin typeface="Georgia"/>
                <a:cs typeface="Georgia"/>
              </a:defRPr>
            </a:lvl5pPr>
            <a:lvl6pPr marL="2514600" indent="-228600" defTabSz="457200">
              <a:spcBef>
                <a:spcPct val="20000"/>
              </a:spcBef>
              <a:buFont typeface="Arial"/>
              <a:buChar char="•"/>
              <a:defRPr sz="2000"/>
            </a:lvl6pPr>
            <a:lvl7pPr marL="2971800" indent="-228600" defTabSz="457200">
              <a:spcBef>
                <a:spcPct val="20000"/>
              </a:spcBef>
              <a:buFont typeface="Arial"/>
              <a:buChar char="•"/>
              <a:defRPr sz="2000"/>
            </a:lvl7pPr>
            <a:lvl8pPr marL="3429000" indent="-228600" defTabSz="457200">
              <a:spcBef>
                <a:spcPct val="20000"/>
              </a:spcBef>
              <a:buFont typeface="Arial"/>
              <a:buChar char="•"/>
              <a:defRPr sz="2000"/>
            </a:lvl8pPr>
            <a:lvl9pPr marL="3886200" indent="-228600" defTabSz="457200">
              <a:spcBef>
                <a:spcPct val="20000"/>
              </a:spcBef>
              <a:buFont typeface="Arial"/>
              <a:buChar char="•"/>
              <a:defRPr sz="2000"/>
            </a:lvl9pPr>
          </a:lstStyle>
          <a:p>
            <a:pPr lvl="0"/>
            <a:r>
              <a:rPr lang="en-US" sz="1333"/>
              <a:t>Proprietary and confidential — do not distribute</a:t>
            </a:r>
          </a:p>
        </p:txBody>
      </p:sp>
      <p:sp>
        <p:nvSpPr>
          <p:cNvPr id="27" name="Text Placeholder 9">
            <a:extLst>
              <a:ext uri="{FF2B5EF4-FFF2-40B4-BE49-F238E27FC236}">
                <a16:creationId xmlns:a16="http://schemas.microsoft.com/office/drawing/2014/main" id="{BCE9EE84-6D78-4EA7-A0BA-54294DAD6358}"/>
              </a:ext>
            </a:extLst>
          </p:cNvPr>
          <p:cNvSpPr>
            <a:spLocks noGrp="1"/>
          </p:cNvSpPr>
          <p:nvPr>
            <p:ph type="body" sz="quarter" idx="18" hasCustomPrompt="1"/>
          </p:nvPr>
        </p:nvSpPr>
        <p:spPr>
          <a:xfrm>
            <a:off x="6438289" y="355600"/>
            <a:ext cx="5096255" cy="348813"/>
          </a:xfrm>
          <a:prstGeom prst="rect">
            <a:avLst/>
          </a:prstGeom>
        </p:spPr>
        <p:txBody>
          <a:bodyPr wrap="square">
            <a:noAutofit/>
          </a:bodyPr>
          <a:lstStyle>
            <a:lvl1pPr>
              <a:defRPr sz="1867" b="0" cap="all" spc="200" baseline="0">
                <a:solidFill>
                  <a:schemeClr val="accent2"/>
                </a:solidFill>
                <a:latin typeface="+mn-lt"/>
              </a:defRPr>
            </a:lvl1pPr>
            <a:lvl2pPr marL="0" indent="0">
              <a:buNone/>
              <a:defRPr/>
            </a:lvl2pPr>
          </a:lstStyle>
          <a:p>
            <a:pPr lvl="0"/>
            <a:r>
              <a:rPr lang="en-US"/>
              <a:t>Eyebrow identification, CALIBRI, 14PT</a:t>
            </a:r>
          </a:p>
        </p:txBody>
      </p:sp>
      <p:sp>
        <p:nvSpPr>
          <p:cNvPr id="29" name="Text Placeholder 4">
            <a:extLst>
              <a:ext uri="{FF2B5EF4-FFF2-40B4-BE49-F238E27FC236}">
                <a16:creationId xmlns:a16="http://schemas.microsoft.com/office/drawing/2014/main" id="{4213A971-0458-449E-8A05-022FFCDC03BA}"/>
              </a:ext>
            </a:extLst>
          </p:cNvPr>
          <p:cNvSpPr>
            <a:spLocks noGrp="1"/>
          </p:cNvSpPr>
          <p:nvPr>
            <p:ph type="body" sz="quarter" idx="19" hasCustomPrompt="1"/>
          </p:nvPr>
        </p:nvSpPr>
        <p:spPr>
          <a:xfrm>
            <a:off x="6438711" y="1463943"/>
            <a:ext cx="5089736" cy="520700"/>
          </a:xfrm>
          <a:prstGeom prst="rect">
            <a:avLst/>
          </a:prstGeom>
        </p:spPr>
        <p:txBody>
          <a:bodyPr>
            <a:noAutofit/>
          </a:bodyPr>
          <a:lstStyle>
            <a:lvl1pPr>
              <a:defRPr sz="2400" b="1" cap="all" baseline="0">
                <a:solidFill>
                  <a:schemeClr val="tx1"/>
                </a:solidFill>
                <a:latin typeface="+mn-lt"/>
              </a:defRPr>
            </a:lvl1pPr>
          </a:lstStyle>
          <a:p>
            <a:pPr lvl="0"/>
            <a:r>
              <a:rPr lang="en-US"/>
              <a:t>SUBTITLE, CALIBRI, 18PT, BOLD</a:t>
            </a:r>
          </a:p>
        </p:txBody>
      </p:sp>
      <p:sp>
        <p:nvSpPr>
          <p:cNvPr id="30" name="Text Placeholder 4">
            <a:extLst>
              <a:ext uri="{FF2B5EF4-FFF2-40B4-BE49-F238E27FC236}">
                <a16:creationId xmlns:a16="http://schemas.microsoft.com/office/drawing/2014/main" id="{25BD6757-CD83-4140-BD84-D5A87A525EF9}"/>
              </a:ext>
            </a:extLst>
          </p:cNvPr>
          <p:cNvSpPr>
            <a:spLocks noGrp="1"/>
          </p:cNvSpPr>
          <p:nvPr>
            <p:ph type="body" sz="quarter" idx="13" hasCustomPrompt="1"/>
          </p:nvPr>
        </p:nvSpPr>
        <p:spPr>
          <a:xfrm>
            <a:off x="6438711" y="2159957"/>
            <a:ext cx="5089736" cy="426720"/>
          </a:xfrm>
          <a:prstGeom prst="rect">
            <a:avLst/>
          </a:prstGeom>
        </p:spPr>
        <p:txBody>
          <a:bodyPr>
            <a:noAutofit/>
          </a:bodyPr>
          <a:lstStyle>
            <a:lvl1pPr>
              <a:defRPr sz="2133" b="1" cap="all" baseline="0">
                <a:solidFill>
                  <a:schemeClr val="tx1"/>
                </a:solidFill>
                <a:latin typeface="+mn-lt"/>
              </a:defRPr>
            </a:lvl1pPr>
          </a:lstStyle>
          <a:p>
            <a:pPr lvl="0"/>
            <a:r>
              <a:rPr lang="en-US"/>
              <a:t>SHORT TITLE, CALIBRI, 16PT, BOLD</a:t>
            </a:r>
          </a:p>
        </p:txBody>
      </p:sp>
      <p:sp>
        <p:nvSpPr>
          <p:cNvPr id="31" name="Content Placeholder 5">
            <a:extLst>
              <a:ext uri="{FF2B5EF4-FFF2-40B4-BE49-F238E27FC236}">
                <a16:creationId xmlns:a16="http://schemas.microsoft.com/office/drawing/2014/main" id="{B5BC7F6D-6A69-4462-AC94-59D2440E9F60}"/>
              </a:ext>
            </a:extLst>
          </p:cNvPr>
          <p:cNvSpPr>
            <a:spLocks noGrp="1"/>
          </p:cNvSpPr>
          <p:nvPr>
            <p:ph sz="quarter" idx="20"/>
          </p:nvPr>
        </p:nvSpPr>
        <p:spPr>
          <a:xfrm>
            <a:off x="6438286" y="2610322"/>
            <a:ext cx="5089735" cy="1442031"/>
          </a:xfrm>
        </p:spPr>
        <p:txBody>
          <a:bodyPr>
            <a:noAutofit/>
          </a:bodyPr>
          <a:lstStyle>
            <a:lvl1pPr>
              <a:defRPr sz="1867"/>
            </a:lvl1pPr>
            <a:lvl2pPr>
              <a:defRPr/>
            </a:lvl2pPr>
            <a:lvl3pPr>
              <a:defRPr/>
            </a:lvl3pPr>
            <a:lvl4pPr>
              <a:defRPr/>
            </a:lvl4pPr>
          </a:lstStyle>
          <a:p>
            <a:pPr lvl="0"/>
            <a:r>
              <a:rPr lang="en-US"/>
              <a:t>Click to edit Master text styles</a:t>
            </a:r>
          </a:p>
          <a:p>
            <a:pPr lvl="1"/>
            <a:r>
              <a:rPr lang="en-US"/>
              <a:t>First level</a:t>
            </a:r>
          </a:p>
          <a:p>
            <a:pPr lvl="2"/>
            <a:r>
              <a:rPr lang="en-US"/>
              <a:t>Second level</a:t>
            </a:r>
          </a:p>
          <a:p>
            <a:pPr lvl="3"/>
            <a:r>
              <a:rPr lang="en-US"/>
              <a:t>Third level</a:t>
            </a:r>
            <a:endParaRPr lang="en-IN"/>
          </a:p>
        </p:txBody>
      </p:sp>
      <p:sp>
        <p:nvSpPr>
          <p:cNvPr id="32" name="Text Placeholder 4">
            <a:extLst>
              <a:ext uri="{FF2B5EF4-FFF2-40B4-BE49-F238E27FC236}">
                <a16:creationId xmlns:a16="http://schemas.microsoft.com/office/drawing/2014/main" id="{A05AAF67-97A5-425C-A335-E3E63FEA464E}"/>
              </a:ext>
            </a:extLst>
          </p:cNvPr>
          <p:cNvSpPr>
            <a:spLocks noGrp="1"/>
          </p:cNvSpPr>
          <p:nvPr>
            <p:ph type="body" sz="quarter" idx="21" hasCustomPrompt="1"/>
          </p:nvPr>
        </p:nvSpPr>
        <p:spPr>
          <a:xfrm>
            <a:off x="6438711" y="4316768"/>
            <a:ext cx="5089736" cy="426720"/>
          </a:xfrm>
          <a:prstGeom prst="rect">
            <a:avLst/>
          </a:prstGeom>
        </p:spPr>
        <p:txBody>
          <a:bodyPr>
            <a:noAutofit/>
          </a:bodyPr>
          <a:lstStyle>
            <a:lvl1pPr>
              <a:defRPr sz="2133" b="1" cap="all" baseline="0">
                <a:solidFill>
                  <a:schemeClr val="tx1"/>
                </a:solidFill>
                <a:latin typeface="+mn-lt"/>
              </a:defRPr>
            </a:lvl1pPr>
          </a:lstStyle>
          <a:p>
            <a:pPr lvl="0"/>
            <a:r>
              <a:rPr lang="en-US"/>
              <a:t>SHORT TITLE, CALIBRI, 16PT, BOLD</a:t>
            </a:r>
          </a:p>
        </p:txBody>
      </p:sp>
      <p:sp>
        <p:nvSpPr>
          <p:cNvPr id="33" name="Content Placeholder 5">
            <a:extLst>
              <a:ext uri="{FF2B5EF4-FFF2-40B4-BE49-F238E27FC236}">
                <a16:creationId xmlns:a16="http://schemas.microsoft.com/office/drawing/2014/main" id="{E8B20F51-F5D3-4203-A668-06DE173022AE}"/>
              </a:ext>
            </a:extLst>
          </p:cNvPr>
          <p:cNvSpPr>
            <a:spLocks noGrp="1"/>
          </p:cNvSpPr>
          <p:nvPr>
            <p:ph sz="quarter" idx="22"/>
          </p:nvPr>
        </p:nvSpPr>
        <p:spPr>
          <a:xfrm>
            <a:off x="6438286" y="4767134"/>
            <a:ext cx="5089735" cy="1442029"/>
          </a:xfrm>
        </p:spPr>
        <p:txBody>
          <a:bodyPr>
            <a:noAutofit/>
          </a:bodyPr>
          <a:lstStyle>
            <a:lvl1pPr>
              <a:defRPr sz="1867"/>
            </a:lvl1pPr>
          </a:lstStyle>
          <a:p>
            <a:pPr lvl="0"/>
            <a:r>
              <a:rPr lang="en-US"/>
              <a:t>Click to edit Master text styles</a:t>
            </a:r>
          </a:p>
          <a:p>
            <a:pPr lvl="1"/>
            <a:r>
              <a:rPr lang="en-US"/>
              <a:t>First level</a:t>
            </a:r>
          </a:p>
          <a:p>
            <a:pPr lvl="2"/>
            <a:r>
              <a:rPr lang="en-US"/>
              <a:t>Second level</a:t>
            </a:r>
          </a:p>
          <a:p>
            <a:pPr lvl="3"/>
            <a:r>
              <a:rPr lang="en-US"/>
              <a:t>Third level</a:t>
            </a:r>
            <a:endParaRPr lang="en-IN"/>
          </a:p>
        </p:txBody>
      </p:sp>
      <p:sp>
        <p:nvSpPr>
          <p:cNvPr id="5" name="Date Placeholder 4">
            <a:extLst>
              <a:ext uri="{FF2B5EF4-FFF2-40B4-BE49-F238E27FC236}">
                <a16:creationId xmlns:a16="http://schemas.microsoft.com/office/drawing/2014/main" id="{C8132B6A-FBA3-41BE-B85A-F194020014AA}"/>
              </a:ext>
            </a:extLst>
          </p:cNvPr>
          <p:cNvSpPr>
            <a:spLocks noGrp="1"/>
          </p:cNvSpPr>
          <p:nvPr>
            <p:ph type="dt" sz="half" idx="23"/>
          </p:nvPr>
        </p:nvSpPr>
        <p:spPr/>
        <p:txBody>
          <a:bodyPr/>
          <a:lstStyle/>
          <a:p>
            <a:fld id="{A1CF79D2-F8C9-4810-B7AD-DCB1B6DAD449}" type="datetime5">
              <a:rPr lang="en-US" sz="1333" smtClean="0"/>
              <a:t>7-May-26</a:t>
            </a:fld>
            <a:endParaRPr lang="en-IN" sz="1333"/>
          </a:p>
        </p:txBody>
      </p:sp>
      <p:sp>
        <p:nvSpPr>
          <p:cNvPr id="6" name="Footer Placeholder 5">
            <a:extLst>
              <a:ext uri="{FF2B5EF4-FFF2-40B4-BE49-F238E27FC236}">
                <a16:creationId xmlns:a16="http://schemas.microsoft.com/office/drawing/2014/main" id="{BBF77DF8-261E-4A45-AD34-15E7282C8EF9}"/>
              </a:ext>
            </a:extLst>
          </p:cNvPr>
          <p:cNvSpPr>
            <a:spLocks noGrp="1"/>
          </p:cNvSpPr>
          <p:nvPr>
            <p:ph type="ftr" sz="quarter" idx="24"/>
          </p:nvPr>
        </p:nvSpPr>
        <p:spPr/>
        <p:txBody>
          <a:bodyPr/>
          <a:lstStyle/>
          <a:p>
            <a:pPr>
              <a:defRPr/>
            </a:pPr>
            <a:r>
              <a:rPr lang="en-US"/>
              <a:t>Enter title via "insert&gt;header and footer&gt;footer"  |  </a:t>
            </a:r>
            <a:endParaRPr lang="en-IN"/>
          </a:p>
        </p:txBody>
      </p:sp>
      <p:sp>
        <p:nvSpPr>
          <p:cNvPr id="7" name="Slide Number Placeholder 6">
            <a:extLst>
              <a:ext uri="{FF2B5EF4-FFF2-40B4-BE49-F238E27FC236}">
                <a16:creationId xmlns:a16="http://schemas.microsoft.com/office/drawing/2014/main" id="{EACD971E-56D2-414A-B552-A4EF4CE2B792}"/>
              </a:ext>
            </a:extLst>
          </p:cNvPr>
          <p:cNvSpPr>
            <a:spLocks noGrp="1"/>
          </p:cNvSpPr>
          <p:nvPr>
            <p:ph type="sldNum" sz="quarter" idx="25"/>
          </p:nvPr>
        </p:nvSpPr>
        <p:spPr/>
        <p:txBody>
          <a:bodyPr/>
          <a:lstStyle/>
          <a:p>
            <a:pPr>
              <a:defRPr/>
            </a:pPr>
            <a:r>
              <a:rPr lang="en-IN"/>
              <a:t>|    </a:t>
            </a:r>
            <a:fld id="{7B2119CD-3B2D-4CEB-B404-D2E3F8CD6D69}" type="slidenum">
              <a:rPr lang="en-IN" smtClean="0"/>
              <a:pPr>
                <a:defRPr/>
              </a:pPr>
              <a:t>‹#›</a:t>
            </a:fld>
            <a:endParaRPr lang="en-IN"/>
          </a:p>
        </p:txBody>
      </p:sp>
      <p:sp>
        <p:nvSpPr>
          <p:cNvPr id="3" name="Title 2">
            <a:extLst>
              <a:ext uri="{FF2B5EF4-FFF2-40B4-BE49-F238E27FC236}">
                <a16:creationId xmlns:a16="http://schemas.microsoft.com/office/drawing/2014/main" id="{979574A7-ECA2-42D5-A6A3-D8BD20BD0A02}"/>
              </a:ext>
            </a:extLst>
          </p:cNvPr>
          <p:cNvSpPr>
            <a:spLocks noGrp="1"/>
          </p:cNvSpPr>
          <p:nvPr>
            <p:ph type="title"/>
          </p:nvPr>
        </p:nvSpPr>
        <p:spPr>
          <a:xfrm>
            <a:off x="6438285" y="759456"/>
            <a:ext cx="5083155" cy="520703"/>
          </a:xfrm>
        </p:spPr>
        <p:txBody>
          <a:bodyPr/>
          <a:lstStyle/>
          <a:p>
            <a:r>
              <a:rPr lang="en-US"/>
              <a:t>Click to edit Master title</a:t>
            </a:r>
            <a:endParaRPr lang="en-IN"/>
          </a:p>
        </p:txBody>
      </p:sp>
    </p:spTree>
    <p:extLst>
      <p:ext uri="{BB962C8B-B14F-4D97-AF65-F5344CB8AC3E}">
        <p14:creationId xmlns:p14="http://schemas.microsoft.com/office/powerpoint/2010/main" val="2434297236"/>
      </p:ext>
    </p:extLst>
  </p:cSld>
  <p:clrMapOvr>
    <a:masterClrMapping/>
  </p:clrMapOvr>
</p:sldLayout>
</file>

<file path=ppt/slideLayouts/slideLayout186.xml><?xml version="1.0" encoding="utf-8"?>
<p:sldLayout xmlns:a="http://schemas.openxmlformats.org/drawingml/2006/main" xmlns:r="http://schemas.openxmlformats.org/officeDocument/2006/relationships" xmlns:p="http://schemas.openxmlformats.org/presentationml/2006/main" preserve="1" userDrawn="1">
  <p:cSld name="(L) Alternate Half-content &amp; imag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Picture Placeholder 9"/>
          <p:cNvSpPr>
            <a:spLocks noGrp="1"/>
          </p:cNvSpPr>
          <p:nvPr>
            <p:ph type="pic" sz="quarter" idx="14" hasCustomPrompt="1"/>
          </p:nvPr>
        </p:nvSpPr>
        <p:spPr>
          <a:xfrm>
            <a:off x="6425184" y="0"/>
            <a:ext cx="5766815" cy="6858000"/>
          </a:xfrm>
          <a:prstGeom prst="rect">
            <a:avLst/>
          </a:prstGeom>
          <a:solidFill>
            <a:schemeClr val="bg2"/>
          </a:solidFill>
          <a:ln>
            <a:noFill/>
          </a:ln>
          <a:effectLst/>
        </p:spPr>
        <p:txBody>
          <a:bodyPr lIns="365760" rIns="365760" anchor="ctr" anchorCtr="1"/>
          <a:lstStyle>
            <a:lvl1pPr algn="ctr">
              <a:defRPr sz="2400" b="0" baseline="0">
                <a:solidFill>
                  <a:schemeClr val="tx2"/>
                </a:solidFill>
                <a:latin typeface="+mn-lt"/>
              </a:defRPr>
            </a:lvl1pPr>
          </a:lstStyle>
          <a:p>
            <a:r>
              <a:rPr lang="en-US"/>
              <a:t>Insert an image</a:t>
            </a:r>
            <a:br>
              <a:rPr lang="en-US"/>
            </a:br>
            <a:r>
              <a:rPr lang="en-US"/>
              <a:t>within this placeholder </a:t>
            </a:r>
          </a:p>
        </p:txBody>
      </p:sp>
      <p:sp>
        <p:nvSpPr>
          <p:cNvPr id="11" name="Text Placeholder 9">
            <a:extLst>
              <a:ext uri="{FF2B5EF4-FFF2-40B4-BE49-F238E27FC236}">
                <a16:creationId xmlns:a16="http://schemas.microsoft.com/office/drawing/2014/main" id="{4F282B79-3C71-4038-841E-9E254DD4547C}"/>
              </a:ext>
            </a:extLst>
          </p:cNvPr>
          <p:cNvSpPr>
            <a:spLocks noGrp="1"/>
          </p:cNvSpPr>
          <p:nvPr>
            <p:ph type="body" sz="quarter" idx="18" hasCustomPrompt="1"/>
          </p:nvPr>
        </p:nvSpPr>
        <p:spPr>
          <a:xfrm>
            <a:off x="670562" y="355600"/>
            <a:ext cx="5096255" cy="348813"/>
          </a:xfrm>
          <a:prstGeom prst="rect">
            <a:avLst/>
          </a:prstGeom>
        </p:spPr>
        <p:txBody>
          <a:bodyPr wrap="square">
            <a:noAutofit/>
          </a:bodyPr>
          <a:lstStyle>
            <a:lvl1pPr>
              <a:defRPr sz="1867" b="0" cap="all" spc="200" baseline="0">
                <a:solidFill>
                  <a:schemeClr val="accent2"/>
                </a:solidFill>
                <a:latin typeface="+mn-lt"/>
              </a:defRPr>
            </a:lvl1pPr>
            <a:lvl2pPr marL="0" indent="0">
              <a:buNone/>
              <a:defRPr/>
            </a:lvl2pPr>
          </a:lstStyle>
          <a:p>
            <a:pPr lvl="0"/>
            <a:r>
              <a:rPr lang="en-US"/>
              <a:t>Eyebrow identification, CALIBRI, 14PT</a:t>
            </a:r>
          </a:p>
        </p:txBody>
      </p:sp>
      <p:sp>
        <p:nvSpPr>
          <p:cNvPr id="17" name="Text Placeholder 4">
            <a:extLst>
              <a:ext uri="{FF2B5EF4-FFF2-40B4-BE49-F238E27FC236}">
                <a16:creationId xmlns:a16="http://schemas.microsoft.com/office/drawing/2014/main" id="{58D1AC19-13A5-445C-9A4B-BF895B4C6A28}"/>
              </a:ext>
            </a:extLst>
          </p:cNvPr>
          <p:cNvSpPr>
            <a:spLocks noGrp="1"/>
          </p:cNvSpPr>
          <p:nvPr>
            <p:ph type="body" sz="quarter" idx="19" hasCustomPrompt="1"/>
          </p:nvPr>
        </p:nvSpPr>
        <p:spPr>
          <a:xfrm>
            <a:off x="670984" y="1463943"/>
            <a:ext cx="5089736" cy="520700"/>
          </a:xfrm>
          <a:prstGeom prst="rect">
            <a:avLst/>
          </a:prstGeom>
        </p:spPr>
        <p:txBody>
          <a:bodyPr>
            <a:noAutofit/>
          </a:bodyPr>
          <a:lstStyle>
            <a:lvl1pPr>
              <a:defRPr sz="2400" b="1" cap="all" baseline="0">
                <a:solidFill>
                  <a:schemeClr val="tx1"/>
                </a:solidFill>
                <a:latin typeface="+mn-lt"/>
              </a:defRPr>
            </a:lvl1pPr>
          </a:lstStyle>
          <a:p>
            <a:pPr lvl="0"/>
            <a:r>
              <a:rPr lang="en-US"/>
              <a:t>SUBTITLE, CALIBRI, 18PT, BOLD</a:t>
            </a:r>
          </a:p>
        </p:txBody>
      </p:sp>
      <p:sp>
        <p:nvSpPr>
          <p:cNvPr id="19" name="Content Placeholder 5">
            <a:extLst>
              <a:ext uri="{FF2B5EF4-FFF2-40B4-BE49-F238E27FC236}">
                <a16:creationId xmlns:a16="http://schemas.microsoft.com/office/drawing/2014/main" id="{11E453D5-1F29-42C6-8756-561E8838165F}"/>
              </a:ext>
            </a:extLst>
          </p:cNvPr>
          <p:cNvSpPr>
            <a:spLocks noGrp="1"/>
          </p:cNvSpPr>
          <p:nvPr>
            <p:ph sz="quarter" idx="20"/>
          </p:nvPr>
        </p:nvSpPr>
        <p:spPr>
          <a:xfrm>
            <a:off x="670559" y="2159958"/>
            <a:ext cx="5089735" cy="4060927"/>
          </a:xfrm>
        </p:spPr>
        <p:txBody>
          <a:bodyPr>
            <a:noAutofit/>
          </a:bodyPr>
          <a:lstStyle>
            <a:lvl1pPr>
              <a:defRPr sz="1867"/>
            </a:lvl1pPr>
            <a:lvl2pPr>
              <a:defRPr/>
            </a:lvl2pPr>
            <a:lvl3pPr>
              <a:defRPr/>
            </a:lvl3pPr>
            <a:lvl4pPr>
              <a:defRPr/>
            </a:lvl4pPr>
          </a:lstStyle>
          <a:p>
            <a:pPr lvl="0"/>
            <a:r>
              <a:rPr lang="en-US"/>
              <a:t>Click to edit Master text styles</a:t>
            </a:r>
          </a:p>
          <a:p>
            <a:pPr lvl="1"/>
            <a:r>
              <a:rPr lang="en-US"/>
              <a:t>First level</a:t>
            </a:r>
          </a:p>
          <a:p>
            <a:pPr lvl="2"/>
            <a:r>
              <a:rPr lang="en-US"/>
              <a:t>Second level</a:t>
            </a:r>
          </a:p>
          <a:p>
            <a:pPr lvl="3"/>
            <a:r>
              <a:rPr lang="en-US"/>
              <a:t>Third level</a:t>
            </a:r>
            <a:endParaRPr lang="en-IN"/>
          </a:p>
        </p:txBody>
      </p:sp>
      <p:sp>
        <p:nvSpPr>
          <p:cNvPr id="5" name="Date Placeholder 4">
            <a:extLst>
              <a:ext uri="{FF2B5EF4-FFF2-40B4-BE49-F238E27FC236}">
                <a16:creationId xmlns:a16="http://schemas.microsoft.com/office/drawing/2014/main" id="{67573EA2-2703-4750-91B5-59592F23A9BA}"/>
              </a:ext>
            </a:extLst>
          </p:cNvPr>
          <p:cNvSpPr>
            <a:spLocks noGrp="1"/>
          </p:cNvSpPr>
          <p:nvPr>
            <p:ph type="dt" sz="half" idx="21"/>
          </p:nvPr>
        </p:nvSpPr>
        <p:spPr/>
        <p:txBody>
          <a:bodyPr/>
          <a:lstStyle>
            <a:lvl1pPr>
              <a:defRPr>
                <a:solidFill>
                  <a:schemeClr val="bg2">
                    <a:lumMod val="10000"/>
                  </a:schemeClr>
                </a:solidFill>
              </a:defRPr>
            </a:lvl1pPr>
          </a:lstStyle>
          <a:p>
            <a:fld id="{2CF7AB39-742F-47C0-A398-AAC5A0D8E1CB}" type="datetime5">
              <a:rPr lang="en-US" smtClean="0"/>
              <a:t>7-May-26</a:t>
            </a:fld>
            <a:endParaRPr lang="en-IN"/>
          </a:p>
        </p:txBody>
      </p:sp>
      <p:sp>
        <p:nvSpPr>
          <p:cNvPr id="6" name="Footer Placeholder 5">
            <a:extLst>
              <a:ext uri="{FF2B5EF4-FFF2-40B4-BE49-F238E27FC236}">
                <a16:creationId xmlns:a16="http://schemas.microsoft.com/office/drawing/2014/main" id="{20A6CD73-4FB4-4C42-B296-A9D203A00299}"/>
              </a:ext>
            </a:extLst>
          </p:cNvPr>
          <p:cNvSpPr>
            <a:spLocks noGrp="1"/>
          </p:cNvSpPr>
          <p:nvPr>
            <p:ph type="ftr" sz="quarter" idx="22"/>
          </p:nvPr>
        </p:nvSpPr>
        <p:spPr/>
        <p:txBody>
          <a:bodyPr/>
          <a:lstStyle>
            <a:lvl1pPr>
              <a:defRPr>
                <a:solidFill>
                  <a:schemeClr val="bg2">
                    <a:lumMod val="10000"/>
                  </a:schemeClr>
                </a:solidFill>
              </a:defRPr>
            </a:lvl1pPr>
          </a:lstStyle>
          <a:p>
            <a:pPr>
              <a:defRPr/>
            </a:pPr>
            <a:r>
              <a:rPr lang="en-US"/>
              <a:t>Enter title via "insert&gt;header and footer&gt;footer"  |  </a:t>
            </a:r>
            <a:endParaRPr lang="en-IN"/>
          </a:p>
        </p:txBody>
      </p:sp>
      <p:sp>
        <p:nvSpPr>
          <p:cNvPr id="7" name="Slide Number Placeholder 6">
            <a:extLst>
              <a:ext uri="{FF2B5EF4-FFF2-40B4-BE49-F238E27FC236}">
                <a16:creationId xmlns:a16="http://schemas.microsoft.com/office/drawing/2014/main" id="{D19E12B7-6478-4174-9D62-4CE1ED014B87}"/>
              </a:ext>
            </a:extLst>
          </p:cNvPr>
          <p:cNvSpPr>
            <a:spLocks noGrp="1"/>
          </p:cNvSpPr>
          <p:nvPr>
            <p:ph type="sldNum" sz="quarter" idx="23"/>
          </p:nvPr>
        </p:nvSpPr>
        <p:spPr/>
        <p:txBody>
          <a:bodyPr/>
          <a:lstStyle>
            <a:lvl1pPr>
              <a:defRPr>
                <a:solidFill>
                  <a:schemeClr val="bg2">
                    <a:lumMod val="10000"/>
                  </a:schemeClr>
                </a:solidFill>
              </a:defRPr>
            </a:lvl1pPr>
          </a:lstStyle>
          <a:p>
            <a:pPr>
              <a:defRPr/>
            </a:pPr>
            <a:r>
              <a:rPr lang="en-IN"/>
              <a:t>|    </a:t>
            </a:r>
            <a:fld id="{7B2119CD-3B2D-4CEB-B404-D2E3F8CD6D69}" type="slidenum">
              <a:rPr lang="en-IN" smtClean="0"/>
              <a:pPr>
                <a:defRPr/>
              </a:pPr>
              <a:t>‹#›</a:t>
            </a:fld>
            <a:endParaRPr lang="en-IN"/>
          </a:p>
        </p:txBody>
      </p:sp>
      <p:sp>
        <p:nvSpPr>
          <p:cNvPr id="3" name="Title 2">
            <a:extLst>
              <a:ext uri="{FF2B5EF4-FFF2-40B4-BE49-F238E27FC236}">
                <a16:creationId xmlns:a16="http://schemas.microsoft.com/office/drawing/2014/main" id="{D71A172B-6D03-48FD-95B2-5782E2CD3C13}"/>
              </a:ext>
            </a:extLst>
          </p:cNvPr>
          <p:cNvSpPr>
            <a:spLocks noGrp="1"/>
          </p:cNvSpPr>
          <p:nvPr>
            <p:ph type="title"/>
          </p:nvPr>
        </p:nvSpPr>
        <p:spPr>
          <a:xfrm>
            <a:off x="670560" y="759456"/>
            <a:ext cx="5089733" cy="520703"/>
          </a:xfrm>
        </p:spPr>
        <p:txBody>
          <a:bodyPr/>
          <a:lstStyle/>
          <a:p>
            <a:r>
              <a:rPr lang="en-US"/>
              <a:t>Click to edit Master title</a:t>
            </a:r>
            <a:endParaRPr lang="en-IN"/>
          </a:p>
        </p:txBody>
      </p:sp>
    </p:spTree>
    <p:extLst>
      <p:ext uri="{BB962C8B-B14F-4D97-AF65-F5344CB8AC3E}">
        <p14:creationId xmlns:p14="http://schemas.microsoft.com/office/powerpoint/2010/main" val="1918262520"/>
      </p:ext>
    </p:extLst>
  </p:cSld>
  <p:clrMapOvr>
    <a:masterClrMapping/>
  </p:clrMapOvr>
</p:sldLayout>
</file>

<file path=ppt/slideLayouts/slideLayout187.xml><?xml version="1.0" encoding="utf-8"?>
<p:sldLayout xmlns:a="http://schemas.openxmlformats.org/drawingml/2006/main" xmlns:r="http://schemas.openxmlformats.org/officeDocument/2006/relationships" xmlns:p="http://schemas.openxmlformats.org/presentationml/2006/main" preserve="1" userDrawn="1">
  <p:cSld name="(R) Alternate Half-content &amp; imag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Picture Placeholder 9"/>
          <p:cNvSpPr>
            <a:spLocks noGrp="1"/>
          </p:cNvSpPr>
          <p:nvPr>
            <p:ph type="pic" sz="quarter" idx="14" hasCustomPrompt="1"/>
          </p:nvPr>
        </p:nvSpPr>
        <p:spPr>
          <a:xfrm>
            <a:off x="1" y="0"/>
            <a:ext cx="5753292" cy="6858000"/>
          </a:xfrm>
          <a:prstGeom prst="rect">
            <a:avLst/>
          </a:prstGeom>
          <a:solidFill>
            <a:schemeClr val="bg2"/>
          </a:solidFill>
          <a:ln>
            <a:noFill/>
          </a:ln>
          <a:effectLst/>
        </p:spPr>
        <p:txBody>
          <a:bodyPr lIns="365760" rIns="365760" anchor="ctr" anchorCtr="1"/>
          <a:lstStyle>
            <a:lvl1pPr algn="ctr">
              <a:defRPr sz="2400" b="0" baseline="0">
                <a:solidFill>
                  <a:schemeClr val="tx2"/>
                </a:solidFill>
                <a:latin typeface="+mn-lt"/>
              </a:defRPr>
            </a:lvl1pPr>
          </a:lstStyle>
          <a:p>
            <a:r>
              <a:rPr lang="en-US"/>
              <a:t>Insert an image</a:t>
            </a:r>
            <a:br>
              <a:rPr lang="en-US"/>
            </a:br>
            <a:r>
              <a:rPr lang="en-US"/>
              <a:t>within this placeholder </a:t>
            </a:r>
          </a:p>
        </p:txBody>
      </p:sp>
      <p:sp>
        <p:nvSpPr>
          <p:cNvPr id="9" name="Content Placeholder 2">
            <a:extLst>
              <a:ext uri="{FF2B5EF4-FFF2-40B4-BE49-F238E27FC236}">
                <a16:creationId xmlns:a16="http://schemas.microsoft.com/office/drawing/2014/main" id="{A406D962-A904-455A-9FF2-A3FC930F6781}"/>
              </a:ext>
            </a:extLst>
          </p:cNvPr>
          <p:cNvSpPr txBox="1">
            <a:spLocks/>
          </p:cNvSpPr>
          <p:nvPr userDrawn="1"/>
        </p:nvSpPr>
        <p:spPr bwMode="gray">
          <a:xfrm>
            <a:off x="670561" y="6427471"/>
            <a:ext cx="4077308" cy="292101"/>
          </a:xfrm>
          <a:prstGeom prst="rect">
            <a:avLst/>
          </a:prstGeom>
        </p:spPr>
        <p:txBody>
          <a:bodyPr vert="horz" lIns="0" rIns="0" anchor="b" anchorCtr="0"/>
          <a:lstStyle>
            <a:defPPr>
              <a:defRPr lang="en-US"/>
            </a:defPPr>
            <a:lvl1pPr indent="0" defTabSz="457200">
              <a:spcBef>
                <a:spcPct val="20000"/>
              </a:spcBef>
              <a:buFont typeface="Arial"/>
              <a:buNone/>
              <a:defRPr sz="1000">
                <a:solidFill>
                  <a:schemeClr val="bg2">
                    <a:lumMod val="10000"/>
                  </a:schemeClr>
                </a:solidFill>
                <a:cs typeface="Calibri" panose="020F0502020204030204" pitchFamily="34" charset="0"/>
              </a:defRPr>
            </a:lvl1pPr>
            <a:lvl2pPr indent="0" defTabSz="457200">
              <a:spcBef>
                <a:spcPct val="20000"/>
              </a:spcBef>
              <a:buFont typeface="Arial"/>
              <a:buNone/>
              <a:defRPr sz="900">
                <a:latin typeface="Georgia"/>
                <a:cs typeface="Georgia"/>
              </a:defRPr>
            </a:lvl2pPr>
            <a:lvl3pPr indent="0" defTabSz="457200">
              <a:spcBef>
                <a:spcPct val="20000"/>
              </a:spcBef>
              <a:buFont typeface="Arial"/>
              <a:buNone/>
              <a:defRPr sz="900">
                <a:latin typeface="Georgia"/>
                <a:cs typeface="Georgia"/>
              </a:defRPr>
            </a:lvl3pPr>
            <a:lvl4pPr indent="0" defTabSz="457200">
              <a:spcBef>
                <a:spcPct val="20000"/>
              </a:spcBef>
              <a:buFont typeface="Arial"/>
              <a:buNone/>
              <a:defRPr sz="900">
                <a:latin typeface="Georgia"/>
                <a:cs typeface="Georgia"/>
              </a:defRPr>
            </a:lvl4pPr>
            <a:lvl5pPr indent="0" defTabSz="457200">
              <a:spcBef>
                <a:spcPct val="20000"/>
              </a:spcBef>
              <a:buFont typeface="Arial"/>
              <a:buNone/>
              <a:defRPr sz="900">
                <a:latin typeface="Georgia"/>
                <a:cs typeface="Georgia"/>
              </a:defRPr>
            </a:lvl5pPr>
            <a:lvl6pPr marL="2514600" indent="-228600" defTabSz="457200">
              <a:spcBef>
                <a:spcPct val="20000"/>
              </a:spcBef>
              <a:buFont typeface="Arial"/>
              <a:buChar char="•"/>
              <a:defRPr sz="2000"/>
            </a:lvl6pPr>
            <a:lvl7pPr marL="2971800" indent="-228600" defTabSz="457200">
              <a:spcBef>
                <a:spcPct val="20000"/>
              </a:spcBef>
              <a:buFont typeface="Arial"/>
              <a:buChar char="•"/>
              <a:defRPr sz="2000"/>
            </a:lvl7pPr>
            <a:lvl8pPr marL="3429000" indent="-228600" defTabSz="457200">
              <a:spcBef>
                <a:spcPct val="20000"/>
              </a:spcBef>
              <a:buFont typeface="Arial"/>
              <a:buChar char="•"/>
              <a:defRPr sz="2000"/>
            </a:lvl8pPr>
            <a:lvl9pPr marL="3886200" indent="-228600" defTabSz="457200">
              <a:spcBef>
                <a:spcPct val="20000"/>
              </a:spcBef>
              <a:buFont typeface="Arial"/>
              <a:buChar char="•"/>
              <a:defRPr sz="2000"/>
            </a:lvl9pPr>
          </a:lstStyle>
          <a:p>
            <a:pPr lvl="0"/>
            <a:r>
              <a:rPr lang="en-US" sz="1333"/>
              <a:t>Proprietary and confidential — do not distribute</a:t>
            </a:r>
          </a:p>
        </p:txBody>
      </p:sp>
      <p:sp>
        <p:nvSpPr>
          <p:cNvPr id="27" name="Text Placeholder 9">
            <a:extLst>
              <a:ext uri="{FF2B5EF4-FFF2-40B4-BE49-F238E27FC236}">
                <a16:creationId xmlns:a16="http://schemas.microsoft.com/office/drawing/2014/main" id="{BCE9EE84-6D78-4EA7-A0BA-54294DAD6358}"/>
              </a:ext>
            </a:extLst>
          </p:cNvPr>
          <p:cNvSpPr>
            <a:spLocks noGrp="1"/>
          </p:cNvSpPr>
          <p:nvPr>
            <p:ph type="body" sz="quarter" idx="18" hasCustomPrompt="1"/>
          </p:nvPr>
        </p:nvSpPr>
        <p:spPr>
          <a:xfrm>
            <a:off x="6438289" y="355600"/>
            <a:ext cx="5096255" cy="348813"/>
          </a:xfrm>
          <a:prstGeom prst="rect">
            <a:avLst/>
          </a:prstGeom>
        </p:spPr>
        <p:txBody>
          <a:bodyPr wrap="square">
            <a:noAutofit/>
          </a:bodyPr>
          <a:lstStyle>
            <a:lvl1pPr>
              <a:defRPr sz="1867" b="0" cap="all" spc="200" baseline="0">
                <a:solidFill>
                  <a:schemeClr val="accent2"/>
                </a:solidFill>
                <a:latin typeface="+mn-lt"/>
              </a:defRPr>
            </a:lvl1pPr>
            <a:lvl2pPr marL="0" indent="0">
              <a:buNone/>
              <a:defRPr/>
            </a:lvl2pPr>
          </a:lstStyle>
          <a:p>
            <a:pPr lvl="0"/>
            <a:r>
              <a:rPr lang="en-US"/>
              <a:t>Eyebrow identification, CALIBRI, 14PT</a:t>
            </a:r>
          </a:p>
        </p:txBody>
      </p:sp>
      <p:sp>
        <p:nvSpPr>
          <p:cNvPr id="29" name="Text Placeholder 4">
            <a:extLst>
              <a:ext uri="{FF2B5EF4-FFF2-40B4-BE49-F238E27FC236}">
                <a16:creationId xmlns:a16="http://schemas.microsoft.com/office/drawing/2014/main" id="{4213A971-0458-449E-8A05-022FFCDC03BA}"/>
              </a:ext>
            </a:extLst>
          </p:cNvPr>
          <p:cNvSpPr>
            <a:spLocks noGrp="1"/>
          </p:cNvSpPr>
          <p:nvPr>
            <p:ph type="body" sz="quarter" idx="19" hasCustomPrompt="1"/>
          </p:nvPr>
        </p:nvSpPr>
        <p:spPr>
          <a:xfrm>
            <a:off x="6438711" y="1463943"/>
            <a:ext cx="5089736" cy="520700"/>
          </a:xfrm>
          <a:prstGeom prst="rect">
            <a:avLst/>
          </a:prstGeom>
        </p:spPr>
        <p:txBody>
          <a:bodyPr>
            <a:noAutofit/>
          </a:bodyPr>
          <a:lstStyle>
            <a:lvl1pPr>
              <a:defRPr sz="2400" b="1" cap="all" baseline="0">
                <a:solidFill>
                  <a:schemeClr val="tx1"/>
                </a:solidFill>
                <a:latin typeface="+mn-lt"/>
              </a:defRPr>
            </a:lvl1pPr>
          </a:lstStyle>
          <a:p>
            <a:pPr lvl="0"/>
            <a:r>
              <a:rPr lang="en-US"/>
              <a:t>SUBTITLE, CALIBRI, 18PT, BOLD</a:t>
            </a:r>
          </a:p>
        </p:txBody>
      </p:sp>
      <p:sp>
        <p:nvSpPr>
          <p:cNvPr id="31" name="Content Placeholder 5">
            <a:extLst>
              <a:ext uri="{FF2B5EF4-FFF2-40B4-BE49-F238E27FC236}">
                <a16:creationId xmlns:a16="http://schemas.microsoft.com/office/drawing/2014/main" id="{B5BC7F6D-6A69-4462-AC94-59D2440E9F60}"/>
              </a:ext>
            </a:extLst>
          </p:cNvPr>
          <p:cNvSpPr>
            <a:spLocks noGrp="1"/>
          </p:cNvSpPr>
          <p:nvPr>
            <p:ph sz="quarter" idx="20"/>
          </p:nvPr>
        </p:nvSpPr>
        <p:spPr>
          <a:xfrm>
            <a:off x="6438286" y="2159958"/>
            <a:ext cx="5089735" cy="4060927"/>
          </a:xfrm>
        </p:spPr>
        <p:txBody>
          <a:bodyPr>
            <a:noAutofit/>
          </a:bodyPr>
          <a:lstStyle>
            <a:lvl1pPr>
              <a:defRPr sz="1867"/>
            </a:lvl1pPr>
            <a:lvl2pPr>
              <a:defRPr/>
            </a:lvl2pPr>
            <a:lvl3pPr>
              <a:defRPr/>
            </a:lvl3pPr>
            <a:lvl4pPr>
              <a:defRPr/>
            </a:lvl4pPr>
          </a:lstStyle>
          <a:p>
            <a:pPr lvl="0"/>
            <a:r>
              <a:rPr lang="en-US"/>
              <a:t>Click to edit Master text styles</a:t>
            </a:r>
          </a:p>
          <a:p>
            <a:pPr lvl="1"/>
            <a:r>
              <a:rPr lang="en-US"/>
              <a:t>First level</a:t>
            </a:r>
          </a:p>
          <a:p>
            <a:pPr lvl="2"/>
            <a:r>
              <a:rPr lang="en-US"/>
              <a:t>Second level</a:t>
            </a:r>
          </a:p>
          <a:p>
            <a:pPr lvl="3"/>
            <a:r>
              <a:rPr lang="en-US"/>
              <a:t>Third level</a:t>
            </a:r>
            <a:endParaRPr lang="en-IN"/>
          </a:p>
        </p:txBody>
      </p:sp>
      <p:sp>
        <p:nvSpPr>
          <p:cNvPr id="5" name="Date Placeholder 4">
            <a:extLst>
              <a:ext uri="{FF2B5EF4-FFF2-40B4-BE49-F238E27FC236}">
                <a16:creationId xmlns:a16="http://schemas.microsoft.com/office/drawing/2014/main" id="{A276AA6F-274D-4C30-8231-BCE60209C350}"/>
              </a:ext>
            </a:extLst>
          </p:cNvPr>
          <p:cNvSpPr>
            <a:spLocks noGrp="1"/>
          </p:cNvSpPr>
          <p:nvPr>
            <p:ph type="dt" sz="half" idx="21"/>
          </p:nvPr>
        </p:nvSpPr>
        <p:spPr/>
        <p:txBody>
          <a:bodyPr/>
          <a:lstStyle/>
          <a:p>
            <a:fld id="{8F93644C-10AF-4491-B17A-7E7ED1B48330}" type="datetime5">
              <a:rPr lang="en-US" sz="1333" smtClean="0"/>
              <a:t>7-May-26</a:t>
            </a:fld>
            <a:endParaRPr lang="en-IN" sz="1333"/>
          </a:p>
        </p:txBody>
      </p:sp>
      <p:sp>
        <p:nvSpPr>
          <p:cNvPr id="6" name="Footer Placeholder 5">
            <a:extLst>
              <a:ext uri="{FF2B5EF4-FFF2-40B4-BE49-F238E27FC236}">
                <a16:creationId xmlns:a16="http://schemas.microsoft.com/office/drawing/2014/main" id="{4D90ED92-D78E-4927-81AF-A839DE78EF1E}"/>
              </a:ext>
            </a:extLst>
          </p:cNvPr>
          <p:cNvSpPr>
            <a:spLocks noGrp="1"/>
          </p:cNvSpPr>
          <p:nvPr>
            <p:ph type="ftr" sz="quarter" idx="22"/>
          </p:nvPr>
        </p:nvSpPr>
        <p:spPr/>
        <p:txBody>
          <a:bodyPr/>
          <a:lstStyle/>
          <a:p>
            <a:pPr>
              <a:defRPr/>
            </a:pPr>
            <a:r>
              <a:rPr lang="en-US"/>
              <a:t>Enter title via "insert&gt;header and footer&gt;footer"  |  </a:t>
            </a:r>
            <a:endParaRPr lang="en-IN"/>
          </a:p>
        </p:txBody>
      </p:sp>
      <p:sp>
        <p:nvSpPr>
          <p:cNvPr id="7" name="Slide Number Placeholder 6">
            <a:extLst>
              <a:ext uri="{FF2B5EF4-FFF2-40B4-BE49-F238E27FC236}">
                <a16:creationId xmlns:a16="http://schemas.microsoft.com/office/drawing/2014/main" id="{0292392A-F844-43CE-9CB9-AC393579CD58}"/>
              </a:ext>
            </a:extLst>
          </p:cNvPr>
          <p:cNvSpPr>
            <a:spLocks noGrp="1"/>
          </p:cNvSpPr>
          <p:nvPr>
            <p:ph type="sldNum" sz="quarter" idx="23"/>
          </p:nvPr>
        </p:nvSpPr>
        <p:spPr/>
        <p:txBody>
          <a:bodyPr/>
          <a:lstStyle/>
          <a:p>
            <a:pPr>
              <a:defRPr/>
            </a:pPr>
            <a:r>
              <a:rPr lang="en-IN"/>
              <a:t>|    </a:t>
            </a:r>
            <a:fld id="{7B2119CD-3B2D-4CEB-B404-D2E3F8CD6D69}" type="slidenum">
              <a:rPr lang="en-IN" smtClean="0"/>
              <a:pPr>
                <a:defRPr/>
              </a:pPr>
              <a:t>‹#›</a:t>
            </a:fld>
            <a:endParaRPr lang="en-IN"/>
          </a:p>
        </p:txBody>
      </p:sp>
      <p:sp>
        <p:nvSpPr>
          <p:cNvPr id="3" name="Title 2">
            <a:extLst>
              <a:ext uri="{FF2B5EF4-FFF2-40B4-BE49-F238E27FC236}">
                <a16:creationId xmlns:a16="http://schemas.microsoft.com/office/drawing/2014/main" id="{81104A16-8545-464D-95F9-F7F8075AD360}"/>
              </a:ext>
            </a:extLst>
          </p:cNvPr>
          <p:cNvSpPr>
            <a:spLocks noGrp="1"/>
          </p:cNvSpPr>
          <p:nvPr>
            <p:ph type="title"/>
          </p:nvPr>
        </p:nvSpPr>
        <p:spPr>
          <a:xfrm>
            <a:off x="6438285" y="759456"/>
            <a:ext cx="5083155" cy="520703"/>
          </a:xfrm>
        </p:spPr>
        <p:txBody>
          <a:bodyPr/>
          <a:lstStyle/>
          <a:p>
            <a:r>
              <a:rPr lang="en-US"/>
              <a:t>Click to edit Master title</a:t>
            </a:r>
            <a:endParaRPr lang="en-IN"/>
          </a:p>
        </p:txBody>
      </p:sp>
    </p:spTree>
    <p:extLst>
      <p:ext uri="{BB962C8B-B14F-4D97-AF65-F5344CB8AC3E}">
        <p14:creationId xmlns:p14="http://schemas.microsoft.com/office/powerpoint/2010/main" val="2582376997"/>
      </p:ext>
    </p:extLst>
  </p:cSld>
  <p:clrMapOvr>
    <a:masterClrMapping/>
  </p:clrMapOvr>
</p:sldLayout>
</file>

<file path=ppt/slideLayouts/slideLayout188.xml><?xml version="1.0" encoding="utf-8"?>
<p:sldLayout xmlns:a="http://schemas.openxmlformats.org/drawingml/2006/main" xmlns:r="http://schemas.openxmlformats.org/officeDocument/2006/relationships" xmlns:p="http://schemas.openxmlformats.org/presentationml/2006/main" preserve="1" userDrawn="1">
  <p:cSld name="(L) Half-content &amp; full image layout">
    <p:spTree>
      <p:nvGrpSpPr>
        <p:cNvPr id="1" name=""/>
        <p:cNvGrpSpPr/>
        <p:nvPr/>
      </p:nvGrpSpPr>
      <p:grpSpPr>
        <a:xfrm>
          <a:off x="0" y="0"/>
          <a:ext cx="0" cy="0"/>
          <a:chOff x="0" y="0"/>
          <a:chExt cx="0" cy="0"/>
        </a:xfrm>
      </p:grpSpPr>
      <p:sp>
        <p:nvSpPr>
          <p:cNvPr id="5" name="Picture Placeholder 9">
            <a:extLst>
              <a:ext uri="{FF2B5EF4-FFF2-40B4-BE49-F238E27FC236}">
                <a16:creationId xmlns:a16="http://schemas.microsoft.com/office/drawing/2014/main" id="{EBBC6B44-1A66-4C17-802D-CD6F3BEB84DB}"/>
              </a:ext>
            </a:extLst>
          </p:cNvPr>
          <p:cNvSpPr>
            <a:spLocks noGrp="1"/>
          </p:cNvSpPr>
          <p:nvPr>
            <p:ph type="pic" sz="quarter" idx="14" hasCustomPrompt="1"/>
          </p:nvPr>
        </p:nvSpPr>
        <p:spPr>
          <a:xfrm>
            <a:off x="1" y="0"/>
            <a:ext cx="12192000" cy="6858000"/>
          </a:xfrm>
          <a:prstGeom prst="rect">
            <a:avLst/>
          </a:prstGeom>
          <a:noFill/>
          <a:ln>
            <a:noFill/>
          </a:ln>
          <a:effectLst/>
        </p:spPr>
        <p:txBody>
          <a:bodyPr lIns="365760" rIns="365760" anchor="ctr" anchorCtr="1"/>
          <a:lstStyle>
            <a:lvl1pPr marL="6095848" indent="0" algn="ctr">
              <a:tabLst/>
              <a:defRPr sz="2400" b="0" baseline="0">
                <a:solidFill>
                  <a:srgbClr val="5BC2E7"/>
                </a:solidFill>
                <a:latin typeface="+mn-lt"/>
              </a:defRPr>
            </a:lvl1pPr>
          </a:lstStyle>
          <a:p>
            <a:r>
              <a:rPr lang="en-US"/>
              <a:t>Insert an image or chart </a:t>
            </a:r>
            <a:br>
              <a:rPr lang="en-US"/>
            </a:br>
            <a:r>
              <a:rPr lang="en-US"/>
              <a:t>within this placeholder </a:t>
            </a:r>
          </a:p>
        </p:txBody>
      </p:sp>
      <p:sp>
        <p:nvSpPr>
          <p:cNvPr id="15" name="Text Placeholder 9">
            <a:extLst>
              <a:ext uri="{FF2B5EF4-FFF2-40B4-BE49-F238E27FC236}">
                <a16:creationId xmlns:a16="http://schemas.microsoft.com/office/drawing/2014/main" id="{1DA9A41A-6EE1-49F5-AFE9-BA3D27BD9358}"/>
              </a:ext>
            </a:extLst>
          </p:cNvPr>
          <p:cNvSpPr>
            <a:spLocks noGrp="1"/>
          </p:cNvSpPr>
          <p:nvPr>
            <p:ph type="body" sz="quarter" idx="18" hasCustomPrompt="1"/>
          </p:nvPr>
        </p:nvSpPr>
        <p:spPr>
          <a:xfrm>
            <a:off x="670562" y="355600"/>
            <a:ext cx="5096255" cy="348813"/>
          </a:xfrm>
          <a:prstGeom prst="rect">
            <a:avLst/>
          </a:prstGeom>
        </p:spPr>
        <p:txBody>
          <a:bodyPr wrap="square">
            <a:noAutofit/>
          </a:bodyPr>
          <a:lstStyle>
            <a:lvl1pPr>
              <a:defRPr sz="1867" b="0" cap="all" spc="200" baseline="0">
                <a:solidFill>
                  <a:schemeClr val="accent2"/>
                </a:solidFill>
                <a:latin typeface="+mn-lt"/>
              </a:defRPr>
            </a:lvl1pPr>
            <a:lvl2pPr marL="0" indent="0">
              <a:buNone/>
              <a:defRPr/>
            </a:lvl2pPr>
          </a:lstStyle>
          <a:p>
            <a:pPr lvl="0"/>
            <a:r>
              <a:rPr lang="en-US"/>
              <a:t>Eyebrow identification, CALIBRI, 14PT</a:t>
            </a:r>
          </a:p>
        </p:txBody>
      </p:sp>
      <p:sp>
        <p:nvSpPr>
          <p:cNvPr id="17" name="Content Placeholder 5">
            <a:extLst>
              <a:ext uri="{FF2B5EF4-FFF2-40B4-BE49-F238E27FC236}">
                <a16:creationId xmlns:a16="http://schemas.microsoft.com/office/drawing/2014/main" id="{9429E2A8-8B6B-4260-8142-907D2399D5E5}"/>
              </a:ext>
            </a:extLst>
          </p:cNvPr>
          <p:cNvSpPr>
            <a:spLocks noGrp="1"/>
          </p:cNvSpPr>
          <p:nvPr>
            <p:ph sz="quarter" idx="19"/>
          </p:nvPr>
        </p:nvSpPr>
        <p:spPr>
          <a:xfrm>
            <a:off x="670559" y="1882587"/>
            <a:ext cx="5096255" cy="4335332"/>
          </a:xfrm>
        </p:spPr>
        <p:txBody>
          <a:bodyPr>
            <a:noAutofit/>
          </a:bodyPr>
          <a:lstStyle>
            <a:lvl2pPr>
              <a:defRPr/>
            </a:lvl2pPr>
            <a:lvl3pPr>
              <a:defRPr/>
            </a:lvl3pPr>
            <a:lvl4pPr>
              <a:defRPr/>
            </a:lvl4pPr>
            <a:lvl5pPr>
              <a:defRPr/>
            </a:lvl5pPr>
          </a:lstStyle>
          <a:p>
            <a:pPr lvl="0"/>
            <a:r>
              <a:rPr lang="en-US"/>
              <a:t>Click to edit Master text styles</a:t>
            </a:r>
          </a:p>
          <a:p>
            <a:pPr lvl="1"/>
            <a:r>
              <a:rPr lang="en-US"/>
              <a:t>First level</a:t>
            </a:r>
          </a:p>
          <a:p>
            <a:pPr lvl="2"/>
            <a:r>
              <a:rPr lang="en-US"/>
              <a:t>Second level</a:t>
            </a:r>
          </a:p>
          <a:p>
            <a:pPr lvl="3"/>
            <a:r>
              <a:rPr lang="en-US"/>
              <a:t>Third level</a:t>
            </a:r>
          </a:p>
          <a:p>
            <a:pPr lvl="4"/>
            <a:r>
              <a:rPr lang="en-US"/>
              <a:t>Fourth level</a:t>
            </a:r>
            <a:endParaRPr lang="en-IN"/>
          </a:p>
        </p:txBody>
      </p:sp>
      <p:sp>
        <p:nvSpPr>
          <p:cNvPr id="6" name="Date Placeholder 5">
            <a:extLst>
              <a:ext uri="{FF2B5EF4-FFF2-40B4-BE49-F238E27FC236}">
                <a16:creationId xmlns:a16="http://schemas.microsoft.com/office/drawing/2014/main" id="{9E0F8180-A780-4399-880A-8AA1E69C0F8C}"/>
              </a:ext>
            </a:extLst>
          </p:cNvPr>
          <p:cNvSpPr>
            <a:spLocks noGrp="1"/>
          </p:cNvSpPr>
          <p:nvPr>
            <p:ph type="dt" sz="half" idx="20"/>
          </p:nvPr>
        </p:nvSpPr>
        <p:spPr/>
        <p:txBody>
          <a:bodyPr/>
          <a:lstStyle/>
          <a:p>
            <a:fld id="{B0FCCFBA-6DC2-4409-936F-4E5F04623E2E}" type="datetime5">
              <a:rPr lang="en-US" sz="1333" smtClean="0"/>
              <a:t>7-May-26</a:t>
            </a:fld>
            <a:endParaRPr lang="en-IN" sz="1333"/>
          </a:p>
        </p:txBody>
      </p:sp>
      <p:sp>
        <p:nvSpPr>
          <p:cNvPr id="7" name="Footer Placeholder 6">
            <a:extLst>
              <a:ext uri="{FF2B5EF4-FFF2-40B4-BE49-F238E27FC236}">
                <a16:creationId xmlns:a16="http://schemas.microsoft.com/office/drawing/2014/main" id="{C5608BB2-D691-4F93-85B3-B1B4B0A35E58}"/>
              </a:ext>
            </a:extLst>
          </p:cNvPr>
          <p:cNvSpPr>
            <a:spLocks noGrp="1"/>
          </p:cNvSpPr>
          <p:nvPr>
            <p:ph type="ftr" sz="quarter" idx="21"/>
          </p:nvPr>
        </p:nvSpPr>
        <p:spPr/>
        <p:txBody>
          <a:bodyPr/>
          <a:lstStyle/>
          <a:p>
            <a:pPr>
              <a:defRPr/>
            </a:pPr>
            <a:r>
              <a:rPr lang="en-US"/>
              <a:t>Enter title via "insert&gt;header and footer&gt;footer"  |  </a:t>
            </a:r>
            <a:endParaRPr lang="en-IN"/>
          </a:p>
        </p:txBody>
      </p:sp>
      <p:sp>
        <p:nvSpPr>
          <p:cNvPr id="8" name="Slide Number Placeholder 7">
            <a:extLst>
              <a:ext uri="{FF2B5EF4-FFF2-40B4-BE49-F238E27FC236}">
                <a16:creationId xmlns:a16="http://schemas.microsoft.com/office/drawing/2014/main" id="{CAE60EC4-73AF-4FE7-894E-9CA45C022030}"/>
              </a:ext>
            </a:extLst>
          </p:cNvPr>
          <p:cNvSpPr>
            <a:spLocks noGrp="1"/>
          </p:cNvSpPr>
          <p:nvPr>
            <p:ph type="sldNum" sz="quarter" idx="22"/>
          </p:nvPr>
        </p:nvSpPr>
        <p:spPr/>
        <p:txBody>
          <a:bodyPr/>
          <a:lstStyle/>
          <a:p>
            <a:pPr>
              <a:defRPr/>
            </a:pPr>
            <a:r>
              <a:rPr lang="en-IN"/>
              <a:t>|    </a:t>
            </a:r>
            <a:fld id="{7B2119CD-3B2D-4CEB-B404-D2E3F8CD6D69}" type="slidenum">
              <a:rPr lang="en-IN" smtClean="0"/>
              <a:pPr>
                <a:defRPr/>
              </a:pPr>
              <a:t>‹#›</a:t>
            </a:fld>
            <a:endParaRPr lang="en-IN"/>
          </a:p>
        </p:txBody>
      </p:sp>
      <p:sp>
        <p:nvSpPr>
          <p:cNvPr id="3" name="Title 2">
            <a:extLst>
              <a:ext uri="{FF2B5EF4-FFF2-40B4-BE49-F238E27FC236}">
                <a16:creationId xmlns:a16="http://schemas.microsoft.com/office/drawing/2014/main" id="{BEFB07F9-6AE7-4BC6-A62B-E1EF2F296814}"/>
              </a:ext>
            </a:extLst>
          </p:cNvPr>
          <p:cNvSpPr>
            <a:spLocks noGrp="1"/>
          </p:cNvSpPr>
          <p:nvPr>
            <p:ph type="title"/>
          </p:nvPr>
        </p:nvSpPr>
        <p:spPr>
          <a:xfrm>
            <a:off x="670560" y="759456"/>
            <a:ext cx="5096253" cy="520703"/>
          </a:xfrm>
        </p:spPr>
        <p:txBody>
          <a:bodyPr/>
          <a:lstStyle/>
          <a:p>
            <a:r>
              <a:rPr lang="en-US"/>
              <a:t>Click to edit Master title</a:t>
            </a:r>
            <a:endParaRPr lang="en-IN"/>
          </a:p>
        </p:txBody>
      </p:sp>
    </p:spTree>
    <p:extLst>
      <p:ext uri="{BB962C8B-B14F-4D97-AF65-F5344CB8AC3E}">
        <p14:creationId xmlns:p14="http://schemas.microsoft.com/office/powerpoint/2010/main" val="2688617676"/>
      </p:ext>
    </p:extLst>
  </p:cSld>
  <p:clrMapOvr>
    <a:masterClrMapping/>
  </p:clrMapOvr>
</p:sldLayout>
</file>

<file path=ppt/slideLayouts/slideLayout189.xml><?xml version="1.0" encoding="utf-8"?>
<p:sldLayout xmlns:a="http://schemas.openxmlformats.org/drawingml/2006/main" xmlns:r="http://schemas.openxmlformats.org/officeDocument/2006/relationships" xmlns:p="http://schemas.openxmlformats.org/presentationml/2006/main" preserve="1" userDrawn="1">
  <p:cSld name="(R) Half-content &amp; full image layout">
    <p:spTree>
      <p:nvGrpSpPr>
        <p:cNvPr id="1" name=""/>
        <p:cNvGrpSpPr/>
        <p:nvPr/>
      </p:nvGrpSpPr>
      <p:grpSpPr>
        <a:xfrm>
          <a:off x="0" y="0"/>
          <a:ext cx="0" cy="0"/>
          <a:chOff x="0" y="0"/>
          <a:chExt cx="0" cy="0"/>
        </a:xfrm>
      </p:grpSpPr>
      <p:sp>
        <p:nvSpPr>
          <p:cNvPr id="5" name="Picture Placeholder 9">
            <a:extLst>
              <a:ext uri="{FF2B5EF4-FFF2-40B4-BE49-F238E27FC236}">
                <a16:creationId xmlns:a16="http://schemas.microsoft.com/office/drawing/2014/main" id="{EBBC6B44-1A66-4C17-802D-CD6F3BEB84DB}"/>
              </a:ext>
            </a:extLst>
          </p:cNvPr>
          <p:cNvSpPr>
            <a:spLocks noGrp="1"/>
          </p:cNvSpPr>
          <p:nvPr>
            <p:ph type="pic" sz="quarter" idx="14" hasCustomPrompt="1"/>
          </p:nvPr>
        </p:nvSpPr>
        <p:spPr>
          <a:xfrm>
            <a:off x="1" y="0"/>
            <a:ext cx="12192000" cy="6858000"/>
          </a:xfrm>
          <a:prstGeom prst="rect">
            <a:avLst/>
          </a:prstGeom>
          <a:noFill/>
          <a:ln>
            <a:noFill/>
          </a:ln>
          <a:effectLst/>
        </p:spPr>
        <p:txBody>
          <a:bodyPr lIns="914400" rIns="914400" anchor="ctr" anchorCtr="0"/>
          <a:lstStyle>
            <a:lvl1pPr marL="12700" indent="0" algn="l">
              <a:tabLst/>
              <a:defRPr sz="2400" b="0" baseline="0">
                <a:solidFill>
                  <a:srgbClr val="5BC2E7"/>
                </a:solidFill>
                <a:latin typeface="+mn-lt"/>
              </a:defRPr>
            </a:lvl1pPr>
          </a:lstStyle>
          <a:p>
            <a:r>
              <a:rPr lang="en-US"/>
              <a:t>Insert an image or chart </a:t>
            </a:r>
            <a:br>
              <a:rPr lang="en-US"/>
            </a:br>
            <a:r>
              <a:rPr lang="en-US"/>
              <a:t>within this placeholder </a:t>
            </a:r>
          </a:p>
        </p:txBody>
      </p:sp>
      <p:sp>
        <p:nvSpPr>
          <p:cNvPr id="12" name="Text Placeholder 9">
            <a:extLst>
              <a:ext uri="{FF2B5EF4-FFF2-40B4-BE49-F238E27FC236}">
                <a16:creationId xmlns:a16="http://schemas.microsoft.com/office/drawing/2014/main" id="{D1E655C6-6C55-4BCE-A907-B7048CE6FF6C}"/>
              </a:ext>
            </a:extLst>
          </p:cNvPr>
          <p:cNvSpPr>
            <a:spLocks noGrp="1"/>
          </p:cNvSpPr>
          <p:nvPr>
            <p:ph type="body" sz="quarter" idx="18" hasCustomPrompt="1"/>
          </p:nvPr>
        </p:nvSpPr>
        <p:spPr>
          <a:xfrm>
            <a:off x="6435349" y="355600"/>
            <a:ext cx="5096255" cy="348813"/>
          </a:xfrm>
          <a:prstGeom prst="rect">
            <a:avLst/>
          </a:prstGeom>
        </p:spPr>
        <p:txBody>
          <a:bodyPr wrap="square">
            <a:noAutofit/>
          </a:bodyPr>
          <a:lstStyle>
            <a:lvl1pPr>
              <a:defRPr sz="1867" b="0" cap="all" spc="200" baseline="0">
                <a:solidFill>
                  <a:schemeClr val="accent2"/>
                </a:solidFill>
                <a:latin typeface="+mn-lt"/>
              </a:defRPr>
            </a:lvl1pPr>
            <a:lvl2pPr marL="0" indent="0">
              <a:buNone/>
              <a:defRPr/>
            </a:lvl2pPr>
          </a:lstStyle>
          <a:p>
            <a:pPr lvl="0"/>
            <a:r>
              <a:rPr lang="en-US"/>
              <a:t>Eyebrow identification, CALIBRI, 14PT</a:t>
            </a:r>
          </a:p>
        </p:txBody>
      </p:sp>
      <p:sp>
        <p:nvSpPr>
          <p:cNvPr id="14" name="Content Placeholder 5">
            <a:extLst>
              <a:ext uri="{FF2B5EF4-FFF2-40B4-BE49-F238E27FC236}">
                <a16:creationId xmlns:a16="http://schemas.microsoft.com/office/drawing/2014/main" id="{15B48ECC-C9D4-4D04-9E63-711B66A66FE4}"/>
              </a:ext>
            </a:extLst>
          </p:cNvPr>
          <p:cNvSpPr>
            <a:spLocks noGrp="1"/>
          </p:cNvSpPr>
          <p:nvPr>
            <p:ph sz="quarter" idx="19"/>
          </p:nvPr>
        </p:nvSpPr>
        <p:spPr>
          <a:xfrm>
            <a:off x="6435346" y="1882587"/>
            <a:ext cx="5096255" cy="4335332"/>
          </a:xfrm>
        </p:spPr>
        <p:txBody>
          <a:bodyPr>
            <a:noAutofit/>
          </a:bodyPr>
          <a:lstStyle>
            <a:lvl2pPr>
              <a:defRPr/>
            </a:lvl2pPr>
            <a:lvl3pPr>
              <a:defRPr/>
            </a:lvl3pPr>
            <a:lvl4pPr>
              <a:defRPr/>
            </a:lvl4pPr>
            <a:lvl5pPr>
              <a:defRPr/>
            </a:lvl5pPr>
          </a:lstStyle>
          <a:p>
            <a:pPr lvl="0"/>
            <a:r>
              <a:rPr lang="en-US"/>
              <a:t>Click to edit Master text styles</a:t>
            </a:r>
          </a:p>
          <a:p>
            <a:pPr lvl="1"/>
            <a:r>
              <a:rPr lang="en-US"/>
              <a:t>First level</a:t>
            </a:r>
          </a:p>
          <a:p>
            <a:pPr lvl="2"/>
            <a:r>
              <a:rPr lang="en-US"/>
              <a:t>Second level</a:t>
            </a:r>
          </a:p>
          <a:p>
            <a:pPr lvl="3"/>
            <a:r>
              <a:rPr lang="en-US"/>
              <a:t>Third level</a:t>
            </a:r>
          </a:p>
          <a:p>
            <a:pPr lvl="4"/>
            <a:r>
              <a:rPr lang="en-US"/>
              <a:t>Fourth level</a:t>
            </a:r>
            <a:endParaRPr lang="en-IN"/>
          </a:p>
        </p:txBody>
      </p:sp>
      <p:sp>
        <p:nvSpPr>
          <p:cNvPr id="6" name="Date Placeholder 5">
            <a:extLst>
              <a:ext uri="{FF2B5EF4-FFF2-40B4-BE49-F238E27FC236}">
                <a16:creationId xmlns:a16="http://schemas.microsoft.com/office/drawing/2014/main" id="{0569548C-76EF-4BC9-BEDB-4665E7109D66}"/>
              </a:ext>
            </a:extLst>
          </p:cNvPr>
          <p:cNvSpPr>
            <a:spLocks noGrp="1"/>
          </p:cNvSpPr>
          <p:nvPr>
            <p:ph type="dt" sz="half" idx="20"/>
          </p:nvPr>
        </p:nvSpPr>
        <p:spPr/>
        <p:txBody>
          <a:bodyPr/>
          <a:lstStyle/>
          <a:p>
            <a:fld id="{B9A4A646-667C-4368-A06B-057F02EC694D}" type="datetime5">
              <a:rPr lang="en-US" sz="1333" smtClean="0"/>
              <a:t>7-May-26</a:t>
            </a:fld>
            <a:endParaRPr lang="en-IN" sz="1333"/>
          </a:p>
        </p:txBody>
      </p:sp>
      <p:sp>
        <p:nvSpPr>
          <p:cNvPr id="7" name="Footer Placeholder 6">
            <a:extLst>
              <a:ext uri="{FF2B5EF4-FFF2-40B4-BE49-F238E27FC236}">
                <a16:creationId xmlns:a16="http://schemas.microsoft.com/office/drawing/2014/main" id="{AD029042-E580-498D-A997-1F4A4D0C67EB}"/>
              </a:ext>
            </a:extLst>
          </p:cNvPr>
          <p:cNvSpPr>
            <a:spLocks noGrp="1"/>
          </p:cNvSpPr>
          <p:nvPr>
            <p:ph type="ftr" sz="quarter" idx="21"/>
          </p:nvPr>
        </p:nvSpPr>
        <p:spPr/>
        <p:txBody>
          <a:bodyPr/>
          <a:lstStyle/>
          <a:p>
            <a:pPr>
              <a:defRPr/>
            </a:pPr>
            <a:r>
              <a:rPr lang="en-US"/>
              <a:t>Enter title via "insert&gt;header and footer&gt;footer"  |  </a:t>
            </a:r>
            <a:endParaRPr lang="en-IN"/>
          </a:p>
        </p:txBody>
      </p:sp>
      <p:sp>
        <p:nvSpPr>
          <p:cNvPr id="8" name="Slide Number Placeholder 7">
            <a:extLst>
              <a:ext uri="{FF2B5EF4-FFF2-40B4-BE49-F238E27FC236}">
                <a16:creationId xmlns:a16="http://schemas.microsoft.com/office/drawing/2014/main" id="{59D78DC0-79C2-4029-B092-1E1E990016A2}"/>
              </a:ext>
            </a:extLst>
          </p:cNvPr>
          <p:cNvSpPr>
            <a:spLocks noGrp="1"/>
          </p:cNvSpPr>
          <p:nvPr>
            <p:ph type="sldNum" sz="quarter" idx="22"/>
          </p:nvPr>
        </p:nvSpPr>
        <p:spPr/>
        <p:txBody>
          <a:bodyPr/>
          <a:lstStyle/>
          <a:p>
            <a:pPr>
              <a:defRPr/>
            </a:pPr>
            <a:r>
              <a:rPr lang="en-IN"/>
              <a:t>|    </a:t>
            </a:r>
            <a:fld id="{7B2119CD-3B2D-4CEB-B404-D2E3F8CD6D69}" type="slidenum">
              <a:rPr lang="en-IN" smtClean="0"/>
              <a:pPr>
                <a:defRPr/>
              </a:pPr>
              <a:t>‹#›</a:t>
            </a:fld>
            <a:endParaRPr lang="en-IN"/>
          </a:p>
        </p:txBody>
      </p:sp>
      <p:sp>
        <p:nvSpPr>
          <p:cNvPr id="3" name="Title 2">
            <a:extLst>
              <a:ext uri="{FF2B5EF4-FFF2-40B4-BE49-F238E27FC236}">
                <a16:creationId xmlns:a16="http://schemas.microsoft.com/office/drawing/2014/main" id="{23E7CDA0-49B9-411A-8A94-B75B1A5589B9}"/>
              </a:ext>
            </a:extLst>
          </p:cNvPr>
          <p:cNvSpPr>
            <a:spLocks noGrp="1"/>
          </p:cNvSpPr>
          <p:nvPr>
            <p:ph type="title"/>
          </p:nvPr>
        </p:nvSpPr>
        <p:spPr>
          <a:xfrm>
            <a:off x="6425185" y="759456"/>
            <a:ext cx="5096255" cy="520703"/>
          </a:xfrm>
        </p:spPr>
        <p:txBody>
          <a:bodyPr/>
          <a:lstStyle/>
          <a:p>
            <a:r>
              <a:rPr lang="en-US"/>
              <a:t>Click to edit Master title</a:t>
            </a:r>
            <a:endParaRPr lang="en-IN"/>
          </a:p>
        </p:txBody>
      </p:sp>
    </p:spTree>
    <p:extLst>
      <p:ext uri="{BB962C8B-B14F-4D97-AF65-F5344CB8AC3E}">
        <p14:creationId xmlns:p14="http://schemas.microsoft.com/office/powerpoint/2010/main" val="2314714281"/>
      </p:ext>
    </p:extLst>
  </p:cSld>
  <p:clrMapOvr>
    <a:masterClrMapping/>
  </p:clrMapOvr>
</p:sldLayout>
</file>

<file path=ppt/slideLayouts/slideLayout190.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7" name="Text Placeholder 9">
            <a:extLst>
              <a:ext uri="{FF2B5EF4-FFF2-40B4-BE49-F238E27FC236}">
                <a16:creationId xmlns:a16="http://schemas.microsoft.com/office/drawing/2014/main" id="{6FC1646B-E15A-4F90-9777-95E6C931F3EB}"/>
              </a:ext>
            </a:extLst>
          </p:cNvPr>
          <p:cNvSpPr>
            <a:spLocks noGrp="1"/>
          </p:cNvSpPr>
          <p:nvPr>
            <p:ph type="body" sz="quarter" idx="10" hasCustomPrompt="1"/>
          </p:nvPr>
        </p:nvSpPr>
        <p:spPr>
          <a:xfrm>
            <a:off x="670562" y="355600"/>
            <a:ext cx="6989233" cy="348813"/>
          </a:xfrm>
          <a:prstGeom prst="rect">
            <a:avLst/>
          </a:prstGeom>
        </p:spPr>
        <p:txBody>
          <a:bodyPr>
            <a:noAutofit/>
          </a:bodyPr>
          <a:lstStyle>
            <a:lvl1pPr>
              <a:defRPr sz="1867" b="0" cap="all" spc="200" baseline="0">
                <a:solidFill>
                  <a:schemeClr val="accent2"/>
                </a:solidFill>
                <a:latin typeface="+mn-lt"/>
              </a:defRPr>
            </a:lvl1pPr>
            <a:lvl2pPr marL="0" indent="0">
              <a:buNone/>
              <a:defRPr/>
            </a:lvl2pPr>
          </a:lstStyle>
          <a:p>
            <a:pPr lvl="0"/>
            <a:r>
              <a:rPr lang="en-US"/>
              <a:t>Eyebrow identification, CALIBRI, 14PT REGULAR</a:t>
            </a:r>
          </a:p>
        </p:txBody>
      </p:sp>
      <p:sp>
        <p:nvSpPr>
          <p:cNvPr id="5" name="Date Placeholder 4">
            <a:extLst>
              <a:ext uri="{FF2B5EF4-FFF2-40B4-BE49-F238E27FC236}">
                <a16:creationId xmlns:a16="http://schemas.microsoft.com/office/drawing/2014/main" id="{298617FC-72F8-4DD8-982D-4F8BFE1DF198}"/>
              </a:ext>
            </a:extLst>
          </p:cNvPr>
          <p:cNvSpPr>
            <a:spLocks noGrp="1"/>
          </p:cNvSpPr>
          <p:nvPr>
            <p:ph type="dt" sz="half" idx="11"/>
          </p:nvPr>
        </p:nvSpPr>
        <p:spPr/>
        <p:txBody>
          <a:bodyPr/>
          <a:lstStyle/>
          <a:p>
            <a:fld id="{02C77BB3-A430-4D97-A276-D660933C9612}" type="datetime5">
              <a:rPr lang="en-US" sz="1333" smtClean="0"/>
              <a:t>7-May-26</a:t>
            </a:fld>
            <a:endParaRPr lang="en-IN" sz="1333"/>
          </a:p>
        </p:txBody>
      </p:sp>
      <p:sp>
        <p:nvSpPr>
          <p:cNvPr id="6" name="Footer Placeholder 5">
            <a:extLst>
              <a:ext uri="{FF2B5EF4-FFF2-40B4-BE49-F238E27FC236}">
                <a16:creationId xmlns:a16="http://schemas.microsoft.com/office/drawing/2014/main" id="{E00ABF46-54BB-4D47-8135-82411AA1D3B7}"/>
              </a:ext>
            </a:extLst>
          </p:cNvPr>
          <p:cNvSpPr>
            <a:spLocks noGrp="1"/>
          </p:cNvSpPr>
          <p:nvPr>
            <p:ph type="ftr" sz="quarter" idx="12"/>
          </p:nvPr>
        </p:nvSpPr>
        <p:spPr/>
        <p:txBody>
          <a:bodyPr/>
          <a:lstStyle/>
          <a:p>
            <a:pPr>
              <a:defRPr/>
            </a:pPr>
            <a:r>
              <a:rPr lang="en-US"/>
              <a:t>Enter title via "insert&gt;header and footer&gt;footer"  |  </a:t>
            </a:r>
            <a:endParaRPr lang="en-IN"/>
          </a:p>
        </p:txBody>
      </p:sp>
      <p:sp>
        <p:nvSpPr>
          <p:cNvPr id="8" name="Slide Number Placeholder 7">
            <a:extLst>
              <a:ext uri="{FF2B5EF4-FFF2-40B4-BE49-F238E27FC236}">
                <a16:creationId xmlns:a16="http://schemas.microsoft.com/office/drawing/2014/main" id="{2B303E62-E927-44E1-92EC-EE640A44890B}"/>
              </a:ext>
            </a:extLst>
          </p:cNvPr>
          <p:cNvSpPr>
            <a:spLocks noGrp="1"/>
          </p:cNvSpPr>
          <p:nvPr>
            <p:ph type="sldNum" sz="quarter" idx="13"/>
          </p:nvPr>
        </p:nvSpPr>
        <p:spPr/>
        <p:txBody>
          <a:bodyPr/>
          <a:lstStyle/>
          <a:p>
            <a:pPr>
              <a:defRPr/>
            </a:pPr>
            <a:r>
              <a:rPr lang="en-IN"/>
              <a:t>|    </a:t>
            </a:r>
            <a:fld id="{7B2119CD-3B2D-4CEB-B404-D2E3F8CD6D69}" type="slidenum">
              <a:rPr lang="en-IN" smtClean="0"/>
              <a:pPr>
                <a:defRPr/>
              </a:pPr>
              <a:t>‹#›</a:t>
            </a:fld>
            <a:endParaRPr lang="en-IN"/>
          </a:p>
        </p:txBody>
      </p:sp>
      <p:sp>
        <p:nvSpPr>
          <p:cNvPr id="3" name="Title 2">
            <a:extLst>
              <a:ext uri="{FF2B5EF4-FFF2-40B4-BE49-F238E27FC236}">
                <a16:creationId xmlns:a16="http://schemas.microsoft.com/office/drawing/2014/main" id="{143C68A1-FF6A-427A-B340-7E9CD9AEF37D}"/>
              </a:ext>
            </a:extLst>
          </p:cNvPr>
          <p:cNvSpPr>
            <a:spLocks noGrp="1"/>
          </p:cNvSpPr>
          <p:nvPr>
            <p:ph type="title"/>
          </p:nvPr>
        </p:nvSpPr>
        <p:spPr/>
        <p:txBody>
          <a:bodyPr/>
          <a:lstStyle/>
          <a:p>
            <a:r>
              <a:rPr lang="en-US"/>
              <a:t>Click to edit Master title style</a:t>
            </a:r>
            <a:endParaRPr lang="en-IN"/>
          </a:p>
        </p:txBody>
      </p:sp>
    </p:spTree>
    <p:extLst>
      <p:ext uri="{BB962C8B-B14F-4D97-AF65-F5344CB8AC3E}">
        <p14:creationId xmlns:p14="http://schemas.microsoft.com/office/powerpoint/2010/main" val="727295491"/>
      </p:ext>
    </p:extLst>
  </p:cSld>
  <p:clrMapOvr>
    <a:masterClrMapping/>
  </p:clrMapOvr>
</p:sldLayout>
</file>

<file path=ppt/slideLayouts/slideLayout19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40D2B880-DD51-47C7-9324-01910D1902D3}"/>
              </a:ext>
            </a:extLst>
          </p:cNvPr>
          <p:cNvSpPr>
            <a:spLocks noGrp="1"/>
          </p:cNvSpPr>
          <p:nvPr>
            <p:ph type="dt" sz="half" idx="10"/>
          </p:nvPr>
        </p:nvSpPr>
        <p:spPr/>
        <p:txBody>
          <a:bodyPr/>
          <a:lstStyle/>
          <a:p>
            <a:fld id="{ED1B63D6-B16A-4F97-BFE8-909DF5731737}" type="datetime5">
              <a:rPr lang="en-US" sz="1333" smtClean="0"/>
              <a:t>7-May-26</a:t>
            </a:fld>
            <a:endParaRPr lang="en-IN" sz="1333"/>
          </a:p>
        </p:txBody>
      </p:sp>
      <p:sp>
        <p:nvSpPr>
          <p:cNvPr id="6" name="Footer Placeholder 5">
            <a:extLst>
              <a:ext uri="{FF2B5EF4-FFF2-40B4-BE49-F238E27FC236}">
                <a16:creationId xmlns:a16="http://schemas.microsoft.com/office/drawing/2014/main" id="{DF05DC02-FFB3-42A2-B28F-07C5C81B52B5}"/>
              </a:ext>
            </a:extLst>
          </p:cNvPr>
          <p:cNvSpPr>
            <a:spLocks noGrp="1"/>
          </p:cNvSpPr>
          <p:nvPr>
            <p:ph type="ftr" sz="quarter" idx="11"/>
          </p:nvPr>
        </p:nvSpPr>
        <p:spPr/>
        <p:txBody>
          <a:bodyPr/>
          <a:lstStyle/>
          <a:p>
            <a:pPr>
              <a:defRPr/>
            </a:pPr>
            <a:r>
              <a:rPr lang="en-US"/>
              <a:t>Enter title via "insert&gt;header and footer&gt;footer"  |  </a:t>
            </a:r>
            <a:endParaRPr lang="en-IN"/>
          </a:p>
        </p:txBody>
      </p:sp>
      <p:sp>
        <p:nvSpPr>
          <p:cNvPr id="7" name="Slide Number Placeholder 6">
            <a:extLst>
              <a:ext uri="{FF2B5EF4-FFF2-40B4-BE49-F238E27FC236}">
                <a16:creationId xmlns:a16="http://schemas.microsoft.com/office/drawing/2014/main" id="{35BD9181-53F3-4D09-BA64-3655373B1AE2}"/>
              </a:ext>
            </a:extLst>
          </p:cNvPr>
          <p:cNvSpPr>
            <a:spLocks noGrp="1"/>
          </p:cNvSpPr>
          <p:nvPr>
            <p:ph type="sldNum" sz="quarter" idx="12"/>
          </p:nvPr>
        </p:nvSpPr>
        <p:spPr/>
        <p:txBody>
          <a:bodyPr/>
          <a:lstStyle/>
          <a:p>
            <a:pPr>
              <a:defRPr/>
            </a:pPr>
            <a:r>
              <a:rPr lang="en-IN"/>
              <a:t>|    </a:t>
            </a:r>
            <a:fld id="{7B2119CD-3B2D-4CEB-B404-D2E3F8CD6D69}" type="slidenum">
              <a:rPr lang="en-IN" smtClean="0"/>
              <a:pPr>
                <a:defRPr/>
              </a:pPr>
              <a:t>‹#›</a:t>
            </a:fld>
            <a:endParaRPr lang="en-IN"/>
          </a:p>
        </p:txBody>
      </p:sp>
    </p:spTree>
    <p:extLst>
      <p:ext uri="{BB962C8B-B14F-4D97-AF65-F5344CB8AC3E}">
        <p14:creationId xmlns:p14="http://schemas.microsoft.com/office/powerpoint/2010/main" val="4288404114"/>
      </p:ext>
    </p:extLst>
  </p:cSld>
  <p:clrMapOvr>
    <a:masterClrMapping/>
  </p:clrMapOvr>
</p:sldLayout>
</file>

<file path=ppt/slideLayouts/slideLayout192.xml><?xml version="1.0" encoding="utf-8"?>
<p:sldLayout xmlns:a="http://schemas.openxmlformats.org/drawingml/2006/main" xmlns:r="http://schemas.openxmlformats.org/officeDocument/2006/relationships" xmlns:p="http://schemas.openxmlformats.org/presentationml/2006/main" preserve="1" userDrawn="1">
  <p:cSld name="Quote with Solid Background">
    <p:spTree>
      <p:nvGrpSpPr>
        <p:cNvPr id="1" name=""/>
        <p:cNvGrpSpPr/>
        <p:nvPr/>
      </p:nvGrpSpPr>
      <p:grpSpPr>
        <a:xfrm>
          <a:off x="0" y="0"/>
          <a:ext cx="0" cy="0"/>
          <a:chOff x="0" y="0"/>
          <a:chExt cx="0" cy="0"/>
        </a:xfrm>
      </p:grpSpPr>
      <p:sp>
        <p:nvSpPr>
          <p:cNvPr id="7" name="Text Placeholder 6"/>
          <p:cNvSpPr>
            <a:spLocks noGrp="1"/>
          </p:cNvSpPr>
          <p:nvPr>
            <p:ph type="body" sz="quarter" idx="13" hasCustomPrompt="1"/>
          </p:nvPr>
        </p:nvSpPr>
        <p:spPr bwMode="gray">
          <a:xfrm>
            <a:off x="1828800" y="2011680"/>
            <a:ext cx="9144000" cy="3566160"/>
          </a:xfrm>
          <a:prstGeom prst="rect">
            <a:avLst/>
          </a:prstGeom>
        </p:spPr>
        <p:txBody>
          <a:bodyPr/>
          <a:lstStyle>
            <a:lvl1pPr algn="l">
              <a:lnSpc>
                <a:spcPct val="100000"/>
              </a:lnSpc>
              <a:defRPr sz="3200" b="0">
                <a:solidFill>
                  <a:schemeClr val="tx1"/>
                </a:solidFill>
                <a:latin typeface="+mj-lt"/>
              </a:defRPr>
            </a:lvl1pPr>
            <a:lvl2pPr marL="1828754" indent="-304792" algn="l">
              <a:lnSpc>
                <a:spcPct val="100000"/>
              </a:lnSpc>
              <a:spcBef>
                <a:spcPts val="2400"/>
              </a:spcBef>
              <a:buFont typeface="Arial" panose="020B0604020202020204" pitchFamily="34" charset="0"/>
              <a:buChar char="–"/>
              <a:defRPr sz="2400">
                <a:solidFill>
                  <a:schemeClr val="tx1"/>
                </a:solidFill>
                <a:latin typeface="+mj-lt"/>
              </a:defRPr>
            </a:lvl2pPr>
          </a:lstStyle>
          <a:p>
            <a:pPr lvl="0"/>
            <a:r>
              <a:rPr lang="en-US"/>
              <a:t>Click to edit quote text</a:t>
            </a:r>
          </a:p>
          <a:p>
            <a:pPr lvl="1"/>
            <a:r>
              <a:rPr lang="en-US"/>
              <a:t>Second level for attribution</a:t>
            </a:r>
          </a:p>
        </p:txBody>
      </p:sp>
      <p:sp>
        <p:nvSpPr>
          <p:cNvPr id="5" name="Date Placeholder 4">
            <a:extLst>
              <a:ext uri="{FF2B5EF4-FFF2-40B4-BE49-F238E27FC236}">
                <a16:creationId xmlns:a16="http://schemas.microsoft.com/office/drawing/2014/main" id="{F7665066-E4BE-4E2F-A592-569FD2270239}"/>
              </a:ext>
            </a:extLst>
          </p:cNvPr>
          <p:cNvSpPr>
            <a:spLocks noGrp="1"/>
          </p:cNvSpPr>
          <p:nvPr>
            <p:ph type="dt" sz="half" idx="14"/>
          </p:nvPr>
        </p:nvSpPr>
        <p:spPr/>
        <p:txBody>
          <a:bodyPr/>
          <a:lstStyle/>
          <a:p>
            <a:fld id="{BA669F44-1F2C-4828-8FAE-04ED02E27FE7}" type="datetime5">
              <a:rPr lang="en-US" sz="1333" smtClean="0"/>
              <a:t>7-May-26</a:t>
            </a:fld>
            <a:endParaRPr lang="en-IN" sz="1333"/>
          </a:p>
        </p:txBody>
      </p:sp>
      <p:sp>
        <p:nvSpPr>
          <p:cNvPr id="6" name="Footer Placeholder 5">
            <a:extLst>
              <a:ext uri="{FF2B5EF4-FFF2-40B4-BE49-F238E27FC236}">
                <a16:creationId xmlns:a16="http://schemas.microsoft.com/office/drawing/2014/main" id="{E78F3049-0B2C-439D-8618-41F7715D78DC}"/>
              </a:ext>
            </a:extLst>
          </p:cNvPr>
          <p:cNvSpPr>
            <a:spLocks noGrp="1"/>
          </p:cNvSpPr>
          <p:nvPr>
            <p:ph type="ftr" sz="quarter" idx="15"/>
          </p:nvPr>
        </p:nvSpPr>
        <p:spPr/>
        <p:txBody>
          <a:bodyPr/>
          <a:lstStyle/>
          <a:p>
            <a:pPr>
              <a:defRPr/>
            </a:pPr>
            <a:r>
              <a:rPr lang="en-US"/>
              <a:t>Enter title via "insert&gt;header and footer&gt;footer"  |  </a:t>
            </a:r>
            <a:endParaRPr lang="en-IN"/>
          </a:p>
        </p:txBody>
      </p:sp>
      <p:sp>
        <p:nvSpPr>
          <p:cNvPr id="8" name="Slide Number Placeholder 7">
            <a:extLst>
              <a:ext uri="{FF2B5EF4-FFF2-40B4-BE49-F238E27FC236}">
                <a16:creationId xmlns:a16="http://schemas.microsoft.com/office/drawing/2014/main" id="{79517DBB-2B8B-4FC1-A42C-F9F35472660C}"/>
              </a:ext>
            </a:extLst>
          </p:cNvPr>
          <p:cNvSpPr>
            <a:spLocks noGrp="1"/>
          </p:cNvSpPr>
          <p:nvPr>
            <p:ph type="sldNum" sz="quarter" idx="16"/>
          </p:nvPr>
        </p:nvSpPr>
        <p:spPr/>
        <p:txBody>
          <a:bodyPr/>
          <a:lstStyle/>
          <a:p>
            <a:pPr>
              <a:defRPr/>
            </a:pPr>
            <a:r>
              <a:rPr lang="en-IN"/>
              <a:t>|    </a:t>
            </a:r>
            <a:fld id="{7B2119CD-3B2D-4CEB-B404-D2E3F8CD6D69}" type="slidenum">
              <a:rPr lang="en-IN" smtClean="0"/>
              <a:pPr>
                <a:defRPr/>
              </a:pPr>
              <a:t>‹#›</a:t>
            </a:fld>
            <a:endParaRPr lang="en-IN"/>
          </a:p>
        </p:txBody>
      </p:sp>
    </p:spTree>
    <p:extLst>
      <p:ext uri="{BB962C8B-B14F-4D97-AF65-F5344CB8AC3E}">
        <p14:creationId xmlns:p14="http://schemas.microsoft.com/office/powerpoint/2010/main" val="4076398968"/>
      </p:ext>
    </p:extLst>
  </p:cSld>
  <p:clrMapOvr>
    <a:masterClrMapping/>
  </p:clrMapOvr>
</p:sldLayout>
</file>

<file path=ppt/slideLayouts/slideLayout19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hasCustomPrompt="1"/>
          </p:nvPr>
        </p:nvSpPr>
        <p:spPr bwMode="gray">
          <a:xfrm>
            <a:off x="670560" y="3108959"/>
            <a:ext cx="10850880" cy="1645920"/>
          </a:xfrm>
          <a:prstGeom prst="rect">
            <a:avLst/>
          </a:prstGeom>
        </p:spPr>
        <p:txBody>
          <a:bodyPr wrap="square" rIns="0" bIns="0" anchor="t">
            <a:noAutofit/>
          </a:bodyPr>
          <a:lstStyle>
            <a:lvl1pPr algn="l">
              <a:lnSpc>
                <a:spcPct val="80000"/>
              </a:lnSpc>
              <a:defRPr sz="5867" b="0" cap="none" spc="0" baseline="0">
                <a:solidFill>
                  <a:schemeClr val="tx1"/>
                </a:solidFill>
                <a:latin typeface="+mj-lt"/>
              </a:defRPr>
            </a:lvl1pPr>
          </a:lstStyle>
          <a:p>
            <a:r>
              <a:rPr lang="en-US"/>
              <a:t>Click to edit master title style</a:t>
            </a:r>
          </a:p>
        </p:txBody>
      </p:sp>
      <p:sp>
        <p:nvSpPr>
          <p:cNvPr id="3" name="Text Placeholder 2"/>
          <p:cNvSpPr>
            <a:spLocks noGrp="1"/>
          </p:cNvSpPr>
          <p:nvPr>
            <p:ph type="body" idx="1" hasCustomPrompt="1"/>
          </p:nvPr>
        </p:nvSpPr>
        <p:spPr bwMode="gray">
          <a:xfrm>
            <a:off x="670560" y="2331720"/>
            <a:ext cx="10850880" cy="640080"/>
          </a:xfrm>
          <a:prstGeom prst="rect">
            <a:avLst/>
          </a:prstGeom>
        </p:spPr>
        <p:txBody>
          <a:bodyPr rIns="0" bIns="0" anchor="b"/>
          <a:lstStyle>
            <a:lvl1pPr marL="0" indent="0">
              <a:lnSpc>
                <a:spcPct val="100000"/>
              </a:lnSpc>
              <a:buNone/>
              <a:defRPr sz="2400" b="1" cap="all" spc="200" baseline="0">
                <a:solidFill>
                  <a:schemeClr val="tx1"/>
                </a:solidFill>
                <a:latin typeface="+mn-lt"/>
                <a:cs typeface="Calibri" panose="020F0502020204030204" pitchFamily="34" charset="0"/>
              </a:defRPr>
            </a:lvl1pPr>
            <a:lvl2pPr marL="609585" indent="0">
              <a:buNone/>
              <a:defRPr sz="2400">
                <a:solidFill>
                  <a:schemeClr val="tx1">
                    <a:tint val="75000"/>
                  </a:schemeClr>
                </a:solidFill>
              </a:defRPr>
            </a:lvl2pPr>
            <a:lvl3pPr marL="1219170" indent="0">
              <a:buNone/>
              <a:defRPr sz="2133">
                <a:solidFill>
                  <a:schemeClr val="tx1">
                    <a:tint val="75000"/>
                  </a:schemeClr>
                </a:solidFill>
              </a:defRPr>
            </a:lvl3pPr>
            <a:lvl4pPr marL="1828754" indent="0">
              <a:buNone/>
              <a:defRPr sz="1867">
                <a:solidFill>
                  <a:schemeClr val="tx1">
                    <a:tint val="75000"/>
                  </a:schemeClr>
                </a:solidFill>
              </a:defRPr>
            </a:lvl4pPr>
            <a:lvl5pPr marL="2438339" indent="0">
              <a:buNone/>
              <a:defRPr sz="1867">
                <a:solidFill>
                  <a:schemeClr val="tx1">
                    <a:tint val="75000"/>
                  </a:schemeClr>
                </a:solidFill>
              </a:defRPr>
            </a:lvl5pPr>
            <a:lvl6pPr marL="3047924" indent="0">
              <a:buNone/>
              <a:defRPr sz="1867">
                <a:solidFill>
                  <a:schemeClr val="tx1">
                    <a:tint val="75000"/>
                  </a:schemeClr>
                </a:solidFill>
              </a:defRPr>
            </a:lvl6pPr>
            <a:lvl7pPr marL="3657509" indent="0">
              <a:buNone/>
              <a:defRPr sz="1867">
                <a:solidFill>
                  <a:schemeClr val="tx1">
                    <a:tint val="75000"/>
                  </a:schemeClr>
                </a:solidFill>
              </a:defRPr>
            </a:lvl7pPr>
            <a:lvl8pPr marL="4267093" indent="0">
              <a:buNone/>
              <a:defRPr sz="1867">
                <a:solidFill>
                  <a:schemeClr val="tx1">
                    <a:tint val="75000"/>
                  </a:schemeClr>
                </a:solidFill>
              </a:defRPr>
            </a:lvl8pPr>
            <a:lvl9pPr marL="4876678" indent="0">
              <a:buNone/>
              <a:defRPr sz="1867">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D586598D-EC95-4AB8-A679-F021EAB90D8C}"/>
              </a:ext>
            </a:extLst>
          </p:cNvPr>
          <p:cNvSpPr>
            <a:spLocks noGrp="1"/>
          </p:cNvSpPr>
          <p:nvPr>
            <p:ph type="dt" sz="half" idx="10"/>
          </p:nvPr>
        </p:nvSpPr>
        <p:spPr/>
        <p:txBody>
          <a:bodyPr/>
          <a:lstStyle/>
          <a:p>
            <a:fld id="{2CA04E6D-BF97-4CA5-ABEC-127CFD7E4808}" type="datetime5">
              <a:rPr lang="en-US" sz="1333" smtClean="0"/>
              <a:t>7-May-26</a:t>
            </a:fld>
            <a:endParaRPr lang="en-IN" sz="1333"/>
          </a:p>
        </p:txBody>
      </p:sp>
      <p:sp>
        <p:nvSpPr>
          <p:cNvPr id="8" name="Footer Placeholder 7">
            <a:extLst>
              <a:ext uri="{FF2B5EF4-FFF2-40B4-BE49-F238E27FC236}">
                <a16:creationId xmlns:a16="http://schemas.microsoft.com/office/drawing/2014/main" id="{9999211F-D107-43FA-94E7-765356B6940F}"/>
              </a:ext>
            </a:extLst>
          </p:cNvPr>
          <p:cNvSpPr>
            <a:spLocks noGrp="1"/>
          </p:cNvSpPr>
          <p:nvPr>
            <p:ph type="ftr" sz="quarter" idx="11"/>
          </p:nvPr>
        </p:nvSpPr>
        <p:spPr/>
        <p:txBody>
          <a:bodyPr/>
          <a:lstStyle/>
          <a:p>
            <a:pPr>
              <a:defRPr/>
            </a:pPr>
            <a:r>
              <a:rPr lang="en-US"/>
              <a:t>Enter title via "insert&gt;header and footer&gt;footer"  |  </a:t>
            </a:r>
            <a:endParaRPr lang="en-IN"/>
          </a:p>
        </p:txBody>
      </p:sp>
      <p:sp>
        <p:nvSpPr>
          <p:cNvPr id="9" name="Slide Number Placeholder 8">
            <a:extLst>
              <a:ext uri="{FF2B5EF4-FFF2-40B4-BE49-F238E27FC236}">
                <a16:creationId xmlns:a16="http://schemas.microsoft.com/office/drawing/2014/main" id="{A6D1348B-0CBC-4BED-A1D6-62E9AE59B9DC}"/>
              </a:ext>
            </a:extLst>
          </p:cNvPr>
          <p:cNvSpPr>
            <a:spLocks noGrp="1"/>
          </p:cNvSpPr>
          <p:nvPr>
            <p:ph type="sldNum" sz="quarter" idx="12"/>
          </p:nvPr>
        </p:nvSpPr>
        <p:spPr/>
        <p:txBody>
          <a:bodyPr/>
          <a:lstStyle/>
          <a:p>
            <a:pPr>
              <a:defRPr/>
            </a:pPr>
            <a:r>
              <a:rPr lang="en-IN"/>
              <a:t>|    </a:t>
            </a:r>
            <a:fld id="{7B2119CD-3B2D-4CEB-B404-D2E3F8CD6D69}" type="slidenum">
              <a:rPr lang="en-IN" smtClean="0"/>
              <a:pPr>
                <a:defRPr/>
              </a:pPr>
              <a:t>‹#›</a:t>
            </a:fld>
            <a:endParaRPr lang="en-IN"/>
          </a:p>
        </p:txBody>
      </p:sp>
    </p:spTree>
    <p:extLst>
      <p:ext uri="{BB962C8B-B14F-4D97-AF65-F5344CB8AC3E}">
        <p14:creationId xmlns:p14="http://schemas.microsoft.com/office/powerpoint/2010/main" val="3815404883"/>
      </p:ext>
    </p:extLst>
  </p:cSld>
  <p:clrMapOvr>
    <a:masterClrMapping/>
  </p:clrMapOvr>
</p:sldLayout>
</file>

<file path=ppt/slideLayouts/slideLayout194.xml><?xml version="1.0" encoding="utf-8"?>
<p:sldLayout xmlns:a="http://schemas.openxmlformats.org/drawingml/2006/main" xmlns:r="http://schemas.openxmlformats.org/officeDocument/2006/relationships" xmlns:p="http://schemas.openxmlformats.org/presentationml/2006/main" preserve="1" userDrawn="1">
  <p:cSld name="Closing Slide">
    <p:spTree>
      <p:nvGrpSpPr>
        <p:cNvPr id="1" name=""/>
        <p:cNvGrpSpPr/>
        <p:nvPr/>
      </p:nvGrpSpPr>
      <p:grpSpPr>
        <a:xfrm>
          <a:off x="0" y="0"/>
          <a:ext cx="0" cy="0"/>
          <a:chOff x="0" y="0"/>
          <a:chExt cx="0" cy="0"/>
        </a:xfrm>
      </p:grpSpPr>
      <p:pic>
        <p:nvPicPr>
          <p:cNvPr id="3" name="Picture 2" descr="A_symbol_wordm_below_w_rgb-01.png"/>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4423255" y="1608463"/>
            <a:ext cx="3345492" cy="3641076"/>
          </a:xfrm>
          <a:prstGeom prst="rect">
            <a:avLst/>
          </a:prstGeom>
        </p:spPr>
      </p:pic>
      <p:pic>
        <p:nvPicPr>
          <p:cNvPr id="2" name="Picture 1" descr="Background pattern&#10;&#10;Description automatically generated">
            <a:extLst>
              <a:ext uri="{FF2B5EF4-FFF2-40B4-BE49-F238E27FC236}">
                <a16:creationId xmlns:a16="http://schemas.microsoft.com/office/drawing/2014/main" id="{1FA2C3B7-0DE3-40C2-A9E7-6D4EFBDA7C16}"/>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t="84497"/>
          <a:stretch/>
        </p:blipFill>
        <p:spPr>
          <a:xfrm>
            <a:off x="0" y="5794786"/>
            <a:ext cx="12192000" cy="1063215"/>
          </a:xfrm>
          <a:prstGeom prst="rect">
            <a:avLst/>
          </a:prstGeom>
        </p:spPr>
      </p:pic>
    </p:spTree>
    <p:extLst>
      <p:ext uri="{BB962C8B-B14F-4D97-AF65-F5344CB8AC3E}">
        <p14:creationId xmlns:p14="http://schemas.microsoft.com/office/powerpoint/2010/main" val="1981511634"/>
      </p:ext>
    </p:extLst>
  </p:cSld>
  <p:clrMapOvr>
    <a:masterClrMapping/>
  </p:clrMapOvr>
</p:sldLayout>
</file>

<file path=ppt/slideLayouts/slideLayout195.xml><?xml version="1.0" encoding="utf-8"?>
<p:sldLayout xmlns:a="http://schemas.openxmlformats.org/drawingml/2006/main" xmlns:r="http://schemas.openxmlformats.org/officeDocument/2006/relationships" xmlns:p="http://schemas.openxmlformats.org/presentationml/2006/main" preserve="1" userDrawn="1">
  <p:cSld name="Closing Slide LTTF">
    <p:spTree>
      <p:nvGrpSpPr>
        <p:cNvPr id="1" name=""/>
        <p:cNvGrpSpPr/>
        <p:nvPr/>
      </p:nvGrpSpPr>
      <p:grpSpPr>
        <a:xfrm>
          <a:off x="0" y="0"/>
          <a:ext cx="0" cy="0"/>
          <a:chOff x="0" y="0"/>
          <a:chExt cx="0" cy="0"/>
        </a:xfrm>
      </p:grpSpPr>
      <p:pic>
        <p:nvPicPr>
          <p:cNvPr id="4" name="Picture 3" descr="A picture containing drawing&#10;&#10;Description automatically generated">
            <a:extLst>
              <a:ext uri="{FF2B5EF4-FFF2-40B4-BE49-F238E27FC236}">
                <a16:creationId xmlns:a16="http://schemas.microsoft.com/office/drawing/2014/main" id="{6BE25BFE-C141-9744-B07B-AF2EDC44630E}"/>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3574190" y="1253124"/>
            <a:ext cx="5043620" cy="4351752"/>
          </a:xfrm>
          <a:prstGeom prst="rect">
            <a:avLst/>
          </a:prstGeom>
        </p:spPr>
      </p:pic>
      <p:pic>
        <p:nvPicPr>
          <p:cNvPr id="3" name="Picture 2" descr="Background pattern&#10;&#10;Description automatically generated">
            <a:extLst>
              <a:ext uri="{FF2B5EF4-FFF2-40B4-BE49-F238E27FC236}">
                <a16:creationId xmlns:a16="http://schemas.microsoft.com/office/drawing/2014/main" id="{ADF339B2-8D49-4B47-8CC1-B4EF612F8235}"/>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t="84497"/>
          <a:stretch/>
        </p:blipFill>
        <p:spPr>
          <a:xfrm>
            <a:off x="0" y="5794786"/>
            <a:ext cx="12192000" cy="1063215"/>
          </a:xfrm>
          <a:prstGeom prst="rect">
            <a:avLst/>
          </a:prstGeom>
        </p:spPr>
      </p:pic>
    </p:spTree>
    <p:extLst>
      <p:ext uri="{BB962C8B-B14F-4D97-AF65-F5344CB8AC3E}">
        <p14:creationId xmlns:p14="http://schemas.microsoft.com/office/powerpoint/2010/main" val="4104272774"/>
      </p:ext>
    </p:extLst>
  </p:cSld>
  <p:clrMapOvr>
    <a:masterClrMapping/>
  </p:clrMapOvr>
</p:sldLayout>
</file>

<file path=ppt/slideLayouts/slideLayout196.xml><?xml version="1.0" encoding="utf-8"?>
<p:sldLayout xmlns:a="http://schemas.openxmlformats.org/drawingml/2006/main" xmlns:r="http://schemas.openxmlformats.org/officeDocument/2006/relationships" xmlns:p="http://schemas.openxmlformats.org/presentationml/2006/main" showMasterSp="0" preserve="1" userDrawn="1">
  <p:cSld name="Title Slide Layout">
    <p:bg bwMode="gray">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bwMode="gray">
          <a:xfrm>
            <a:off x="670560" y="3106739"/>
            <a:ext cx="10850880" cy="1645920"/>
          </a:xfrm>
        </p:spPr>
        <p:txBody>
          <a:bodyPr/>
          <a:lstStyle>
            <a:lvl1pPr algn="l">
              <a:lnSpc>
                <a:spcPct val="90000"/>
              </a:lnSpc>
              <a:defRPr sz="5867" b="0" cap="none" spc="0" baseline="0">
                <a:solidFill>
                  <a:schemeClr val="bg1"/>
                </a:solidFill>
                <a:latin typeface="+mj-lt"/>
              </a:defRPr>
            </a:lvl1pPr>
          </a:lstStyle>
          <a:p>
            <a:r>
              <a:rPr lang="en-US"/>
              <a:t>Click to edit master title style</a:t>
            </a:r>
          </a:p>
        </p:txBody>
      </p:sp>
      <p:sp>
        <p:nvSpPr>
          <p:cNvPr id="3" name="Subtitle 2"/>
          <p:cNvSpPr>
            <a:spLocks noGrp="1"/>
          </p:cNvSpPr>
          <p:nvPr>
            <p:ph type="subTitle" idx="1" hasCustomPrompt="1"/>
          </p:nvPr>
        </p:nvSpPr>
        <p:spPr bwMode="gray">
          <a:xfrm>
            <a:off x="670559" y="2333308"/>
            <a:ext cx="10850879" cy="640080"/>
          </a:xfrm>
          <a:prstGeom prst="rect">
            <a:avLst/>
          </a:prstGeom>
        </p:spPr>
        <p:txBody>
          <a:bodyPr rIns="0" bIns="0" anchor="b" anchorCtr="0"/>
          <a:lstStyle>
            <a:lvl1pPr marL="0" indent="0" algn="l">
              <a:lnSpc>
                <a:spcPct val="100000"/>
              </a:lnSpc>
              <a:buNone/>
              <a:defRPr sz="2400" b="1" cap="all" spc="200" baseline="0">
                <a:solidFill>
                  <a:schemeClr val="accent1"/>
                </a:solidFill>
                <a:latin typeface="+mn-lt"/>
                <a:cs typeface="Calibri" panose="020F0502020204030204" pitchFamily="34" charset="0"/>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a:t>CLICK TO EDIT MASTER SUBTITLE STYLE</a:t>
            </a:r>
          </a:p>
        </p:txBody>
      </p:sp>
      <p:sp>
        <p:nvSpPr>
          <p:cNvPr id="5" name="Text Placeholder 4"/>
          <p:cNvSpPr>
            <a:spLocks noGrp="1"/>
          </p:cNvSpPr>
          <p:nvPr>
            <p:ph type="body" sz="quarter" idx="10" hasCustomPrompt="1"/>
          </p:nvPr>
        </p:nvSpPr>
        <p:spPr bwMode="gray">
          <a:xfrm>
            <a:off x="670560" y="4935539"/>
            <a:ext cx="6461760" cy="640080"/>
          </a:xfrm>
          <a:prstGeom prst="rect">
            <a:avLst/>
          </a:prstGeom>
        </p:spPr>
        <p:txBody>
          <a:bodyPr/>
          <a:lstStyle>
            <a:lvl1pPr>
              <a:defRPr sz="1867" b="0" i="0">
                <a:solidFill>
                  <a:schemeClr val="bg1"/>
                </a:solidFill>
                <a:latin typeface="+mj-lt"/>
              </a:defRPr>
            </a:lvl1pPr>
          </a:lstStyle>
          <a:p>
            <a:pPr lvl="0"/>
            <a:r>
              <a:rPr lang="en-US"/>
              <a:t>Day |  Month |  YY</a:t>
            </a:r>
          </a:p>
        </p:txBody>
      </p:sp>
      <p:pic>
        <p:nvPicPr>
          <p:cNvPr id="7" name="Picture 6" descr="A_symbol_wordm_below_w_rgb-01.png"/>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463296" y="182880"/>
            <a:ext cx="1584960" cy="1736075"/>
          </a:xfrm>
          <a:prstGeom prst="rect">
            <a:avLst/>
          </a:prstGeom>
        </p:spPr>
      </p:pic>
      <p:sp>
        <p:nvSpPr>
          <p:cNvPr id="4" name="Content Placeholder 2">
            <a:extLst>
              <a:ext uri="{FF2B5EF4-FFF2-40B4-BE49-F238E27FC236}">
                <a16:creationId xmlns:a16="http://schemas.microsoft.com/office/drawing/2014/main" id="{AF9B7AF3-6EAA-4E53-822C-0EC8E7CEFD82}"/>
              </a:ext>
            </a:extLst>
          </p:cNvPr>
          <p:cNvSpPr txBox="1">
            <a:spLocks/>
          </p:cNvSpPr>
          <p:nvPr userDrawn="1"/>
        </p:nvSpPr>
        <p:spPr bwMode="gray">
          <a:xfrm>
            <a:off x="670561" y="6427471"/>
            <a:ext cx="4077308" cy="292101"/>
          </a:xfrm>
          <a:prstGeom prst="rect">
            <a:avLst/>
          </a:prstGeom>
        </p:spPr>
        <p:txBody>
          <a:bodyPr vert="horz" lIns="0" rIns="0" anchor="b" anchorCtr="0"/>
          <a:lstStyle>
            <a:lvl1pPr marL="0" indent="0" algn="l" defTabSz="457200" rtl="0" eaLnBrk="1" latinLnBrk="0" hangingPunct="1">
              <a:spcBef>
                <a:spcPct val="20000"/>
              </a:spcBef>
              <a:buFont typeface="Arial"/>
              <a:buNone/>
              <a:defRPr sz="900" kern="1200">
                <a:solidFill>
                  <a:schemeClr val="tx1"/>
                </a:solidFill>
                <a:latin typeface="Georgia"/>
                <a:ea typeface="+mn-ea"/>
                <a:cs typeface="Georgia"/>
              </a:defRPr>
            </a:lvl1pPr>
            <a:lvl2pPr marL="457200" indent="0" algn="l" defTabSz="457200" rtl="0" eaLnBrk="1" latinLnBrk="0" hangingPunct="1">
              <a:spcBef>
                <a:spcPct val="20000"/>
              </a:spcBef>
              <a:buFont typeface="Arial"/>
              <a:buNone/>
              <a:defRPr sz="900" kern="1200">
                <a:solidFill>
                  <a:schemeClr val="tx1"/>
                </a:solidFill>
                <a:latin typeface="Georgia"/>
                <a:ea typeface="+mn-ea"/>
                <a:cs typeface="Georgia"/>
              </a:defRPr>
            </a:lvl2pPr>
            <a:lvl3pPr marL="914400" indent="0" algn="l" defTabSz="457200" rtl="0" eaLnBrk="1" latinLnBrk="0" hangingPunct="1">
              <a:spcBef>
                <a:spcPct val="20000"/>
              </a:spcBef>
              <a:buFont typeface="Arial"/>
              <a:buNone/>
              <a:defRPr sz="900" kern="1200">
                <a:solidFill>
                  <a:schemeClr val="tx1"/>
                </a:solidFill>
                <a:latin typeface="Georgia"/>
                <a:ea typeface="+mn-ea"/>
                <a:cs typeface="Georgia"/>
              </a:defRPr>
            </a:lvl3pPr>
            <a:lvl4pPr marL="1371600" indent="0" algn="l" defTabSz="457200" rtl="0" eaLnBrk="1" latinLnBrk="0" hangingPunct="1">
              <a:spcBef>
                <a:spcPct val="20000"/>
              </a:spcBef>
              <a:buFont typeface="Arial"/>
              <a:buNone/>
              <a:defRPr sz="900" kern="1200">
                <a:solidFill>
                  <a:schemeClr val="tx1"/>
                </a:solidFill>
                <a:latin typeface="Georgia"/>
                <a:ea typeface="+mn-ea"/>
                <a:cs typeface="Georgia"/>
              </a:defRPr>
            </a:lvl4pPr>
            <a:lvl5pPr marL="1828800" indent="0" algn="l" defTabSz="457200" rtl="0" eaLnBrk="1" latinLnBrk="0" hangingPunct="1">
              <a:spcBef>
                <a:spcPct val="20000"/>
              </a:spcBef>
              <a:buFont typeface="Arial"/>
              <a:buNone/>
              <a:defRPr sz="900" kern="1200">
                <a:solidFill>
                  <a:schemeClr val="tx1"/>
                </a:solidFill>
                <a:latin typeface="Georgia"/>
                <a:ea typeface="+mn-ea"/>
                <a:cs typeface="Georgia"/>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1333">
                <a:solidFill>
                  <a:schemeClr val="bg1"/>
                </a:solidFill>
                <a:latin typeface="+mn-lt"/>
                <a:cs typeface="Calibri" panose="020F0502020204030204" pitchFamily="34" charset="0"/>
              </a:rPr>
              <a:t>Proprietary and confidential — do not distribute</a:t>
            </a:r>
          </a:p>
        </p:txBody>
      </p:sp>
      <p:sp>
        <p:nvSpPr>
          <p:cNvPr id="12" name="Text Placeholder 7">
            <a:extLst>
              <a:ext uri="{FF2B5EF4-FFF2-40B4-BE49-F238E27FC236}">
                <a16:creationId xmlns:a16="http://schemas.microsoft.com/office/drawing/2014/main" id="{C4B86A29-886E-42EB-8E62-80044AB822E7}"/>
              </a:ext>
            </a:extLst>
          </p:cNvPr>
          <p:cNvSpPr>
            <a:spLocks noGrp="1"/>
          </p:cNvSpPr>
          <p:nvPr>
            <p:ph type="body" sz="quarter" idx="11" hasCustomPrompt="1"/>
          </p:nvPr>
        </p:nvSpPr>
        <p:spPr>
          <a:xfrm>
            <a:off x="7554879" y="272249"/>
            <a:ext cx="4123267" cy="429684"/>
          </a:xfrm>
          <a:prstGeom prst="rect">
            <a:avLst/>
          </a:prstGeom>
        </p:spPr>
        <p:txBody>
          <a:bodyPr anchor="ctr"/>
          <a:lstStyle>
            <a:lvl1pPr algn="r">
              <a:defRPr sz="1867" b="1" cap="all" spc="200" baseline="0">
                <a:solidFill>
                  <a:schemeClr val="bg1"/>
                </a:solidFill>
                <a:latin typeface="+mn-lt"/>
              </a:defRPr>
            </a:lvl1pPr>
          </a:lstStyle>
          <a:p>
            <a:pPr lvl="0"/>
            <a:r>
              <a:rPr lang="en-US"/>
              <a:t>OPTIONAL DESCRIPTOR</a:t>
            </a:r>
          </a:p>
        </p:txBody>
      </p:sp>
    </p:spTree>
    <p:extLst>
      <p:ext uri="{BB962C8B-B14F-4D97-AF65-F5344CB8AC3E}">
        <p14:creationId xmlns:p14="http://schemas.microsoft.com/office/powerpoint/2010/main" val="3762349178"/>
      </p:ext>
    </p:extLst>
  </p:cSld>
  <p:clrMapOvr>
    <a:masterClrMapping/>
  </p:clrMapOvr>
</p:sldLayout>
</file>

<file path=ppt/slideLayouts/slideLayout197.xml><?xml version="1.0" encoding="utf-8"?>
<p:sldLayout xmlns:a="http://schemas.openxmlformats.org/drawingml/2006/main" xmlns:r="http://schemas.openxmlformats.org/officeDocument/2006/relationships" xmlns:p="http://schemas.openxmlformats.org/presentationml/2006/main" showMasterSp="0" preserve="1" userDrawn="1">
  <p:cSld name="1_Title Slide Layout">
    <p:bg bwMode="gray">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bwMode="gray">
          <a:xfrm>
            <a:off x="670560" y="1840231"/>
            <a:ext cx="10850880" cy="1645920"/>
          </a:xfrm>
        </p:spPr>
        <p:txBody>
          <a:bodyPr/>
          <a:lstStyle>
            <a:lvl1pPr algn="l">
              <a:lnSpc>
                <a:spcPct val="90000"/>
              </a:lnSpc>
              <a:defRPr sz="5867" b="0" cap="none" spc="0" baseline="0">
                <a:solidFill>
                  <a:schemeClr val="bg1"/>
                </a:solidFill>
                <a:latin typeface="+mj-lt"/>
              </a:defRPr>
            </a:lvl1pPr>
          </a:lstStyle>
          <a:p>
            <a:r>
              <a:rPr lang="en-US"/>
              <a:t>Click to edit master title style</a:t>
            </a:r>
          </a:p>
        </p:txBody>
      </p:sp>
      <p:sp>
        <p:nvSpPr>
          <p:cNvPr id="3" name="Subtitle 2"/>
          <p:cNvSpPr>
            <a:spLocks noGrp="1"/>
          </p:cNvSpPr>
          <p:nvPr>
            <p:ph type="subTitle" idx="1" hasCustomPrompt="1"/>
          </p:nvPr>
        </p:nvSpPr>
        <p:spPr bwMode="gray">
          <a:xfrm>
            <a:off x="670559" y="1066800"/>
            <a:ext cx="10850879" cy="640080"/>
          </a:xfrm>
          <a:prstGeom prst="rect">
            <a:avLst/>
          </a:prstGeom>
        </p:spPr>
        <p:txBody>
          <a:bodyPr rIns="0" bIns="0" anchor="b" anchorCtr="0"/>
          <a:lstStyle>
            <a:lvl1pPr marL="0" indent="0" algn="l">
              <a:lnSpc>
                <a:spcPct val="100000"/>
              </a:lnSpc>
              <a:buNone/>
              <a:defRPr sz="2400" b="1" cap="all" spc="200" baseline="0">
                <a:solidFill>
                  <a:schemeClr val="accent1"/>
                </a:solidFill>
                <a:latin typeface="+mn-lt"/>
                <a:cs typeface="Calibri" panose="020F0502020204030204" pitchFamily="34" charset="0"/>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a:t>CLICK TO EDIT MASTER SUBTITLE STYLE</a:t>
            </a:r>
          </a:p>
        </p:txBody>
      </p:sp>
      <p:sp>
        <p:nvSpPr>
          <p:cNvPr id="5" name="Text Placeholder 4"/>
          <p:cNvSpPr>
            <a:spLocks noGrp="1"/>
          </p:cNvSpPr>
          <p:nvPr>
            <p:ph type="body" sz="quarter" idx="10" hasCustomPrompt="1"/>
          </p:nvPr>
        </p:nvSpPr>
        <p:spPr bwMode="gray">
          <a:xfrm>
            <a:off x="670560" y="3669031"/>
            <a:ext cx="6461760" cy="640080"/>
          </a:xfrm>
          <a:prstGeom prst="rect">
            <a:avLst/>
          </a:prstGeom>
        </p:spPr>
        <p:txBody>
          <a:bodyPr/>
          <a:lstStyle>
            <a:lvl1pPr>
              <a:defRPr sz="1867" b="0" i="0">
                <a:solidFill>
                  <a:schemeClr val="bg1"/>
                </a:solidFill>
                <a:latin typeface="+mj-lt"/>
              </a:defRPr>
            </a:lvl1pPr>
          </a:lstStyle>
          <a:p>
            <a:pPr lvl="0"/>
            <a:r>
              <a:rPr lang="en-US"/>
              <a:t>Day |  Month |  YY</a:t>
            </a:r>
          </a:p>
        </p:txBody>
      </p:sp>
      <p:pic>
        <p:nvPicPr>
          <p:cNvPr id="7" name="Picture 6" descr="A_symbol_wordm_below_w_rgb-01.png"/>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0158037" y="4969171"/>
            <a:ext cx="1584960" cy="1736075"/>
          </a:xfrm>
          <a:prstGeom prst="rect">
            <a:avLst/>
          </a:prstGeom>
        </p:spPr>
      </p:pic>
      <p:sp>
        <p:nvSpPr>
          <p:cNvPr id="4" name="Content Placeholder 2">
            <a:extLst>
              <a:ext uri="{FF2B5EF4-FFF2-40B4-BE49-F238E27FC236}">
                <a16:creationId xmlns:a16="http://schemas.microsoft.com/office/drawing/2014/main" id="{AF9B7AF3-6EAA-4E53-822C-0EC8E7CEFD82}"/>
              </a:ext>
            </a:extLst>
          </p:cNvPr>
          <p:cNvSpPr txBox="1">
            <a:spLocks/>
          </p:cNvSpPr>
          <p:nvPr userDrawn="1"/>
        </p:nvSpPr>
        <p:spPr bwMode="gray">
          <a:xfrm>
            <a:off x="670561" y="6427471"/>
            <a:ext cx="4077308" cy="292101"/>
          </a:xfrm>
          <a:prstGeom prst="rect">
            <a:avLst/>
          </a:prstGeom>
        </p:spPr>
        <p:txBody>
          <a:bodyPr vert="horz" lIns="0" rIns="0" anchor="b" anchorCtr="0"/>
          <a:lstStyle>
            <a:lvl1pPr marL="0" indent="0" algn="l" defTabSz="457200" rtl="0" eaLnBrk="1" latinLnBrk="0" hangingPunct="1">
              <a:spcBef>
                <a:spcPct val="20000"/>
              </a:spcBef>
              <a:buFont typeface="Arial"/>
              <a:buNone/>
              <a:defRPr sz="900" kern="1200">
                <a:solidFill>
                  <a:schemeClr val="tx1"/>
                </a:solidFill>
                <a:latin typeface="Georgia"/>
                <a:ea typeface="+mn-ea"/>
                <a:cs typeface="Georgia"/>
              </a:defRPr>
            </a:lvl1pPr>
            <a:lvl2pPr marL="457200" indent="0" algn="l" defTabSz="457200" rtl="0" eaLnBrk="1" latinLnBrk="0" hangingPunct="1">
              <a:spcBef>
                <a:spcPct val="20000"/>
              </a:spcBef>
              <a:buFont typeface="Arial"/>
              <a:buNone/>
              <a:defRPr sz="900" kern="1200">
                <a:solidFill>
                  <a:schemeClr val="tx1"/>
                </a:solidFill>
                <a:latin typeface="Georgia"/>
                <a:ea typeface="+mn-ea"/>
                <a:cs typeface="Georgia"/>
              </a:defRPr>
            </a:lvl2pPr>
            <a:lvl3pPr marL="914400" indent="0" algn="l" defTabSz="457200" rtl="0" eaLnBrk="1" latinLnBrk="0" hangingPunct="1">
              <a:spcBef>
                <a:spcPct val="20000"/>
              </a:spcBef>
              <a:buFont typeface="Arial"/>
              <a:buNone/>
              <a:defRPr sz="900" kern="1200">
                <a:solidFill>
                  <a:schemeClr val="tx1"/>
                </a:solidFill>
                <a:latin typeface="Georgia"/>
                <a:ea typeface="+mn-ea"/>
                <a:cs typeface="Georgia"/>
              </a:defRPr>
            </a:lvl3pPr>
            <a:lvl4pPr marL="1371600" indent="0" algn="l" defTabSz="457200" rtl="0" eaLnBrk="1" latinLnBrk="0" hangingPunct="1">
              <a:spcBef>
                <a:spcPct val="20000"/>
              </a:spcBef>
              <a:buFont typeface="Arial"/>
              <a:buNone/>
              <a:defRPr sz="900" kern="1200">
                <a:solidFill>
                  <a:schemeClr val="tx1"/>
                </a:solidFill>
                <a:latin typeface="Georgia"/>
                <a:ea typeface="+mn-ea"/>
                <a:cs typeface="Georgia"/>
              </a:defRPr>
            </a:lvl4pPr>
            <a:lvl5pPr marL="1828800" indent="0" algn="l" defTabSz="457200" rtl="0" eaLnBrk="1" latinLnBrk="0" hangingPunct="1">
              <a:spcBef>
                <a:spcPct val="20000"/>
              </a:spcBef>
              <a:buFont typeface="Arial"/>
              <a:buNone/>
              <a:defRPr sz="900" kern="1200">
                <a:solidFill>
                  <a:schemeClr val="tx1"/>
                </a:solidFill>
                <a:latin typeface="Georgia"/>
                <a:ea typeface="+mn-ea"/>
                <a:cs typeface="Georgia"/>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1333">
                <a:solidFill>
                  <a:schemeClr val="bg1"/>
                </a:solidFill>
                <a:latin typeface="+mn-lt"/>
                <a:cs typeface="Calibri" panose="020F0502020204030204" pitchFamily="34" charset="0"/>
              </a:rPr>
              <a:t>Proprietary and confidential — do not distribute</a:t>
            </a:r>
          </a:p>
        </p:txBody>
      </p:sp>
    </p:spTree>
    <p:extLst>
      <p:ext uri="{BB962C8B-B14F-4D97-AF65-F5344CB8AC3E}">
        <p14:creationId xmlns:p14="http://schemas.microsoft.com/office/powerpoint/2010/main" val="1750807318"/>
      </p:ext>
    </p:extLst>
  </p:cSld>
  <p:clrMapOvr>
    <a:masterClrMapping/>
  </p:clrMapOvr>
</p:sldLayout>
</file>

<file path=ppt/slideLayouts/slideLayout198.xml><?xml version="1.0" encoding="utf-8"?>
<p:sldLayout xmlns:a="http://schemas.openxmlformats.org/drawingml/2006/main" xmlns:r="http://schemas.openxmlformats.org/officeDocument/2006/relationships" xmlns:p="http://schemas.openxmlformats.org/presentationml/2006/main" preserve="1" userDrawn="1">
  <p:cSld name="Title Slide Alternate Layout">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bwMode="gray">
          <a:xfrm>
            <a:off x="670560" y="3106739"/>
            <a:ext cx="10850881" cy="1645920"/>
          </a:xfrm>
        </p:spPr>
        <p:txBody>
          <a:bodyPr/>
          <a:lstStyle>
            <a:lvl1pPr algn="l">
              <a:lnSpc>
                <a:spcPct val="90000"/>
              </a:lnSpc>
              <a:defRPr sz="5867" b="0" cap="none" spc="0" baseline="0">
                <a:solidFill>
                  <a:schemeClr val="tx1"/>
                </a:solidFill>
                <a:latin typeface="+mj-lt"/>
              </a:defRPr>
            </a:lvl1pPr>
          </a:lstStyle>
          <a:p>
            <a:r>
              <a:rPr lang="en-US"/>
              <a:t>Click to edit master title style</a:t>
            </a:r>
          </a:p>
        </p:txBody>
      </p:sp>
      <p:sp>
        <p:nvSpPr>
          <p:cNvPr id="3" name="Subtitle 2"/>
          <p:cNvSpPr>
            <a:spLocks noGrp="1"/>
          </p:cNvSpPr>
          <p:nvPr>
            <p:ph type="subTitle" idx="1" hasCustomPrompt="1"/>
          </p:nvPr>
        </p:nvSpPr>
        <p:spPr bwMode="gray">
          <a:xfrm>
            <a:off x="670560" y="2333308"/>
            <a:ext cx="10850881" cy="640080"/>
          </a:xfrm>
          <a:prstGeom prst="rect">
            <a:avLst/>
          </a:prstGeom>
        </p:spPr>
        <p:txBody>
          <a:bodyPr rIns="0" bIns="0" anchor="b" anchorCtr="0"/>
          <a:lstStyle>
            <a:lvl1pPr marL="0" indent="0" algn="l">
              <a:lnSpc>
                <a:spcPct val="100000"/>
              </a:lnSpc>
              <a:buNone/>
              <a:defRPr sz="2400" b="1" cap="all" spc="200" baseline="0">
                <a:solidFill>
                  <a:schemeClr val="accent3"/>
                </a:solidFill>
                <a:latin typeface="+mn-lt"/>
                <a:cs typeface="Calibri" panose="020F0502020204030204" pitchFamily="34" charset="0"/>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a:t>CLICK TO EDIT MASTER SUBTITLE STYLE</a:t>
            </a:r>
          </a:p>
        </p:txBody>
      </p:sp>
      <p:sp>
        <p:nvSpPr>
          <p:cNvPr id="5" name="Text Placeholder 4"/>
          <p:cNvSpPr>
            <a:spLocks noGrp="1"/>
          </p:cNvSpPr>
          <p:nvPr>
            <p:ph type="body" sz="quarter" idx="10" hasCustomPrompt="1"/>
          </p:nvPr>
        </p:nvSpPr>
        <p:spPr bwMode="gray">
          <a:xfrm>
            <a:off x="670560" y="4935539"/>
            <a:ext cx="6461760" cy="640080"/>
          </a:xfrm>
          <a:prstGeom prst="rect">
            <a:avLst/>
          </a:prstGeom>
        </p:spPr>
        <p:txBody>
          <a:bodyPr/>
          <a:lstStyle>
            <a:lvl1pPr>
              <a:defRPr sz="1867" b="0" i="0">
                <a:solidFill>
                  <a:schemeClr val="tx1"/>
                </a:solidFill>
                <a:latin typeface="+mj-lt"/>
              </a:defRPr>
            </a:lvl1pPr>
          </a:lstStyle>
          <a:p>
            <a:pPr lvl="0"/>
            <a:r>
              <a:rPr lang="en-US"/>
              <a:t>Day |  Month |  YY</a:t>
            </a:r>
          </a:p>
        </p:txBody>
      </p:sp>
      <p:pic>
        <p:nvPicPr>
          <p:cNvPr id="9" name="Picture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60866" y="87566"/>
            <a:ext cx="1781155" cy="1936531"/>
          </a:xfrm>
          <a:prstGeom prst="rect">
            <a:avLst/>
          </a:prstGeom>
        </p:spPr>
      </p:pic>
    </p:spTree>
    <p:extLst>
      <p:ext uri="{BB962C8B-B14F-4D97-AF65-F5344CB8AC3E}">
        <p14:creationId xmlns:p14="http://schemas.microsoft.com/office/powerpoint/2010/main" val="4195926344"/>
      </p:ext>
    </p:extLst>
  </p:cSld>
  <p:clrMapOvr>
    <a:masterClrMapping/>
  </p:clrMapOvr>
</p:sldLayout>
</file>

<file path=ppt/slideLayouts/slideLayout199.xml><?xml version="1.0" encoding="utf-8"?>
<p:sldLayout xmlns:a="http://schemas.openxmlformats.org/drawingml/2006/main" xmlns:r="http://schemas.openxmlformats.org/officeDocument/2006/relationships" xmlns:p="http://schemas.openxmlformats.org/presentationml/2006/main" preserve="1" userDrawn="1">
  <p:cSld name="1_Title Slide Alternate Layout">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bwMode="gray">
          <a:xfrm>
            <a:off x="670560" y="1840231"/>
            <a:ext cx="10850881" cy="1645920"/>
          </a:xfrm>
        </p:spPr>
        <p:txBody>
          <a:bodyPr/>
          <a:lstStyle>
            <a:lvl1pPr algn="l">
              <a:lnSpc>
                <a:spcPct val="90000"/>
              </a:lnSpc>
              <a:defRPr sz="5867" b="0" cap="none" spc="0" baseline="0">
                <a:solidFill>
                  <a:schemeClr val="tx1"/>
                </a:solidFill>
                <a:latin typeface="+mj-lt"/>
              </a:defRPr>
            </a:lvl1pPr>
          </a:lstStyle>
          <a:p>
            <a:r>
              <a:rPr lang="en-US"/>
              <a:t>Click to edit master title style</a:t>
            </a:r>
          </a:p>
        </p:txBody>
      </p:sp>
      <p:sp>
        <p:nvSpPr>
          <p:cNvPr id="3" name="Subtitle 2"/>
          <p:cNvSpPr>
            <a:spLocks noGrp="1"/>
          </p:cNvSpPr>
          <p:nvPr>
            <p:ph type="subTitle" idx="1" hasCustomPrompt="1"/>
          </p:nvPr>
        </p:nvSpPr>
        <p:spPr bwMode="gray">
          <a:xfrm>
            <a:off x="670560" y="1066800"/>
            <a:ext cx="10850881" cy="640080"/>
          </a:xfrm>
          <a:prstGeom prst="rect">
            <a:avLst/>
          </a:prstGeom>
        </p:spPr>
        <p:txBody>
          <a:bodyPr rIns="0" bIns="0" anchor="b" anchorCtr="0"/>
          <a:lstStyle>
            <a:lvl1pPr marL="0" indent="0" algn="l">
              <a:lnSpc>
                <a:spcPct val="100000"/>
              </a:lnSpc>
              <a:buNone/>
              <a:defRPr sz="2400" b="1" cap="all" spc="200" baseline="0">
                <a:solidFill>
                  <a:schemeClr val="accent3"/>
                </a:solidFill>
                <a:latin typeface="+mn-lt"/>
                <a:cs typeface="Calibri" panose="020F0502020204030204" pitchFamily="34" charset="0"/>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a:t>CLICK TO EDIT MASTER SUBTITLE STYLE</a:t>
            </a:r>
          </a:p>
        </p:txBody>
      </p:sp>
      <p:sp>
        <p:nvSpPr>
          <p:cNvPr id="5" name="Text Placeholder 4"/>
          <p:cNvSpPr>
            <a:spLocks noGrp="1"/>
          </p:cNvSpPr>
          <p:nvPr>
            <p:ph type="body" sz="quarter" idx="10" hasCustomPrompt="1"/>
          </p:nvPr>
        </p:nvSpPr>
        <p:spPr bwMode="gray">
          <a:xfrm>
            <a:off x="670560" y="3669031"/>
            <a:ext cx="6461760" cy="640080"/>
          </a:xfrm>
          <a:prstGeom prst="rect">
            <a:avLst/>
          </a:prstGeom>
        </p:spPr>
        <p:txBody>
          <a:bodyPr/>
          <a:lstStyle>
            <a:lvl1pPr>
              <a:defRPr sz="1867" b="0" i="0">
                <a:solidFill>
                  <a:schemeClr val="tx1"/>
                </a:solidFill>
                <a:latin typeface="+mj-lt"/>
              </a:defRPr>
            </a:lvl1pPr>
          </a:lstStyle>
          <a:p>
            <a:pPr lvl="0"/>
            <a:r>
              <a:rPr lang="en-US"/>
              <a:t>Day |  Month |  YY</a:t>
            </a:r>
          </a:p>
        </p:txBody>
      </p:sp>
      <p:pic>
        <p:nvPicPr>
          <p:cNvPr id="15" name="Picture 14">
            <a:extLst>
              <a:ext uri="{FF2B5EF4-FFF2-40B4-BE49-F238E27FC236}">
                <a16:creationId xmlns:a16="http://schemas.microsoft.com/office/drawing/2014/main" id="{B393F5A5-751C-47D5-AD67-F5C13DA7DEE8}"/>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061527" y="4868399"/>
            <a:ext cx="1781155" cy="1936531"/>
          </a:xfrm>
          <a:prstGeom prst="rect">
            <a:avLst/>
          </a:prstGeom>
        </p:spPr>
      </p:pic>
    </p:spTree>
    <p:extLst>
      <p:ext uri="{BB962C8B-B14F-4D97-AF65-F5344CB8AC3E}">
        <p14:creationId xmlns:p14="http://schemas.microsoft.com/office/powerpoint/2010/main" val="3128633815"/>
      </p:ext>
    </p:extLst>
  </p:cSld>
  <p:clrMapOvr>
    <a:masterClrMapping/>
  </p:clrMapOvr>
</p:sldLayout>
</file>

<file path=ppt/slideLayouts/slideLayout200.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Do not remove" hidden="1">
            <a:extLst>
              <a:ext uri="{FF2B5EF4-FFF2-40B4-BE49-F238E27FC236}">
                <a16:creationId xmlns:a16="http://schemas.microsoft.com/office/drawing/2014/main" id="{103EC112-A740-E92D-F105-0C6E1A48166A}"/>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5"/>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 Placeholder 9">
            <a:extLst>
              <a:ext uri="{FF2B5EF4-FFF2-40B4-BE49-F238E27FC236}">
                <a16:creationId xmlns:a16="http://schemas.microsoft.com/office/drawing/2014/main" id="{E16D6E74-3911-4251-9210-E9AF0CB4653E}"/>
              </a:ext>
            </a:extLst>
          </p:cNvPr>
          <p:cNvSpPr>
            <a:spLocks noGrp="1"/>
          </p:cNvSpPr>
          <p:nvPr>
            <p:ph type="body" sz="quarter" idx="10" hasCustomPrompt="1"/>
          </p:nvPr>
        </p:nvSpPr>
        <p:spPr>
          <a:xfrm>
            <a:off x="670562" y="355600"/>
            <a:ext cx="6989233" cy="348813"/>
          </a:xfrm>
          <a:prstGeom prst="rect">
            <a:avLst/>
          </a:prstGeom>
        </p:spPr>
        <p:txBody>
          <a:bodyPr>
            <a:noAutofit/>
          </a:bodyPr>
          <a:lstStyle>
            <a:lvl1pPr>
              <a:defRPr sz="1867" b="0" cap="all" spc="200" baseline="0">
                <a:solidFill>
                  <a:schemeClr val="accent1"/>
                </a:solidFill>
                <a:latin typeface="+mn-lt"/>
              </a:defRPr>
            </a:lvl1pPr>
            <a:lvl2pPr marL="0" indent="0">
              <a:buNone/>
              <a:defRPr/>
            </a:lvl2pPr>
          </a:lstStyle>
          <a:p>
            <a:pPr lvl="0"/>
            <a:r>
              <a:rPr lang="en-US"/>
              <a:t>Eyebrow identification, CALIBRI, 14PT REGULAR</a:t>
            </a:r>
          </a:p>
        </p:txBody>
      </p:sp>
      <p:sp>
        <p:nvSpPr>
          <p:cNvPr id="15" name="Content Placeholder 9">
            <a:extLst>
              <a:ext uri="{FF2B5EF4-FFF2-40B4-BE49-F238E27FC236}">
                <a16:creationId xmlns:a16="http://schemas.microsoft.com/office/drawing/2014/main" id="{DCEC16E3-E9C3-470B-B2C9-CBD23EA9860F}"/>
              </a:ext>
            </a:extLst>
          </p:cNvPr>
          <p:cNvSpPr>
            <a:spLocks noGrp="1"/>
          </p:cNvSpPr>
          <p:nvPr>
            <p:ph sz="quarter" idx="14"/>
          </p:nvPr>
        </p:nvSpPr>
        <p:spPr>
          <a:xfrm>
            <a:off x="670560" y="1983739"/>
            <a:ext cx="10861040" cy="4233229"/>
          </a:xfrm>
        </p:spPr>
        <p:txBody>
          <a:bodyPr/>
          <a:lstStyle>
            <a:lvl2pPr>
              <a:defRPr sz="2133"/>
            </a:lvl2pPr>
            <a:lvl3pPr>
              <a:defRPr sz="1867"/>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6" name="Text Placeholder 4">
            <a:extLst>
              <a:ext uri="{FF2B5EF4-FFF2-40B4-BE49-F238E27FC236}">
                <a16:creationId xmlns:a16="http://schemas.microsoft.com/office/drawing/2014/main" id="{5D5EEAD8-45FF-4137-A993-0E3B0A63B7A6}"/>
              </a:ext>
            </a:extLst>
          </p:cNvPr>
          <p:cNvSpPr>
            <a:spLocks noGrp="1"/>
          </p:cNvSpPr>
          <p:nvPr>
            <p:ph type="body" sz="quarter" idx="15" hasCustomPrompt="1"/>
          </p:nvPr>
        </p:nvSpPr>
        <p:spPr>
          <a:xfrm>
            <a:off x="670984" y="1463039"/>
            <a:ext cx="10860616" cy="520700"/>
          </a:xfrm>
          <a:prstGeom prst="rect">
            <a:avLst/>
          </a:prstGeom>
        </p:spPr>
        <p:txBody>
          <a:bodyPr>
            <a:noAutofit/>
          </a:bodyPr>
          <a:lstStyle>
            <a:lvl1pPr>
              <a:defRPr sz="2400" b="1" cap="all" baseline="0">
                <a:solidFill>
                  <a:schemeClr val="accent3"/>
                </a:solidFill>
                <a:latin typeface="+mn-lt"/>
              </a:defRPr>
            </a:lvl1pPr>
          </a:lstStyle>
          <a:p>
            <a:pPr lvl="0"/>
            <a:r>
              <a:rPr lang="en-US"/>
              <a:t>SUBTITLE CALIBRI 18PT BOLD, ABBOTT PRIMARY BLUE </a:t>
            </a:r>
          </a:p>
        </p:txBody>
      </p:sp>
      <p:sp>
        <p:nvSpPr>
          <p:cNvPr id="2" name="Date Placeholder 1">
            <a:extLst>
              <a:ext uri="{FF2B5EF4-FFF2-40B4-BE49-F238E27FC236}">
                <a16:creationId xmlns:a16="http://schemas.microsoft.com/office/drawing/2014/main" id="{A490257E-A5F7-47F2-BCB5-BF684CDCDDF2}"/>
              </a:ext>
            </a:extLst>
          </p:cNvPr>
          <p:cNvSpPr>
            <a:spLocks noGrp="1"/>
          </p:cNvSpPr>
          <p:nvPr>
            <p:ph type="dt" sz="half" idx="16"/>
          </p:nvPr>
        </p:nvSpPr>
        <p:spPr/>
        <p:txBody>
          <a:bodyPr/>
          <a:lstStyle/>
          <a:p>
            <a:fld id="{7C6BBA33-D340-4030-91CC-F20B097533EA}" type="datetime5">
              <a:rPr lang="en-US" sz="1333" smtClean="0"/>
              <a:t>7-May-26</a:t>
            </a:fld>
            <a:endParaRPr lang="en-IN" sz="1333"/>
          </a:p>
        </p:txBody>
      </p:sp>
      <p:sp>
        <p:nvSpPr>
          <p:cNvPr id="3" name="Footer Placeholder 2">
            <a:extLst>
              <a:ext uri="{FF2B5EF4-FFF2-40B4-BE49-F238E27FC236}">
                <a16:creationId xmlns:a16="http://schemas.microsoft.com/office/drawing/2014/main" id="{76684F02-3528-4796-B761-E75F59E065CB}"/>
              </a:ext>
            </a:extLst>
          </p:cNvPr>
          <p:cNvSpPr>
            <a:spLocks noGrp="1"/>
          </p:cNvSpPr>
          <p:nvPr>
            <p:ph type="ftr" sz="quarter" idx="17"/>
          </p:nvPr>
        </p:nvSpPr>
        <p:spPr/>
        <p:txBody>
          <a:bodyPr/>
          <a:lstStyle/>
          <a:p>
            <a:pPr>
              <a:defRPr/>
            </a:pPr>
            <a:r>
              <a:rPr lang="en-US"/>
              <a:t>Enter title via "insert&gt;header and footer&gt;footer"  |  </a:t>
            </a:r>
            <a:endParaRPr lang="en-IN"/>
          </a:p>
        </p:txBody>
      </p:sp>
      <p:sp>
        <p:nvSpPr>
          <p:cNvPr id="5" name="Slide Number Placeholder 4">
            <a:extLst>
              <a:ext uri="{FF2B5EF4-FFF2-40B4-BE49-F238E27FC236}">
                <a16:creationId xmlns:a16="http://schemas.microsoft.com/office/drawing/2014/main" id="{39025CAD-0E7F-412A-A2E4-ACA5E42AF8D7}"/>
              </a:ext>
            </a:extLst>
          </p:cNvPr>
          <p:cNvSpPr>
            <a:spLocks noGrp="1"/>
          </p:cNvSpPr>
          <p:nvPr>
            <p:ph type="sldNum" sz="quarter" idx="18"/>
          </p:nvPr>
        </p:nvSpPr>
        <p:spPr/>
        <p:txBody>
          <a:bodyPr/>
          <a:lstStyle/>
          <a:p>
            <a:pPr>
              <a:defRPr/>
            </a:pPr>
            <a:r>
              <a:rPr lang="en-IN"/>
              <a:t>|    </a:t>
            </a:r>
            <a:fld id="{7B2119CD-3B2D-4CEB-B404-D2E3F8CD6D69}" type="slidenum">
              <a:rPr lang="en-IN" smtClean="0"/>
              <a:pPr>
                <a:defRPr/>
              </a:pPr>
              <a:t>‹#›</a:t>
            </a:fld>
            <a:endParaRPr lang="en-IN"/>
          </a:p>
        </p:txBody>
      </p:sp>
      <p:sp>
        <p:nvSpPr>
          <p:cNvPr id="7" name="Title 6">
            <a:extLst>
              <a:ext uri="{FF2B5EF4-FFF2-40B4-BE49-F238E27FC236}">
                <a16:creationId xmlns:a16="http://schemas.microsoft.com/office/drawing/2014/main" id="{1B071053-E294-48B6-82D4-81528F06E152}"/>
              </a:ext>
            </a:extLst>
          </p:cNvPr>
          <p:cNvSpPr>
            <a:spLocks noGrp="1"/>
          </p:cNvSpPr>
          <p:nvPr>
            <p:ph type="title"/>
          </p:nvPr>
        </p:nvSpPr>
        <p:spPr/>
        <p:txBody>
          <a:bodyPr/>
          <a:lstStyle/>
          <a:p>
            <a:r>
              <a:rPr lang="en-US"/>
              <a:t>Click to edit Master title style</a:t>
            </a:r>
            <a:endParaRPr lang="en-IN"/>
          </a:p>
        </p:txBody>
      </p:sp>
    </p:spTree>
    <p:extLst>
      <p:ext uri="{BB962C8B-B14F-4D97-AF65-F5344CB8AC3E}">
        <p14:creationId xmlns:p14="http://schemas.microsoft.com/office/powerpoint/2010/main" val="2699632817"/>
      </p:ext>
    </p:extLst>
  </p:cSld>
  <p:clrMapOvr>
    <a:masterClrMapping/>
  </p:clrMapOvr>
</p:sldLayout>
</file>

<file path=ppt/slideLayouts/slideLayout201.xml><?xml version="1.0" encoding="utf-8"?>
<p:sldLayout xmlns:a="http://schemas.openxmlformats.org/drawingml/2006/main" xmlns:r="http://schemas.openxmlformats.org/officeDocument/2006/relationships" xmlns:p="http://schemas.openxmlformats.org/presentationml/2006/main" preserve="1" userDrawn="1">
  <p:cSld name="Title and Long Content">
    <p:spTree>
      <p:nvGrpSpPr>
        <p:cNvPr id="1" name=""/>
        <p:cNvGrpSpPr/>
        <p:nvPr/>
      </p:nvGrpSpPr>
      <p:grpSpPr>
        <a:xfrm>
          <a:off x="0" y="0"/>
          <a:ext cx="0" cy="0"/>
          <a:chOff x="0" y="0"/>
          <a:chExt cx="0" cy="0"/>
        </a:xfrm>
      </p:grpSpPr>
      <p:sp>
        <p:nvSpPr>
          <p:cNvPr id="11" name="Text Placeholder 9">
            <a:extLst>
              <a:ext uri="{FF2B5EF4-FFF2-40B4-BE49-F238E27FC236}">
                <a16:creationId xmlns:a16="http://schemas.microsoft.com/office/drawing/2014/main" id="{778F9584-625D-462B-8192-C99B9E91AB3E}"/>
              </a:ext>
            </a:extLst>
          </p:cNvPr>
          <p:cNvSpPr>
            <a:spLocks noGrp="1"/>
          </p:cNvSpPr>
          <p:nvPr>
            <p:ph type="body" sz="quarter" idx="10" hasCustomPrompt="1"/>
          </p:nvPr>
        </p:nvSpPr>
        <p:spPr>
          <a:xfrm>
            <a:off x="670562" y="355600"/>
            <a:ext cx="6989233" cy="348813"/>
          </a:xfrm>
          <a:prstGeom prst="rect">
            <a:avLst/>
          </a:prstGeom>
        </p:spPr>
        <p:txBody>
          <a:bodyPr>
            <a:noAutofit/>
          </a:bodyPr>
          <a:lstStyle>
            <a:lvl1pPr>
              <a:defRPr sz="1867" b="0" cap="all" spc="200" baseline="0">
                <a:solidFill>
                  <a:schemeClr val="accent1"/>
                </a:solidFill>
                <a:latin typeface="+mn-lt"/>
              </a:defRPr>
            </a:lvl1pPr>
            <a:lvl2pPr marL="0" indent="0">
              <a:buNone/>
              <a:defRPr/>
            </a:lvl2pPr>
          </a:lstStyle>
          <a:p>
            <a:pPr lvl="0"/>
            <a:r>
              <a:rPr lang="en-US"/>
              <a:t>Eyebrow identification, CALIBRI, 14PT REGULAR</a:t>
            </a:r>
          </a:p>
        </p:txBody>
      </p:sp>
      <p:sp>
        <p:nvSpPr>
          <p:cNvPr id="13" name="Content Placeholder 5">
            <a:extLst>
              <a:ext uri="{FF2B5EF4-FFF2-40B4-BE49-F238E27FC236}">
                <a16:creationId xmlns:a16="http://schemas.microsoft.com/office/drawing/2014/main" id="{0F6E8C1B-F140-45B9-ADF1-1C3C65701146}"/>
              </a:ext>
            </a:extLst>
          </p:cNvPr>
          <p:cNvSpPr>
            <a:spLocks noGrp="1"/>
          </p:cNvSpPr>
          <p:nvPr>
            <p:ph sz="quarter" idx="14"/>
          </p:nvPr>
        </p:nvSpPr>
        <p:spPr>
          <a:xfrm>
            <a:off x="670558" y="1463039"/>
            <a:ext cx="10861041" cy="4754879"/>
          </a:xfrm>
        </p:spPr>
        <p:txBody>
          <a:bodyPr/>
          <a:lstStyle>
            <a:lvl1pPr>
              <a:spcBef>
                <a:spcPts val="1600"/>
              </a:spcBef>
              <a:defRPr/>
            </a:lvl1pPr>
            <a:lvl2pPr>
              <a:spcBef>
                <a:spcPts val="1600"/>
              </a:spcBef>
              <a:defRPr/>
            </a:lvl2pPr>
          </a:lstStyle>
          <a:p>
            <a:pPr lvl="0"/>
            <a:r>
              <a:rPr lang="en-US"/>
              <a:t>Click to edit Master text styles</a:t>
            </a:r>
          </a:p>
          <a:p>
            <a:pPr lvl="1"/>
            <a:r>
              <a:rPr lang="en-US"/>
              <a:t>Second level</a:t>
            </a:r>
          </a:p>
        </p:txBody>
      </p:sp>
      <p:sp>
        <p:nvSpPr>
          <p:cNvPr id="5" name="Date Placeholder 4">
            <a:extLst>
              <a:ext uri="{FF2B5EF4-FFF2-40B4-BE49-F238E27FC236}">
                <a16:creationId xmlns:a16="http://schemas.microsoft.com/office/drawing/2014/main" id="{ED5AE4F8-4A35-4815-BCAE-2DEF5BFEC473}"/>
              </a:ext>
            </a:extLst>
          </p:cNvPr>
          <p:cNvSpPr>
            <a:spLocks noGrp="1"/>
          </p:cNvSpPr>
          <p:nvPr>
            <p:ph type="dt" sz="half" idx="15"/>
          </p:nvPr>
        </p:nvSpPr>
        <p:spPr/>
        <p:txBody>
          <a:bodyPr/>
          <a:lstStyle/>
          <a:p>
            <a:fld id="{452A60F3-57F0-4D2E-9089-8FC09B3259E6}" type="datetime5">
              <a:rPr lang="en-US" sz="1333" smtClean="0"/>
              <a:t>7-May-26</a:t>
            </a:fld>
            <a:endParaRPr lang="en-IN" sz="1333"/>
          </a:p>
        </p:txBody>
      </p:sp>
      <p:sp>
        <p:nvSpPr>
          <p:cNvPr id="6" name="Footer Placeholder 5">
            <a:extLst>
              <a:ext uri="{FF2B5EF4-FFF2-40B4-BE49-F238E27FC236}">
                <a16:creationId xmlns:a16="http://schemas.microsoft.com/office/drawing/2014/main" id="{092A9712-7611-460F-BBA1-965DC35A5A0C}"/>
              </a:ext>
            </a:extLst>
          </p:cNvPr>
          <p:cNvSpPr>
            <a:spLocks noGrp="1"/>
          </p:cNvSpPr>
          <p:nvPr>
            <p:ph type="ftr" sz="quarter" idx="16"/>
          </p:nvPr>
        </p:nvSpPr>
        <p:spPr/>
        <p:txBody>
          <a:bodyPr/>
          <a:lstStyle/>
          <a:p>
            <a:pPr>
              <a:defRPr/>
            </a:pPr>
            <a:r>
              <a:rPr lang="en-US"/>
              <a:t>Enter title via "insert&gt;header and footer&gt;footer"  |  </a:t>
            </a:r>
            <a:endParaRPr lang="en-IN"/>
          </a:p>
        </p:txBody>
      </p:sp>
      <p:sp>
        <p:nvSpPr>
          <p:cNvPr id="7" name="Slide Number Placeholder 6">
            <a:extLst>
              <a:ext uri="{FF2B5EF4-FFF2-40B4-BE49-F238E27FC236}">
                <a16:creationId xmlns:a16="http://schemas.microsoft.com/office/drawing/2014/main" id="{E816DBEC-A477-4721-9AEB-6DA5B1D8A35F}"/>
              </a:ext>
            </a:extLst>
          </p:cNvPr>
          <p:cNvSpPr>
            <a:spLocks noGrp="1"/>
          </p:cNvSpPr>
          <p:nvPr>
            <p:ph type="sldNum" sz="quarter" idx="17"/>
          </p:nvPr>
        </p:nvSpPr>
        <p:spPr/>
        <p:txBody>
          <a:bodyPr/>
          <a:lstStyle/>
          <a:p>
            <a:pPr>
              <a:defRPr/>
            </a:pPr>
            <a:r>
              <a:rPr lang="en-IN"/>
              <a:t>|    </a:t>
            </a:r>
            <a:fld id="{7B2119CD-3B2D-4CEB-B404-D2E3F8CD6D69}" type="slidenum">
              <a:rPr lang="en-IN" smtClean="0"/>
              <a:pPr>
                <a:defRPr/>
              </a:pPr>
              <a:t>‹#›</a:t>
            </a:fld>
            <a:endParaRPr lang="en-IN"/>
          </a:p>
        </p:txBody>
      </p:sp>
      <p:sp>
        <p:nvSpPr>
          <p:cNvPr id="3" name="Title 2">
            <a:extLst>
              <a:ext uri="{FF2B5EF4-FFF2-40B4-BE49-F238E27FC236}">
                <a16:creationId xmlns:a16="http://schemas.microsoft.com/office/drawing/2014/main" id="{C92466CF-9DE4-42FD-B4BE-46614812750F}"/>
              </a:ext>
            </a:extLst>
          </p:cNvPr>
          <p:cNvSpPr>
            <a:spLocks noGrp="1"/>
          </p:cNvSpPr>
          <p:nvPr>
            <p:ph type="title"/>
          </p:nvPr>
        </p:nvSpPr>
        <p:spPr/>
        <p:txBody>
          <a:bodyPr/>
          <a:lstStyle/>
          <a:p>
            <a:r>
              <a:rPr lang="en-US"/>
              <a:t>Click to edit Master title style</a:t>
            </a:r>
            <a:endParaRPr lang="en-IN"/>
          </a:p>
        </p:txBody>
      </p:sp>
    </p:spTree>
    <p:extLst>
      <p:ext uri="{BB962C8B-B14F-4D97-AF65-F5344CB8AC3E}">
        <p14:creationId xmlns:p14="http://schemas.microsoft.com/office/powerpoint/2010/main" val="1220558270"/>
      </p:ext>
    </p:extLst>
  </p:cSld>
  <p:clrMapOvr>
    <a:masterClrMapping/>
  </p:clrMapOvr>
</p:sldLayout>
</file>

<file path=ppt/slideLayouts/slideLayout202.xml><?xml version="1.0" encoding="utf-8"?>
<p:sldLayout xmlns:a="http://schemas.openxmlformats.org/drawingml/2006/main" xmlns:r="http://schemas.openxmlformats.org/officeDocument/2006/relationships" xmlns:p="http://schemas.openxmlformats.org/presentationml/2006/main" preserve="1" userDrawn="1">
  <p:cSld name="2 Content_CALIBRI SUBHEAD Option">
    <p:spTree>
      <p:nvGrpSpPr>
        <p:cNvPr id="1" name=""/>
        <p:cNvGrpSpPr/>
        <p:nvPr/>
      </p:nvGrpSpPr>
      <p:grpSpPr>
        <a:xfrm>
          <a:off x="0" y="0"/>
          <a:ext cx="0" cy="0"/>
          <a:chOff x="0" y="0"/>
          <a:chExt cx="0" cy="0"/>
        </a:xfrm>
      </p:grpSpPr>
      <p:sp>
        <p:nvSpPr>
          <p:cNvPr id="16" name="Text Placeholder 4">
            <a:extLst>
              <a:ext uri="{FF2B5EF4-FFF2-40B4-BE49-F238E27FC236}">
                <a16:creationId xmlns:a16="http://schemas.microsoft.com/office/drawing/2014/main" id="{62367392-CE3F-4A36-802E-43D377135A8F}"/>
              </a:ext>
            </a:extLst>
          </p:cNvPr>
          <p:cNvSpPr>
            <a:spLocks noGrp="1"/>
          </p:cNvSpPr>
          <p:nvPr>
            <p:ph type="body" sz="quarter" idx="14" hasCustomPrompt="1"/>
          </p:nvPr>
        </p:nvSpPr>
        <p:spPr>
          <a:xfrm>
            <a:off x="670984" y="1463039"/>
            <a:ext cx="5089736" cy="520700"/>
          </a:xfrm>
          <a:prstGeom prst="rect">
            <a:avLst/>
          </a:prstGeom>
        </p:spPr>
        <p:txBody>
          <a:bodyPr>
            <a:noAutofit/>
          </a:bodyPr>
          <a:lstStyle>
            <a:lvl1pPr>
              <a:defRPr sz="2400" b="1" cap="all" baseline="0">
                <a:solidFill>
                  <a:schemeClr val="accent3"/>
                </a:solidFill>
                <a:latin typeface="+mn-lt"/>
              </a:defRPr>
            </a:lvl1pPr>
          </a:lstStyle>
          <a:p>
            <a:pPr lvl="0"/>
            <a:r>
              <a:rPr lang="en-US"/>
              <a:t>SHORT TITLE, CALIBRI, 18PT, BOLD</a:t>
            </a:r>
          </a:p>
        </p:txBody>
      </p:sp>
      <p:sp>
        <p:nvSpPr>
          <p:cNvPr id="17" name="Text Placeholder 4">
            <a:extLst>
              <a:ext uri="{FF2B5EF4-FFF2-40B4-BE49-F238E27FC236}">
                <a16:creationId xmlns:a16="http://schemas.microsoft.com/office/drawing/2014/main" id="{784001D6-32AA-4130-AA76-37D05FF0EF11}"/>
              </a:ext>
            </a:extLst>
          </p:cNvPr>
          <p:cNvSpPr>
            <a:spLocks noGrp="1"/>
          </p:cNvSpPr>
          <p:nvPr>
            <p:ph type="body" sz="quarter" idx="15" hasCustomPrompt="1"/>
          </p:nvPr>
        </p:nvSpPr>
        <p:spPr>
          <a:xfrm>
            <a:off x="6431280" y="1463039"/>
            <a:ext cx="5089736" cy="520700"/>
          </a:xfrm>
          <a:prstGeom prst="rect">
            <a:avLst/>
          </a:prstGeom>
        </p:spPr>
        <p:txBody>
          <a:bodyPr>
            <a:noAutofit/>
          </a:bodyPr>
          <a:lstStyle>
            <a:lvl1pPr>
              <a:defRPr sz="2400" b="1" cap="all" baseline="0">
                <a:solidFill>
                  <a:schemeClr val="accent3"/>
                </a:solidFill>
                <a:latin typeface="+mn-lt"/>
              </a:defRPr>
            </a:lvl1pPr>
          </a:lstStyle>
          <a:p>
            <a:pPr lvl="0"/>
            <a:r>
              <a:rPr lang="en-US"/>
              <a:t>SHORT TITLE, CALIBRI, 18PT, BOLD</a:t>
            </a:r>
          </a:p>
        </p:txBody>
      </p:sp>
      <p:sp>
        <p:nvSpPr>
          <p:cNvPr id="18" name="Content Placeholder 14">
            <a:extLst>
              <a:ext uri="{FF2B5EF4-FFF2-40B4-BE49-F238E27FC236}">
                <a16:creationId xmlns:a16="http://schemas.microsoft.com/office/drawing/2014/main" id="{1F77A952-6CFD-4B10-A39C-FBF9CCB45B58}"/>
              </a:ext>
            </a:extLst>
          </p:cNvPr>
          <p:cNvSpPr>
            <a:spLocks noGrp="1"/>
          </p:cNvSpPr>
          <p:nvPr>
            <p:ph sz="quarter" idx="18"/>
          </p:nvPr>
        </p:nvSpPr>
        <p:spPr>
          <a:xfrm>
            <a:off x="670559" y="1983738"/>
            <a:ext cx="5089735" cy="4234179"/>
          </a:xfrm>
        </p:spPr>
        <p:txBody>
          <a:bodyPr>
            <a:noAutofit/>
          </a:bodyPr>
          <a:lstStyle>
            <a:lvl2pPr>
              <a:defRPr sz="2133"/>
            </a:lvl2pPr>
            <a:lvl3pPr>
              <a:defRPr sz="1867"/>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9" name="Content Placeholder 14">
            <a:extLst>
              <a:ext uri="{FF2B5EF4-FFF2-40B4-BE49-F238E27FC236}">
                <a16:creationId xmlns:a16="http://schemas.microsoft.com/office/drawing/2014/main" id="{0756EC84-5A13-4571-BFB7-247BD6E93F56}"/>
              </a:ext>
            </a:extLst>
          </p:cNvPr>
          <p:cNvSpPr>
            <a:spLocks noGrp="1"/>
          </p:cNvSpPr>
          <p:nvPr>
            <p:ph sz="quarter" idx="19"/>
          </p:nvPr>
        </p:nvSpPr>
        <p:spPr>
          <a:xfrm>
            <a:off x="6431281" y="1983738"/>
            <a:ext cx="5089735" cy="4234179"/>
          </a:xfrm>
        </p:spPr>
        <p:txBody>
          <a:bodyPr>
            <a:noAutofit/>
          </a:bodyPr>
          <a:lstStyle>
            <a:lvl2pPr>
              <a:defRPr sz="2133"/>
            </a:lvl2pPr>
            <a:lvl3pPr>
              <a:defRPr sz="1867"/>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20" name="Text Placeholder 9">
            <a:extLst>
              <a:ext uri="{FF2B5EF4-FFF2-40B4-BE49-F238E27FC236}">
                <a16:creationId xmlns:a16="http://schemas.microsoft.com/office/drawing/2014/main" id="{1B479ED3-E6FF-4DA0-B9B5-59809FFAEF46}"/>
              </a:ext>
            </a:extLst>
          </p:cNvPr>
          <p:cNvSpPr>
            <a:spLocks noGrp="1"/>
          </p:cNvSpPr>
          <p:nvPr>
            <p:ph type="body" sz="quarter" idx="10" hasCustomPrompt="1"/>
          </p:nvPr>
        </p:nvSpPr>
        <p:spPr>
          <a:xfrm>
            <a:off x="670562" y="355600"/>
            <a:ext cx="6989233" cy="348813"/>
          </a:xfrm>
          <a:prstGeom prst="rect">
            <a:avLst/>
          </a:prstGeom>
        </p:spPr>
        <p:txBody>
          <a:bodyPr>
            <a:noAutofit/>
          </a:bodyPr>
          <a:lstStyle>
            <a:lvl1pPr>
              <a:defRPr sz="1867" b="0" cap="all" spc="200" baseline="0">
                <a:solidFill>
                  <a:schemeClr val="accent1"/>
                </a:solidFill>
                <a:latin typeface="+mn-lt"/>
              </a:defRPr>
            </a:lvl1pPr>
            <a:lvl2pPr marL="0" indent="0">
              <a:buNone/>
              <a:defRPr/>
            </a:lvl2pPr>
          </a:lstStyle>
          <a:p>
            <a:pPr lvl="0"/>
            <a:r>
              <a:rPr lang="en-US"/>
              <a:t>Eyebrow identification, CALIBRI, 14PT REGULAR</a:t>
            </a:r>
          </a:p>
        </p:txBody>
      </p:sp>
      <p:sp>
        <p:nvSpPr>
          <p:cNvPr id="2" name="Date Placeholder 1">
            <a:extLst>
              <a:ext uri="{FF2B5EF4-FFF2-40B4-BE49-F238E27FC236}">
                <a16:creationId xmlns:a16="http://schemas.microsoft.com/office/drawing/2014/main" id="{63E310AD-6CAA-4788-94E2-A00CB4EDAD64}"/>
              </a:ext>
            </a:extLst>
          </p:cNvPr>
          <p:cNvSpPr>
            <a:spLocks noGrp="1"/>
          </p:cNvSpPr>
          <p:nvPr>
            <p:ph type="dt" sz="half" idx="20"/>
          </p:nvPr>
        </p:nvSpPr>
        <p:spPr/>
        <p:txBody>
          <a:bodyPr/>
          <a:lstStyle/>
          <a:p>
            <a:fld id="{7DC6FA6F-B118-45B4-86FF-70B83435421A}" type="datetime5">
              <a:rPr lang="en-US" sz="1333" smtClean="0"/>
              <a:t>7-May-26</a:t>
            </a:fld>
            <a:endParaRPr lang="en-IN" sz="1333"/>
          </a:p>
        </p:txBody>
      </p:sp>
      <p:sp>
        <p:nvSpPr>
          <p:cNvPr id="3" name="Footer Placeholder 2">
            <a:extLst>
              <a:ext uri="{FF2B5EF4-FFF2-40B4-BE49-F238E27FC236}">
                <a16:creationId xmlns:a16="http://schemas.microsoft.com/office/drawing/2014/main" id="{7EA85807-C4E2-4DC1-A4DC-B733652C5847}"/>
              </a:ext>
            </a:extLst>
          </p:cNvPr>
          <p:cNvSpPr>
            <a:spLocks noGrp="1"/>
          </p:cNvSpPr>
          <p:nvPr>
            <p:ph type="ftr" sz="quarter" idx="21"/>
          </p:nvPr>
        </p:nvSpPr>
        <p:spPr/>
        <p:txBody>
          <a:bodyPr/>
          <a:lstStyle/>
          <a:p>
            <a:pPr>
              <a:defRPr/>
            </a:pPr>
            <a:r>
              <a:rPr lang="en-US"/>
              <a:t>Enter title via "insert&gt;header and footer&gt;footer"  |  </a:t>
            </a:r>
            <a:endParaRPr lang="en-IN"/>
          </a:p>
        </p:txBody>
      </p:sp>
      <p:sp>
        <p:nvSpPr>
          <p:cNvPr id="4" name="Slide Number Placeholder 3">
            <a:extLst>
              <a:ext uri="{FF2B5EF4-FFF2-40B4-BE49-F238E27FC236}">
                <a16:creationId xmlns:a16="http://schemas.microsoft.com/office/drawing/2014/main" id="{1486E6C4-2B39-46A3-861C-1D8545DFDAF4}"/>
              </a:ext>
            </a:extLst>
          </p:cNvPr>
          <p:cNvSpPr>
            <a:spLocks noGrp="1"/>
          </p:cNvSpPr>
          <p:nvPr>
            <p:ph type="sldNum" sz="quarter" idx="22"/>
          </p:nvPr>
        </p:nvSpPr>
        <p:spPr/>
        <p:txBody>
          <a:bodyPr/>
          <a:lstStyle/>
          <a:p>
            <a:pPr>
              <a:defRPr/>
            </a:pPr>
            <a:r>
              <a:rPr lang="en-IN"/>
              <a:t>|    </a:t>
            </a:r>
            <a:fld id="{7B2119CD-3B2D-4CEB-B404-D2E3F8CD6D69}" type="slidenum">
              <a:rPr lang="en-IN" smtClean="0"/>
              <a:pPr>
                <a:defRPr/>
              </a:pPr>
              <a:t>‹#›</a:t>
            </a:fld>
            <a:endParaRPr lang="en-IN"/>
          </a:p>
        </p:txBody>
      </p:sp>
      <p:sp>
        <p:nvSpPr>
          <p:cNvPr id="6" name="Title 5">
            <a:extLst>
              <a:ext uri="{FF2B5EF4-FFF2-40B4-BE49-F238E27FC236}">
                <a16:creationId xmlns:a16="http://schemas.microsoft.com/office/drawing/2014/main" id="{088E1389-D875-4A3C-85CC-2FF6F879D34A}"/>
              </a:ext>
            </a:extLst>
          </p:cNvPr>
          <p:cNvSpPr>
            <a:spLocks noGrp="1"/>
          </p:cNvSpPr>
          <p:nvPr>
            <p:ph type="title"/>
          </p:nvPr>
        </p:nvSpPr>
        <p:spPr/>
        <p:txBody>
          <a:bodyPr/>
          <a:lstStyle/>
          <a:p>
            <a:r>
              <a:rPr lang="en-US"/>
              <a:t>Click to edit Master title style</a:t>
            </a:r>
            <a:endParaRPr lang="en-IN"/>
          </a:p>
        </p:txBody>
      </p:sp>
    </p:spTree>
    <p:extLst>
      <p:ext uri="{BB962C8B-B14F-4D97-AF65-F5344CB8AC3E}">
        <p14:creationId xmlns:p14="http://schemas.microsoft.com/office/powerpoint/2010/main" val="3148481767"/>
      </p:ext>
    </p:extLst>
  </p:cSld>
  <p:clrMapOvr>
    <a:masterClrMapping/>
  </p:clrMapOvr>
</p:sldLayout>
</file>

<file path=ppt/slideLayouts/slideLayout203.xml><?xml version="1.0" encoding="utf-8"?>
<p:sldLayout xmlns:a="http://schemas.openxmlformats.org/drawingml/2006/main" xmlns:r="http://schemas.openxmlformats.org/officeDocument/2006/relationships" xmlns:p="http://schemas.openxmlformats.org/presentationml/2006/main" preserve="1" userDrawn="1">
  <p:cSld name="Two Content + Header">
    <p:spTree>
      <p:nvGrpSpPr>
        <p:cNvPr id="1" name=""/>
        <p:cNvGrpSpPr/>
        <p:nvPr/>
      </p:nvGrpSpPr>
      <p:grpSpPr>
        <a:xfrm>
          <a:off x="0" y="0"/>
          <a:ext cx="0" cy="0"/>
          <a:chOff x="0" y="0"/>
          <a:chExt cx="0" cy="0"/>
        </a:xfrm>
      </p:grpSpPr>
      <p:sp>
        <p:nvSpPr>
          <p:cNvPr id="12" name="Text Placeholder 9">
            <a:extLst>
              <a:ext uri="{FF2B5EF4-FFF2-40B4-BE49-F238E27FC236}">
                <a16:creationId xmlns:a16="http://schemas.microsoft.com/office/drawing/2014/main" id="{D9A84B86-6CE3-4715-A01A-FECF8E99EC15}"/>
              </a:ext>
            </a:extLst>
          </p:cNvPr>
          <p:cNvSpPr>
            <a:spLocks noGrp="1"/>
          </p:cNvSpPr>
          <p:nvPr>
            <p:ph type="body" sz="quarter" idx="10" hasCustomPrompt="1"/>
          </p:nvPr>
        </p:nvSpPr>
        <p:spPr>
          <a:xfrm>
            <a:off x="670562" y="355600"/>
            <a:ext cx="6989233" cy="348813"/>
          </a:xfrm>
          <a:prstGeom prst="rect">
            <a:avLst/>
          </a:prstGeom>
        </p:spPr>
        <p:txBody>
          <a:bodyPr>
            <a:noAutofit/>
          </a:bodyPr>
          <a:lstStyle>
            <a:lvl1pPr>
              <a:defRPr sz="1867" b="0" cap="all" spc="200" baseline="0">
                <a:solidFill>
                  <a:schemeClr val="accent1"/>
                </a:solidFill>
                <a:latin typeface="+mn-lt"/>
              </a:defRPr>
            </a:lvl1pPr>
            <a:lvl2pPr marL="0" indent="0">
              <a:buNone/>
              <a:defRPr/>
            </a:lvl2pPr>
          </a:lstStyle>
          <a:p>
            <a:pPr lvl="0"/>
            <a:r>
              <a:rPr lang="en-US"/>
              <a:t>Eyebrow identification, CALIBRI, 14PT REGULAR</a:t>
            </a:r>
          </a:p>
        </p:txBody>
      </p:sp>
      <p:sp>
        <p:nvSpPr>
          <p:cNvPr id="17" name="Text Placeholder 9">
            <a:extLst>
              <a:ext uri="{FF2B5EF4-FFF2-40B4-BE49-F238E27FC236}">
                <a16:creationId xmlns:a16="http://schemas.microsoft.com/office/drawing/2014/main" id="{F184EA7A-C14A-435C-84F4-DB8BC3A9A6E5}"/>
              </a:ext>
            </a:extLst>
          </p:cNvPr>
          <p:cNvSpPr>
            <a:spLocks noGrp="1"/>
          </p:cNvSpPr>
          <p:nvPr>
            <p:ph type="body" sz="quarter" idx="14" hasCustomPrompt="1"/>
          </p:nvPr>
        </p:nvSpPr>
        <p:spPr>
          <a:xfrm>
            <a:off x="670560" y="1463040"/>
            <a:ext cx="10838688" cy="1097280"/>
          </a:xfrm>
          <a:prstGeom prst="rect">
            <a:avLst/>
          </a:prstGeom>
        </p:spPr>
        <p:txBody>
          <a:bodyPr>
            <a:noAutofit/>
          </a:bodyPr>
          <a:lstStyle>
            <a:lvl1pPr>
              <a:defRPr sz="2133" b="0">
                <a:solidFill>
                  <a:schemeClr val="accent3"/>
                </a:solidFill>
                <a:latin typeface="+mj-lt"/>
              </a:defRPr>
            </a:lvl1pPr>
          </a:lstStyle>
          <a:p>
            <a:pPr lvl="0"/>
            <a:r>
              <a:rPr lang="en-US"/>
              <a:t>Click to edit master text styles</a:t>
            </a:r>
          </a:p>
        </p:txBody>
      </p:sp>
      <p:sp>
        <p:nvSpPr>
          <p:cNvPr id="18" name="Text Placeholder 4">
            <a:extLst>
              <a:ext uri="{FF2B5EF4-FFF2-40B4-BE49-F238E27FC236}">
                <a16:creationId xmlns:a16="http://schemas.microsoft.com/office/drawing/2014/main" id="{5D0068BB-B539-4488-911A-96DC071FE88E}"/>
              </a:ext>
            </a:extLst>
          </p:cNvPr>
          <p:cNvSpPr>
            <a:spLocks noGrp="1"/>
          </p:cNvSpPr>
          <p:nvPr>
            <p:ph type="body" sz="quarter" idx="13" hasCustomPrompt="1"/>
          </p:nvPr>
        </p:nvSpPr>
        <p:spPr>
          <a:xfrm>
            <a:off x="670984" y="2743201"/>
            <a:ext cx="5089736" cy="520700"/>
          </a:xfrm>
          <a:prstGeom prst="rect">
            <a:avLst/>
          </a:prstGeom>
        </p:spPr>
        <p:txBody>
          <a:bodyPr>
            <a:noAutofit/>
          </a:bodyPr>
          <a:lstStyle>
            <a:lvl1pPr>
              <a:defRPr sz="2133" b="1" cap="all" baseline="0">
                <a:solidFill>
                  <a:schemeClr val="accent3"/>
                </a:solidFill>
                <a:latin typeface="+mn-lt"/>
              </a:defRPr>
            </a:lvl1pPr>
          </a:lstStyle>
          <a:p>
            <a:pPr lvl="0"/>
            <a:r>
              <a:rPr lang="en-US"/>
              <a:t>SHORT TITLE, CALIBRI, 16PT, BOLD</a:t>
            </a:r>
          </a:p>
        </p:txBody>
      </p:sp>
      <p:sp>
        <p:nvSpPr>
          <p:cNvPr id="19" name="Text Placeholder 4">
            <a:extLst>
              <a:ext uri="{FF2B5EF4-FFF2-40B4-BE49-F238E27FC236}">
                <a16:creationId xmlns:a16="http://schemas.microsoft.com/office/drawing/2014/main" id="{FC1F4580-228D-4976-BFA8-C2248824F3A1}"/>
              </a:ext>
            </a:extLst>
          </p:cNvPr>
          <p:cNvSpPr>
            <a:spLocks noGrp="1"/>
          </p:cNvSpPr>
          <p:nvPr>
            <p:ph type="body" sz="quarter" idx="18" hasCustomPrompt="1"/>
          </p:nvPr>
        </p:nvSpPr>
        <p:spPr>
          <a:xfrm>
            <a:off x="6431280" y="2743201"/>
            <a:ext cx="5089736" cy="520700"/>
          </a:xfrm>
          <a:prstGeom prst="rect">
            <a:avLst/>
          </a:prstGeom>
        </p:spPr>
        <p:txBody>
          <a:bodyPr>
            <a:noAutofit/>
          </a:bodyPr>
          <a:lstStyle>
            <a:lvl1pPr>
              <a:defRPr sz="2133" b="1" cap="all" baseline="0">
                <a:solidFill>
                  <a:schemeClr val="accent3"/>
                </a:solidFill>
                <a:latin typeface="+mn-lt"/>
              </a:defRPr>
            </a:lvl1pPr>
          </a:lstStyle>
          <a:p>
            <a:pPr lvl="0"/>
            <a:r>
              <a:rPr lang="en-US"/>
              <a:t>SHORT TITLE, CALIBRI, 16PT, BOLD</a:t>
            </a:r>
          </a:p>
        </p:txBody>
      </p:sp>
      <p:sp>
        <p:nvSpPr>
          <p:cNvPr id="20" name="Content Placeholder 6">
            <a:extLst>
              <a:ext uri="{FF2B5EF4-FFF2-40B4-BE49-F238E27FC236}">
                <a16:creationId xmlns:a16="http://schemas.microsoft.com/office/drawing/2014/main" id="{4073EB3D-18BB-4E2C-9D12-E03D0B6131B9}"/>
              </a:ext>
            </a:extLst>
          </p:cNvPr>
          <p:cNvSpPr>
            <a:spLocks noGrp="1"/>
          </p:cNvSpPr>
          <p:nvPr>
            <p:ph sz="quarter" idx="19"/>
          </p:nvPr>
        </p:nvSpPr>
        <p:spPr>
          <a:xfrm>
            <a:off x="670559" y="3263901"/>
            <a:ext cx="5089735" cy="2954017"/>
          </a:xfrm>
        </p:spPr>
        <p:txBody>
          <a:bodyPr>
            <a:noAutofit/>
          </a:bodyPr>
          <a:lstStyle>
            <a:lvl1pPr>
              <a:defRPr sz="1867"/>
            </a:lvl1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21" name="Content Placeholder 6">
            <a:extLst>
              <a:ext uri="{FF2B5EF4-FFF2-40B4-BE49-F238E27FC236}">
                <a16:creationId xmlns:a16="http://schemas.microsoft.com/office/drawing/2014/main" id="{112F3581-3732-4A0B-8F51-60DBC2912C03}"/>
              </a:ext>
            </a:extLst>
          </p:cNvPr>
          <p:cNvSpPr>
            <a:spLocks noGrp="1"/>
          </p:cNvSpPr>
          <p:nvPr>
            <p:ph sz="quarter" idx="20"/>
          </p:nvPr>
        </p:nvSpPr>
        <p:spPr>
          <a:xfrm>
            <a:off x="6431281" y="3263901"/>
            <a:ext cx="5089735" cy="2954017"/>
          </a:xfrm>
        </p:spPr>
        <p:txBody>
          <a:bodyPr>
            <a:noAutofit/>
          </a:bodyPr>
          <a:lstStyle>
            <a:lvl1pPr>
              <a:defRPr sz="1867"/>
            </a:lvl1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2" name="Date Placeholder 1">
            <a:extLst>
              <a:ext uri="{FF2B5EF4-FFF2-40B4-BE49-F238E27FC236}">
                <a16:creationId xmlns:a16="http://schemas.microsoft.com/office/drawing/2014/main" id="{D3D7130C-27A5-4624-9DE7-54CCA5B6E680}"/>
              </a:ext>
            </a:extLst>
          </p:cNvPr>
          <p:cNvSpPr>
            <a:spLocks noGrp="1"/>
          </p:cNvSpPr>
          <p:nvPr>
            <p:ph type="dt" sz="half" idx="21"/>
          </p:nvPr>
        </p:nvSpPr>
        <p:spPr/>
        <p:txBody>
          <a:bodyPr/>
          <a:lstStyle/>
          <a:p>
            <a:fld id="{4AABF625-09D3-4DFA-B61C-461C45B77089}" type="datetime5">
              <a:rPr lang="en-US" sz="1333" smtClean="0"/>
              <a:t>7-May-26</a:t>
            </a:fld>
            <a:endParaRPr lang="en-IN" sz="1333"/>
          </a:p>
        </p:txBody>
      </p:sp>
      <p:sp>
        <p:nvSpPr>
          <p:cNvPr id="3" name="Footer Placeholder 2">
            <a:extLst>
              <a:ext uri="{FF2B5EF4-FFF2-40B4-BE49-F238E27FC236}">
                <a16:creationId xmlns:a16="http://schemas.microsoft.com/office/drawing/2014/main" id="{6B8D77C1-A9B7-4C57-B330-C34B8588E4BD}"/>
              </a:ext>
            </a:extLst>
          </p:cNvPr>
          <p:cNvSpPr>
            <a:spLocks noGrp="1"/>
          </p:cNvSpPr>
          <p:nvPr>
            <p:ph type="ftr" sz="quarter" idx="22"/>
          </p:nvPr>
        </p:nvSpPr>
        <p:spPr/>
        <p:txBody>
          <a:bodyPr/>
          <a:lstStyle/>
          <a:p>
            <a:pPr>
              <a:defRPr/>
            </a:pPr>
            <a:r>
              <a:rPr lang="en-US"/>
              <a:t>Enter title via "insert&gt;header and footer&gt;footer"  |  </a:t>
            </a:r>
            <a:endParaRPr lang="en-IN"/>
          </a:p>
        </p:txBody>
      </p:sp>
      <p:sp>
        <p:nvSpPr>
          <p:cNvPr id="4" name="Slide Number Placeholder 3">
            <a:extLst>
              <a:ext uri="{FF2B5EF4-FFF2-40B4-BE49-F238E27FC236}">
                <a16:creationId xmlns:a16="http://schemas.microsoft.com/office/drawing/2014/main" id="{310E347A-2097-4DC1-8FC4-1FBFBC563FCB}"/>
              </a:ext>
            </a:extLst>
          </p:cNvPr>
          <p:cNvSpPr>
            <a:spLocks noGrp="1"/>
          </p:cNvSpPr>
          <p:nvPr>
            <p:ph type="sldNum" sz="quarter" idx="23"/>
          </p:nvPr>
        </p:nvSpPr>
        <p:spPr/>
        <p:txBody>
          <a:bodyPr/>
          <a:lstStyle/>
          <a:p>
            <a:pPr>
              <a:defRPr/>
            </a:pPr>
            <a:r>
              <a:rPr lang="en-IN"/>
              <a:t>|    </a:t>
            </a:r>
            <a:fld id="{7B2119CD-3B2D-4CEB-B404-D2E3F8CD6D69}" type="slidenum">
              <a:rPr lang="en-IN" smtClean="0"/>
              <a:pPr>
                <a:defRPr/>
              </a:pPr>
              <a:t>‹#›</a:t>
            </a:fld>
            <a:endParaRPr lang="en-IN"/>
          </a:p>
        </p:txBody>
      </p:sp>
      <p:sp>
        <p:nvSpPr>
          <p:cNvPr id="6" name="Title 5">
            <a:extLst>
              <a:ext uri="{FF2B5EF4-FFF2-40B4-BE49-F238E27FC236}">
                <a16:creationId xmlns:a16="http://schemas.microsoft.com/office/drawing/2014/main" id="{AD079F95-85C8-47A7-9EDE-B17DE1BCA47B}"/>
              </a:ext>
            </a:extLst>
          </p:cNvPr>
          <p:cNvSpPr>
            <a:spLocks noGrp="1"/>
          </p:cNvSpPr>
          <p:nvPr>
            <p:ph type="title"/>
          </p:nvPr>
        </p:nvSpPr>
        <p:spPr/>
        <p:txBody>
          <a:bodyPr/>
          <a:lstStyle/>
          <a:p>
            <a:r>
              <a:rPr lang="en-US"/>
              <a:t>Click to edit Master title style</a:t>
            </a:r>
            <a:endParaRPr lang="en-IN"/>
          </a:p>
        </p:txBody>
      </p:sp>
    </p:spTree>
    <p:extLst>
      <p:ext uri="{BB962C8B-B14F-4D97-AF65-F5344CB8AC3E}">
        <p14:creationId xmlns:p14="http://schemas.microsoft.com/office/powerpoint/2010/main" val="2035957302"/>
      </p:ext>
    </p:extLst>
  </p:cSld>
  <p:clrMapOvr>
    <a:masterClrMapping/>
  </p:clrMapOvr>
</p:sldLayout>
</file>

<file path=ppt/slideLayouts/slideLayout204.xml><?xml version="1.0" encoding="utf-8"?>
<p:sldLayout xmlns:a="http://schemas.openxmlformats.org/drawingml/2006/main" xmlns:r="http://schemas.openxmlformats.org/officeDocument/2006/relationships" xmlns:p="http://schemas.openxmlformats.org/presentationml/2006/main" preserve="1" userDrawn="1">
  <p:cSld name="(L) Half-content &amp; image layout">
    <p:spTree>
      <p:nvGrpSpPr>
        <p:cNvPr id="1" name=""/>
        <p:cNvGrpSpPr/>
        <p:nvPr/>
      </p:nvGrpSpPr>
      <p:grpSpPr>
        <a:xfrm>
          <a:off x="0" y="0"/>
          <a:ext cx="0" cy="0"/>
          <a:chOff x="0" y="0"/>
          <a:chExt cx="0" cy="0"/>
        </a:xfrm>
      </p:grpSpPr>
      <p:sp>
        <p:nvSpPr>
          <p:cNvPr id="10" name="Picture Placeholder 9"/>
          <p:cNvSpPr>
            <a:spLocks noGrp="1"/>
          </p:cNvSpPr>
          <p:nvPr>
            <p:ph type="pic" sz="quarter" idx="14" hasCustomPrompt="1"/>
          </p:nvPr>
        </p:nvSpPr>
        <p:spPr>
          <a:xfrm>
            <a:off x="6425184" y="0"/>
            <a:ext cx="5766815" cy="6858000"/>
          </a:xfrm>
          <a:prstGeom prst="rect">
            <a:avLst/>
          </a:prstGeom>
          <a:solidFill>
            <a:schemeClr val="bg2"/>
          </a:solidFill>
          <a:ln>
            <a:noFill/>
          </a:ln>
          <a:effectLst/>
        </p:spPr>
        <p:txBody>
          <a:bodyPr lIns="365760" rIns="365760" anchor="ctr" anchorCtr="1"/>
          <a:lstStyle>
            <a:lvl1pPr algn="ctr">
              <a:defRPr sz="2400" b="0" baseline="0">
                <a:solidFill>
                  <a:schemeClr val="accent1"/>
                </a:solidFill>
                <a:latin typeface="+mn-lt"/>
              </a:defRPr>
            </a:lvl1pPr>
          </a:lstStyle>
          <a:p>
            <a:r>
              <a:rPr lang="en-US"/>
              <a:t>Insert an image</a:t>
            </a:r>
            <a:br>
              <a:rPr lang="en-US"/>
            </a:br>
            <a:r>
              <a:rPr lang="en-US"/>
              <a:t>within this placeholder </a:t>
            </a:r>
          </a:p>
        </p:txBody>
      </p:sp>
      <p:sp>
        <p:nvSpPr>
          <p:cNvPr id="14" name="Text Placeholder 9">
            <a:extLst>
              <a:ext uri="{FF2B5EF4-FFF2-40B4-BE49-F238E27FC236}">
                <a16:creationId xmlns:a16="http://schemas.microsoft.com/office/drawing/2014/main" id="{05D9C096-3ECB-4476-AF46-67B691208D52}"/>
              </a:ext>
            </a:extLst>
          </p:cNvPr>
          <p:cNvSpPr>
            <a:spLocks noGrp="1"/>
          </p:cNvSpPr>
          <p:nvPr>
            <p:ph type="body" sz="quarter" idx="18" hasCustomPrompt="1"/>
          </p:nvPr>
        </p:nvSpPr>
        <p:spPr>
          <a:xfrm>
            <a:off x="670562" y="355600"/>
            <a:ext cx="5096255" cy="348813"/>
          </a:xfrm>
          <a:prstGeom prst="rect">
            <a:avLst/>
          </a:prstGeom>
        </p:spPr>
        <p:txBody>
          <a:bodyPr wrap="square">
            <a:noAutofit/>
          </a:bodyPr>
          <a:lstStyle>
            <a:lvl1pPr>
              <a:defRPr sz="1867" b="0" cap="all" spc="200" baseline="0">
                <a:solidFill>
                  <a:schemeClr val="accent1"/>
                </a:solidFill>
                <a:latin typeface="+mn-lt"/>
              </a:defRPr>
            </a:lvl1pPr>
            <a:lvl2pPr marL="0" indent="0">
              <a:buNone/>
              <a:defRPr/>
            </a:lvl2pPr>
          </a:lstStyle>
          <a:p>
            <a:pPr lvl="0"/>
            <a:r>
              <a:rPr lang="en-US"/>
              <a:t>Eyebrow identification, CALIBRI, 14PT</a:t>
            </a:r>
          </a:p>
        </p:txBody>
      </p:sp>
      <p:sp>
        <p:nvSpPr>
          <p:cNvPr id="17" name="Text Placeholder 4">
            <a:extLst>
              <a:ext uri="{FF2B5EF4-FFF2-40B4-BE49-F238E27FC236}">
                <a16:creationId xmlns:a16="http://schemas.microsoft.com/office/drawing/2014/main" id="{E828A00F-D1B4-4C3E-969E-375A3487E70C}"/>
              </a:ext>
            </a:extLst>
          </p:cNvPr>
          <p:cNvSpPr>
            <a:spLocks noGrp="1"/>
          </p:cNvSpPr>
          <p:nvPr>
            <p:ph type="body" sz="quarter" idx="19" hasCustomPrompt="1"/>
          </p:nvPr>
        </p:nvSpPr>
        <p:spPr>
          <a:xfrm>
            <a:off x="670984" y="1463943"/>
            <a:ext cx="5089736" cy="520700"/>
          </a:xfrm>
          <a:prstGeom prst="rect">
            <a:avLst/>
          </a:prstGeom>
        </p:spPr>
        <p:txBody>
          <a:bodyPr>
            <a:noAutofit/>
          </a:bodyPr>
          <a:lstStyle>
            <a:lvl1pPr>
              <a:defRPr sz="2400" b="1" cap="all" baseline="0">
                <a:solidFill>
                  <a:schemeClr val="accent3"/>
                </a:solidFill>
                <a:latin typeface="+mn-lt"/>
              </a:defRPr>
            </a:lvl1pPr>
          </a:lstStyle>
          <a:p>
            <a:pPr lvl="0"/>
            <a:r>
              <a:rPr lang="en-US"/>
              <a:t>SUBTITLE, CALIBRI, 18PT, BOLD</a:t>
            </a:r>
          </a:p>
        </p:txBody>
      </p:sp>
      <p:sp>
        <p:nvSpPr>
          <p:cNvPr id="18" name="Text Placeholder 4">
            <a:extLst>
              <a:ext uri="{FF2B5EF4-FFF2-40B4-BE49-F238E27FC236}">
                <a16:creationId xmlns:a16="http://schemas.microsoft.com/office/drawing/2014/main" id="{98B40350-90AF-4369-8B21-A237E4585B43}"/>
              </a:ext>
            </a:extLst>
          </p:cNvPr>
          <p:cNvSpPr>
            <a:spLocks noGrp="1"/>
          </p:cNvSpPr>
          <p:nvPr>
            <p:ph type="body" sz="quarter" idx="13" hasCustomPrompt="1"/>
          </p:nvPr>
        </p:nvSpPr>
        <p:spPr>
          <a:xfrm>
            <a:off x="670984" y="2159957"/>
            <a:ext cx="5089736" cy="426720"/>
          </a:xfrm>
          <a:prstGeom prst="rect">
            <a:avLst/>
          </a:prstGeom>
        </p:spPr>
        <p:txBody>
          <a:bodyPr>
            <a:noAutofit/>
          </a:bodyPr>
          <a:lstStyle>
            <a:lvl1pPr>
              <a:defRPr sz="2133" b="1" cap="all" baseline="0">
                <a:solidFill>
                  <a:schemeClr val="accent3"/>
                </a:solidFill>
                <a:latin typeface="+mn-lt"/>
              </a:defRPr>
            </a:lvl1pPr>
          </a:lstStyle>
          <a:p>
            <a:pPr lvl="0"/>
            <a:r>
              <a:rPr lang="en-US"/>
              <a:t>SHORT TITLE, CALIBRI, 16PT, BOLD</a:t>
            </a:r>
          </a:p>
        </p:txBody>
      </p:sp>
      <p:sp>
        <p:nvSpPr>
          <p:cNvPr id="19" name="Content Placeholder 5">
            <a:extLst>
              <a:ext uri="{FF2B5EF4-FFF2-40B4-BE49-F238E27FC236}">
                <a16:creationId xmlns:a16="http://schemas.microsoft.com/office/drawing/2014/main" id="{74DA2C74-7837-4DF6-A9E0-010AABA411BF}"/>
              </a:ext>
            </a:extLst>
          </p:cNvPr>
          <p:cNvSpPr>
            <a:spLocks noGrp="1"/>
          </p:cNvSpPr>
          <p:nvPr>
            <p:ph sz="quarter" idx="20"/>
          </p:nvPr>
        </p:nvSpPr>
        <p:spPr>
          <a:xfrm>
            <a:off x="670559" y="2610322"/>
            <a:ext cx="5089735" cy="1442031"/>
          </a:xfrm>
        </p:spPr>
        <p:txBody>
          <a:bodyPr>
            <a:noAutofit/>
          </a:bodyPr>
          <a:lstStyle>
            <a:lvl1pPr>
              <a:defRPr sz="1867"/>
            </a:lvl1pPr>
            <a:lvl2pPr>
              <a:defRPr/>
            </a:lvl2pPr>
            <a:lvl3pPr>
              <a:defRPr/>
            </a:lvl3pPr>
            <a:lvl4pPr>
              <a:defRPr/>
            </a:lvl4pPr>
          </a:lstStyle>
          <a:p>
            <a:pPr lvl="0"/>
            <a:r>
              <a:rPr lang="en-US"/>
              <a:t>Click to edit Master text styles</a:t>
            </a:r>
          </a:p>
          <a:p>
            <a:pPr lvl="1"/>
            <a:r>
              <a:rPr lang="en-US"/>
              <a:t>Second level</a:t>
            </a:r>
          </a:p>
          <a:p>
            <a:pPr lvl="2"/>
            <a:r>
              <a:rPr lang="en-US"/>
              <a:t>Third level</a:t>
            </a:r>
          </a:p>
          <a:p>
            <a:pPr lvl="3"/>
            <a:r>
              <a:rPr lang="en-US"/>
              <a:t>Fourth level</a:t>
            </a:r>
          </a:p>
        </p:txBody>
      </p:sp>
      <p:sp>
        <p:nvSpPr>
          <p:cNvPr id="20" name="Text Placeholder 4">
            <a:extLst>
              <a:ext uri="{FF2B5EF4-FFF2-40B4-BE49-F238E27FC236}">
                <a16:creationId xmlns:a16="http://schemas.microsoft.com/office/drawing/2014/main" id="{04384C29-B1D2-4169-8C59-6E4C6B7D22EF}"/>
              </a:ext>
            </a:extLst>
          </p:cNvPr>
          <p:cNvSpPr>
            <a:spLocks noGrp="1"/>
          </p:cNvSpPr>
          <p:nvPr>
            <p:ph type="body" sz="quarter" idx="21" hasCustomPrompt="1"/>
          </p:nvPr>
        </p:nvSpPr>
        <p:spPr>
          <a:xfrm>
            <a:off x="670984" y="4316768"/>
            <a:ext cx="5089736" cy="426720"/>
          </a:xfrm>
          <a:prstGeom prst="rect">
            <a:avLst/>
          </a:prstGeom>
        </p:spPr>
        <p:txBody>
          <a:bodyPr>
            <a:noAutofit/>
          </a:bodyPr>
          <a:lstStyle>
            <a:lvl1pPr>
              <a:defRPr sz="2133" b="1" cap="all" baseline="0">
                <a:solidFill>
                  <a:schemeClr val="accent3"/>
                </a:solidFill>
                <a:latin typeface="+mn-lt"/>
              </a:defRPr>
            </a:lvl1pPr>
          </a:lstStyle>
          <a:p>
            <a:pPr lvl="0"/>
            <a:r>
              <a:rPr lang="en-US"/>
              <a:t>SHORT TITLE, CALIBRI, 16PT, BOLD</a:t>
            </a:r>
          </a:p>
        </p:txBody>
      </p:sp>
      <p:sp>
        <p:nvSpPr>
          <p:cNvPr id="21" name="Content Placeholder 5">
            <a:extLst>
              <a:ext uri="{FF2B5EF4-FFF2-40B4-BE49-F238E27FC236}">
                <a16:creationId xmlns:a16="http://schemas.microsoft.com/office/drawing/2014/main" id="{0312D5F6-81FC-4261-AED0-88E16C372781}"/>
              </a:ext>
            </a:extLst>
          </p:cNvPr>
          <p:cNvSpPr>
            <a:spLocks noGrp="1"/>
          </p:cNvSpPr>
          <p:nvPr>
            <p:ph sz="quarter" idx="22"/>
          </p:nvPr>
        </p:nvSpPr>
        <p:spPr>
          <a:xfrm>
            <a:off x="670559" y="4767134"/>
            <a:ext cx="5089735" cy="1442029"/>
          </a:xfrm>
        </p:spPr>
        <p:txBody>
          <a:bodyPr>
            <a:noAutofit/>
          </a:bodyPr>
          <a:lstStyle>
            <a:lvl1pPr>
              <a:defRPr sz="1867"/>
            </a:lvl1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Date Placeholder 4">
            <a:extLst>
              <a:ext uri="{FF2B5EF4-FFF2-40B4-BE49-F238E27FC236}">
                <a16:creationId xmlns:a16="http://schemas.microsoft.com/office/drawing/2014/main" id="{4FF65347-7CD3-4F10-8EF3-1278C80396FE}"/>
              </a:ext>
            </a:extLst>
          </p:cNvPr>
          <p:cNvSpPr>
            <a:spLocks noGrp="1"/>
          </p:cNvSpPr>
          <p:nvPr>
            <p:ph type="dt" sz="half" idx="23"/>
          </p:nvPr>
        </p:nvSpPr>
        <p:spPr/>
        <p:txBody>
          <a:bodyPr/>
          <a:lstStyle/>
          <a:p>
            <a:fld id="{4216A43B-D176-4514-8269-EDF838101587}" type="datetime5">
              <a:rPr lang="en-US" sz="1333" smtClean="0"/>
              <a:t>7-May-26</a:t>
            </a:fld>
            <a:endParaRPr lang="en-IN" sz="1333"/>
          </a:p>
        </p:txBody>
      </p:sp>
      <p:sp>
        <p:nvSpPr>
          <p:cNvPr id="6" name="Footer Placeholder 5">
            <a:extLst>
              <a:ext uri="{FF2B5EF4-FFF2-40B4-BE49-F238E27FC236}">
                <a16:creationId xmlns:a16="http://schemas.microsoft.com/office/drawing/2014/main" id="{FE4E929D-79C8-4A03-8A31-BDC679EAB2C4}"/>
              </a:ext>
            </a:extLst>
          </p:cNvPr>
          <p:cNvSpPr>
            <a:spLocks noGrp="1"/>
          </p:cNvSpPr>
          <p:nvPr>
            <p:ph type="ftr" sz="quarter" idx="24"/>
          </p:nvPr>
        </p:nvSpPr>
        <p:spPr/>
        <p:txBody>
          <a:bodyPr/>
          <a:lstStyle/>
          <a:p>
            <a:pPr>
              <a:defRPr/>
            </a:pPr>
            <a:r>
              <a:rPr lang="en-US"/>
              <a:t>Enter title via "insert&gt;header and footer&gt;footer"  |  </a:t>
            </a:r>
            <a:endParaRPr lang="en-IN"/>
          </a:p>
        </p:txBody>
      </p:sp>
      <p:sp>
        <p:nvSpPr>
          <p:cNvPr id="7" name="Slide Number Placeholder 6">
            <a:extLst>
              <a:ext uri="{FF2B5EF4-FFF2-40B4-BE49-F238E27FC236}">
                <a16:creationId xmlns:a16="http://schemas.microsoft.com/office/drawing/2014/main" id="{2CC59128-8C19-4115-801D-638E5DDDF8DB}"/>
              </a:ext>
            </a:extLst>
          </p:cNvPr>
          <p:cNvSpPr>
            <a:spLocks noGrp="1"/>
          </p:cNvSpPr>
          <p:nvPr>
            <p:ph type="sldNum" sz="quarter" idx="25"/>
          </p:nvPr>
        </p:nvSpPr>
        <p:spPr/>
        <p:txBody>
          <a:bodyPr/>
          <a:lstStyle/>
          <a:p>
            <a:pPr>
              <a:defRPr/>
            </a:pPr>
            <a:r>
              <a:rPr lang="en-IN"/>
              <a:t>|    </a:t>
            </a:r>
            <a:fld id="{7B2119CD-3B2D-4CEB-B404-D2E3F8CD6D69}" type="slidenum">
              <a:rPr lang="en-IN" smtClean="0"/>
              <a:pPr>
                <a:defRPr/>
              </a:pPr>
              <a:t>‹#›</a:t>
            </a:fld>
            <a:endParaRPr lang="en-IN"/>
          </a:p>
        </p:txBody>
      </p:sp>
      <p:sp>
        <p:nvSpPr>
          <p:cNvPr id="3" name="Title 2">
            <a:extLst>
              <a:ext uri="{FF2B5EF4-FFF2-40B4-BE49-F238E27FC236}">
                <a16:creationId xmlns:a16="http://schemas.microsoft.com/office/drawing/2014/main" id="{9A67DE3C-68DE-43DF-A233-910AFDC7FBD6}"/>
              </a:ext>
            </a:extLst>
          </p:cNvPr>
          <p:cNvSpPr>
            <a:spLocks noGrp="1"/>
          </p:cNvSpPr>
          <p:nvPr>
            <p:ph type="title"/>
          </p:nvPr>
        </p:nvSpPr>
        <p:spPr>
          <a:xfrm>
            <a:off x="670560" y="759459"/>
            <a:ext cx="5089733" cy="520701"/>
          </a:xfrm>
        </p:spPr>
        <p:txBody>
          <a:bodyPr/>
          <a:lstStyle/>
          <a:p>
            <a:r>
              <a:rPr lang="en-US"/>
              <a:t>Click to edit Master title style</a:t>
            </a:r>
            <a:endParaRPr lang="en-IN"/>
          </a:p>
        </p:txBody>
      </p:sp>
    </p:spTree>
    <p:extLst>
      <p:ext uri="{BB962C8B-B14F-4D97-AF65-F5344CB8AC3E}">
        <p14:creationId xmlns:p14="http://schemas.microsoft.com/office/powerpoint/2010/main" val="2131581416"/>
      </p:ext>
    </p:extLst>
  </p:cSld>
  <p:clrMapOvr>
    <a:masterClrMapping/>
  </p:clrMapOvr>
</p:sldLayout>
</file>

<file path=ppt/slideLayouts/slideLayout205.xml><?xml version="1.0" encoding="utf-8"?>
<p:sldLayout xmlns:a="http://schemas.openxmlformats.org/drawingml/2006/main" xmlns:r="http://schemas.openxmlformats.org/officeDocument/2006/relationships" xmlns:p="http://schemas.openxmlformats.org/presentationml/2006/main" preserve="1" userDrawn="1">
  <p:cSld name="(R) Half-content &amp; image layout">
    <p:spTree>
      <p:nvGrpSpPr>
        <p:cNvPr id="1" name=""/>
        <p:cNvGrpSpPr/>
        <p:nvPr/>
      </p:nvGrpSpPr>
      <p:grpSpPr>
        <a:xfrm>
          <a:off x="0" y="0"/>
          <a:ext cx="0" cy="0"/>
          <a:chOff x="0" y="0"/>
          <a:chExt cx="0" cy="0"/>
        </a:xfrm>
      </p:grpSpPr>
      <p:sp>
        <p:nvSpPr>
          <p:cNvPr id="10" name="Picture Placeholder 9"/>
          <p:cNvSpPr>
            <a:spLocks noGrp="1"/>
          </p:cNvSpPr>
          <p:nvPr>
            <p:ph type="pic" sz="quarter" idx="14" hasCustomPrompt="1"/>
          </p:nvPr>
        </p:nvSpPr>
        <p:spPr>
          <a:xfrm>
            <a:off x="1" y="0"/>
            <a:ext cx="5753292" cy="6858000"/>
          </a:xfrm>
          <a:prstGeom prst="rect">
            <a:avLst/>
          </a:prstGeom>
          <a:solidFill>
            <a:schemeClr val="bg2"/>
          </a:solidFill>
          <a:ln>
            <a:noFill/>
          </a:ln>
          <a:effectLst/>
        </p:spPr>
        <p:txBody>
          <a:bodyPr lIns="365760" rIns="365760" anchor="ctr" anchorCtr="1"/>
          <a:lstStyle>
            <a:lvl1pPr algn="ctr">
              <a:defRPr sz="2400" b="0" baseline="0">
                <a:solidFill>
                  <a:schemeClr val="accent1"/>
                </a:solidFill>
                <a:latin typeface="+mn-lt"/>
              </a:defRPr>
            </a:lvl1pPr>
          </a:lstStyle>
          <a:p>
            <a:r>
              <a:rPr lang="en-US"/>
              <a:t>Insert an image</a:t>
            </a:r>
            <a:br>
              <a:rPr lang="en-US"/>
            </a:br>
            <a:r>
              <a:rPr lang="en-US"/>
              <a:t>within this placeholder </a:t>
            </a:r>
          </a:p>
        </p:txBody>
      </p:sp>
      <p:sp>
        <p:nvSpPr>
          <p:cNvPr id="9" name="Content Placeholder 2">
            <a:extLst>
              <a:ext uri="{FF2B5EF4-FFF2-40B4-BE49-F238E27FC236}">
                <a16:creationId xmlns:a16="http://schemas.microsoft.com/office/drawing/2014/main" id="{A406D962-A904-455A-9FF2-A3FC930F6781}"/>
              </a:ext>
            </a:extLst>
          </p:cNvPr>
          <p:cNvSpPr txBox="1">
            <a:spLocks/>
          </p:cNvSpPr>
          <p:nvPr userDrawn="1"/>
        </p:nvSpPr>
        <p:spPr bwMode="gray">
          <a:xfrm>
            <a:off x="670561" y="6427471"/>
            <a:ext cx="4077308" cy="292101"/>
          </a:xfrm>
          <a:prstGeom prst="rect">
            <a:avLst/>
          </a:prstGeom>
        </p:spPr>
        <p:txBody>
          <a:bodyPr vert="horz" lIns="0" rIns="0" anchor="b" anchorCtr="0"/>
          <a:lstStyle>
            <a:defPPr>
              <a:defRPr lang="en-US"/>
            </a:defPPr>
            <a:lvl1pPr indent="0" defTabSz="457200">
              <a:spcBef>
                <a:spcPct val="20000"/>
              </a:spcBef>
              <a:buFont typeface="Arial"/>
              <a:buNone/>
              <a:defRPr sz="1000">
                <a:solidFill>
                  <a:srgbClr val="000000"/>
                </a:solidFill>
                <a:cs typeface="Calibri" panose="020F0502020204030204" pitchFamily="34" charset="0"/>
              </a:defRPr>
            </a:lvl1pPr>
            <a:lvl2pPr indent="0" defTabSz="457200">
              <a:spcBef>
                <a:spcPct val="20000"/>
              </a:spcBef>
              <a:buFont typeface="Arial"/>
              <a:buNone/>
              <a:defRPr sz="900">
                <a:latin typeface="Georgia"/>
                <a:cs typeface="Georgia"/>
              </a:defRPr>
            </a:lvl2pPr>
            <a:lvl3pPr indent="0" defTabSz="457200">
              <a:spcBef>
                <a:spcPct val="20000"/>
              </a:spcBef>
              <a:buFont typeface="Arial"/>
              <a:buNone/>
              <a:defRPr sz="900">
                <a:latin typeface="Georgia"/>
                <a:cs typeface="Georgia"/>
              </a:defRPr>
            </a:lvl3pPr>
            <a:lvl4pPr indent="0" defTabSz="457200">
              <a:spcBef>
                <a:spcPct val="20000"/>
              </a:spcBef>
              <a:buFont typeface="Arial"/>
              <a:buNone/>
              <a:defRPr sz="900">
                <a:latin typeface="Georgia"/>
                <a:cs typeface="Georgia"/>
              </a:defRPr>
            </a:lvl4pPr>
            <a:lvl5pPr indent="0" defTabSz="457200">
              <a:spcBef>
                <a:spcPct val="20000"/>
              </a:spcBef>
              <a:buFont typeface="Arial"/>
              <a:buNone/>
              <a:defRPr sz="900">
                <a:latin typeface="Georgia"/>
                <a:cs typeface="Georgia"/>
              </a:defRPr>
            </a:lvl5pPr>
            <a:lvl6pPr marL="2514600" indent="-228600" defTabSz="457200">
              <a:spcBef>
                <a:spcPct val="20000"/>
              </a:spcBef>
              <a:buFont typeface="Arial"/>
              <a:buChar char="•"/>
              <a:defRPr sz="2000"/>
            </a:lvl6pPr>
            <a:lvl7pPr marL="2971800" indent="-228600" defTabSz="457200">
              <a:spcBef>
                <a:spcPct val="20000"/>
              </a:spcBef>
              <a:buFont typeface="Arial"/>
              <a:buChar char="•"/>
              <a:defRPr sz="2000"/>
            </a:lvl7pPr>
            <a:lvl8pPr marL="3429000" indent="-228600" defTabSz="457200">
              <a:spcBef>
                <a:spcPct val="20000"/>
              </a:spcBef>
              <a:buFont typeface="Arial"/>
              <a:buChar char="•"/>
              <a:defRPr sz="2000"/>
            </a:lvl8pPr>
            <a:lvl9pPr marL="3886200" indent="-228600" defTabSz="457200">
              <a:spcBef>
                <a:spcPct val="20000"/>
              </a:spcBef>
              <a:buFont typeface="Arial"/>
              <a:buChar char="•"/>
              <a:defRPr sz="2000"/>
            </a:lvl9pPr>
          </a:lstStyle>
          <a:p>
            <a:pPr lvl="0"/>
            <a:r>
              <a:rPr lang="en-US" sz="1333"/>
              <a:t>Proprietary and confidential — do not distribute</a:t>
            </a:r>
          </a:p>
        </p:txBody>
      </p:sp>
      <p:sp>
        <p:nvSpPr>
          <p:cNvPr id="15" name="Text Placeholder 9">
            <a:extLst>
              <a:ext uri="{FF2B5EF4-FFF2-40B4-BE49-F238E27FC236}">
                <a16:creationId xmlns:a16="http://schemas.microsoft.com/office/drawing/2014/main" id="{82FAC416-5A96-491E-91F4-37DD3C42AC2D}"/>
              </a:ext>
            </a:extLst>
          </p:cNvPr>
          <p:cNvSpPr>
            <a:spLocks noGrp="1"/>
          </p:cNvSpPr>
          <p:nvPr>
            <p:ph type="body" sz="quarter" idx="18" hasCustomPrompt="1"/>
          </p:nvPr>
        </p:nvSpPr>
        <p:spPr>
          <a:xfrm>
            <a:off x="6435346" y="355600"/>
            <a:ext cx="5096255" cy="348813"/>
          </a:xfrm>
          <a:prstGeom prst="rect">
            <a:avLst/>
          </a:prstGeom>
        </p:spPr>
        <p:txBody>
          <a:bodyPr wrap="square">
            <a:noAutofit/>
          </a:bodyPr>
          <a:lstStyle>
            <a:lvl1pPr>
              <a:defRPr sz="1867" b="0" cap="all" spc="200" baseline="0">
                <a:solidFill>
                  <a:schemeClr val="accent1"/>
                </a:solidFill>
                <a:latin typeface="+mn-lt"/>
              </a:defRPr>
            </a:lvl1pPr>
            <a:lvl2pPr marL="0" indent="0">
              <a:buNone/>
              <a:defRPr/>
            </a:lvl2pPr>
          </a:lstStyle>
          <a:p>
            <a:pPr lvl="0"/>
            <a:r>
              <a:rPr lang="en-US"/>
              <a:t>Eyebrow identification, CALIBRI, 14PT</a:t>
            </a:r>
          </a:p>
        </p:txBody>
      </p:sp>
      <p:sp>
        <p:nvSpPr>
          <p:cNvPr id="17" name="Text Placeholder 4">
            <a:extLst>
              <a:ext uri="{FF2B5EF4-FFF2-40B4-BE49-F238E27FC236}">
                <a16:creationId xmlns:a16="http://schemas.microsoft.com/office/drawing/2014/main" id="{53FDA49B-BBFC-4479-BD4E-6B88C700E352}"/>
              </a:ext>
            </a:extLst>
          </p:cNvPr>
          <p:cNvSpPr>
            <a:spLocks noGrp="1"/>
          </p:cNvSpPr>
          <p:nvPr>
            <p:ph type="body" sz="quarter" idx="19" hasCustomPrompt="1"/>
          </p:nvPr>
        </p:nvSpPr>
        <p:spPr>
          <a:xfrm>
            <a:off x="6435768" y="1463943"/>
            <a:ext cx="5089736" cy="520700"/>
          </a:xfrm>
          <a:prstGeom prst="rect">
            <a:avLst/>
          </a:prstGeom>
        </p:spPr>
        <p:txBody>
          <a:bodyPr>
            <a:noAutofit/>
          </a:bodyPr>
          <a:lstStyle>
            <a:lvl1pPr>
              <a:defRPr sz="2400" b="1" cap="all" baseline="0">
                <a:solidFill>
                  <a:schemeClr val="accent3"/>
                </a:solidFill>
                <a:latin typeface="+mn-lt"/>
              </a:defRPr>
            </a:lvl1pPr>
          </a:lstStyle>
          <a:p>
            <a:pPr lvl="0"/>
            <a:r>
              <a:rPr lang="en-US"/>
              <a:t>SUBTITLE, CALIBRI, 18PT, BOLD</a:t>
            </a:r>
          </a:p>
        </p:txBody>
      </p:sp>
      <p:sp>
        <p:nvSpPr>
          <p:cNvPr id="18" name="Text Placeholder 4">
            <a:extLst>
              <a:ext uri="{FF2B5EF4-FFF2-40B4-BE49-F238E27FC236}">
                <a16:creationId xmlns:a16="http://schemas.microsoft.com/office/drawing/2014/main" id="{EC4C2575-A445-43B7-875C-641A76884F26}"/>
              </a:ext>
            </a:extLst>
          </p:cNvPr>
          <p:cNvSpPr>
            <a:spLocks noGrp="1"/>
          </p:cNvSpPr>
          <p:nvPr>
            <p:ph type="body" sz="quarter" idx="13" hasCustomPrompt="1"/>
          </p:nvPr>
        </p:nvSpPr>
        <p:spPr>
          <a:xfrm>
            <a:off x="6435768" y="2159957"/>
            <a:ext cx="5089736" cy="426720"/>
          </a:xfrm>
          <a:prstGeom prst="rect">
            <a:avLst/>
          </a:prstGeom>
        </p:spPr>
        <p:txBody>
          <a:bodyPr>
            <a:noAutofit/>
          </a:bodyPr>
          <a:lstStyle>
            <a:lvl1pPr>
              <a:defRPr sz="2133" b="1" cap="all" baseline="0">
                <a:solidFill>
                  <a:schemeClr val="accent3"/>
                </a:solidFill>
                <a:latin typeface="+mn-lt"/>
              </a:defRPr>
            </a:lvl1pPr>
          </a:lstStyle>
          <a:p>
            <a:pPr lvl="0"/>
            <a:r>
              <a:rPr lang="en-US"/>
              <a:t>SHORT TITLE, CALIBRI, 16PT, BOLD</a:t>
            </a:r>
          </a:p>
        </p:txBody>
      </p:sp>
      <p:sp>
        <p:nvSpPr>
          <p:cNvPr id="19" name="Content Placeholder 5">
            <a:extLst>
              <a:ext uri="{FF2B5EF4-FFF2-40B4-BE49-F238E27FC236}">
                <a16:creationId xmlns:a16="http://schemas.microsoft.com/office/drawing/2014/main" id="{E778DA63-FCCC-4EE0-AA5F-890A1063CF18}"/>
              </a:ext>
            </a:extLst>
          </p:cNvPr>
          <p:cNvSpPr>
            <a:spLocks noGrp="1"/>
          </p:cNvSpPr>
          <p:nvPr>
            <p:ph sz="quarter" idx="20"/>
          </p:nvPr>
        </p:nvSpPr>
        <p:spPr>
          <a:xfrm>
            <a:off x="6435343" y="2610322"/>
            <a:ext cx="5089735" cy="1442031"/>
          </a:xfrm>
        </p:spPr>
        <p:txBody>
          <a:bodyPr>
            <a:noAutofit/>
          </a:bodyPr>
          <a:lstStyle>
            <a:lvl1pPr>
              <a:defRPr sz="1867"/>
            </a:lvl1pPr>
            <a:lvl2pPr>
              <a:defRPr/>
            </a:lvl2pPr>
            <a:lvl3pPr>
              <a:defRPr/>
            </a:lvl3pPr>
            <a:lvl4pPr>
              <a:defRPr/>
            </a:lvl4pPr>
          </a:lstStyle>
          <a:p>
            <a:pPr lvl="0"/>
            <a:r>
              <a:rPr lang="en-US"/>
              <a:t>Click to edit Master text styles</a:t>
            </a:r>
          </a:p>
          <a:p>
            <a:pPr lvl="1"/>
            <a:r>
              <a:rPr lang="en-US"/>
              <a:t>Second level</a:t>
            </a:r>
          </a:p>
          <a:p>
            <a:pPr lvl="2"/>
            <a:r>
              <a:rPr lang="en-US"/>
              <a:t>Third level</a:t>
            </a:r>
          </a:p>
          <a:p>
            <a:pPr lvl="3"/>
            <a:r>
              <a:rPr lang="en-US"/>
              <a:t>Fourth level</a:t>
            </a:r>
          </a:p>
        </p:txBody>
      </p:sp>
      <p:sp>
        <p:nvSpPr>
          <p:cNvPr id="20" name="Text Placeholder 4">
            <a:extLst>
              <a:ext uri="{FF2B5EF4-FFF2-40B4-BE49-F238E27FC236}">
                <a16:creationId xmlns:a16="http://schemas.microsoft.com/office/drawing/2014/main" id="{BFD7EDCF-7335-4524-B52F-57203999193F}"/>
              </a:ext>
            </a:extLst>
          </p:cNvPr>
          <p:cNvSpPr>
            <a:spLocks noGrp="1"/>
          </p:cNvSpPr>
          <p:nvPr>
            <p:ph type="body" sz="quarter" idx="21" hasCustomPrompt="1"/>
          </p:nvPr>
        </p:nvSpPr>
        <p:spPr>
          <a:xfrm>
            <a:off x="6435768" y="4316768"/>
            <a:ext cx="5089736" cy="426720"/>
          </a:xfrm>
          <a:prstGeom prst="rect">
            <a:avLst/>
          </a:prstGeom>
        </p:spPr>
        <p:txBody>
          <a:bodyPr>
            <a:noAutofit/>
          </a:bodyPr>
          <a:lstStyle>
            <a:lvl1pPr>
              <a:defRPr sz="2133" b="1" cap="all" baseline="0">
                <a:solidFill>
                  <a:schemeClr val="accent3"/>
                </a:solidFill>
                <a:latin typeface="+mn-lt"/>
              </a:defRPr>
            </a:lvl1pPr>
          </a:lstStyle>
          <a:p>
            <a:pPr lvl="0"/>
            <a:r>
              <a:rPr lang="en-US"/>
              <a:t>SHORT TITLE, CALIBRI, 16PT, BOLD</a:t>
            </a:r>
          </a:p>
        </p:txBody>
      </p:sp>
      <p:sp>
        <p:nvSpPr>
          <p:cNvPr id="21" name="Content Placeholder 5">
            <a:extLst>
              <a:ext uri="{FF2B5EF4-FFF2-40B4-BE49-F238E27FC236}">
                <a16:creationId xmlns:a16="http://schemas.microsoft.com/office/drawing/2014/main" id="{08041EA5-1907-45C9-B84F-05A0E02AB318}"/>
              </a:ext>
            </a:extLst>
          </p:cNvPr>
          <p:cNvSpPr>
            <a:spLocks noGrp="1"/>
          </p:cNvSpPr>
          <p:nvPr>
            <p:ph sz="quarter" idx="22"/>
          </p:nvPr>
        </p:nvSpPr>
        <p:spPr>
          <a:xfrm>
            <a:off x="6435343" y="4767134"/>
            <a:ext cx="5089735" cy="1442029"/>
          </a:xfrm>
        </p:spPr>
        <p:txBody>
          <a:bodyPr>
            <a:noAutofit/>
          </a:bodyPr>
          <a:lstStyle>
            <a:lvl1pPr>
              <a:defRPr sz="1867"/>
            </a:lvl1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Date Placeholder 4">
            <a:extLst>
              <a:ext uri="{FF2B5EF4-FFF2-40B4-BE49-F238E27FC236}">
                <a16:creationId xmlns:a16="http://schemas.microsoft.com/office/drawing/2014/main" id="{2A75C93F-ECF9-4556-AC7C-FA60927EA1A8}"/>
              </a:ext>
            </a:extLst>
          </p:cNvPr>
          <p:cNvSpPr>
            <a:spLocks noGrp="1"/>
          </p:cNvSpPr>
          <p:nvPr>
            <p:ph type="dt" sz="half" idx="23"/>
          </p:nvPr>
        </p:nvSpPr>
        <p:spPr/>
        <p:txBody>
          <a:bodyPr/>
          <a:lstStyle/>
          <a:p>
            <a:fld id="{7D95AB0E-B6AB-4DD6-BBDA-3BB99E70F781}" type="datetime5">
              <a:rPr lang="en-US" sz="1333" smtClean="0"/>
              <a:t>7-May-26</a:t>
            </a:fld>
            <a:endParaRPr lang="en-IN" sz="1333"/>
          </a:p>
        </p:txBody>
      </p:sp>
      <p:sp>
        <p:nvSpPr>
          <p:cNvPr id="6" name="Footer Placeholder 5">
            <a:extLst>
              <a:ext uri="{FF2B5EF4-FFF2-40B4-BE49-F238E27FC236}">
                <a16:creationId xmlns:a16="http://schemas.microsoft.com/office/drawing/2014/main" id="{7C069AD8-8E84-41FF-B477-E769B006F372}"/>
              </a:ext>
            </a:extLst>
          </p:cNvPr>
          <p:cNvSpPr>
            <a:spLocks noGrp="1"/>
          </p:cNvSpPr>
          <p:nvPr>
            <p:ph type="ftr" sz="quarter" idx="24"/>
          </p:nvPr>
        </p:nvSpPr>
        <p:spPr/>
        <p:txBody>
          <a:bodyPr/>
          <a:lstStyle/>
          <a:p>
            <a:pPr>
              <a:defRPr/>
            </a:pPr>
            <a:r>
              <a:rPr lang="en-US"/>
              <a:t>Enter title via "insert&gt;header and footer&gt;footer"  |  </a:t>
            </a:r>
            <a:endParaRPr lang="en-IN"/>
          </a:p>
        </p:txBody>
      </p:sp>
      <p:sp>
        <p:nvSpPr>
          <p:cNvPr id="7" name="Slide Number Placeholder 6">
            <a:extLst>
              <a:ext uri="{FF2B5EF4-FFF2-40B4-BE49-F238E27FC236}">
                <a16:creationId xmlns:a16="http://schemas.microsoft.com/office/drawing/2014/main" id="{62859DF1-EAA0-48AE-9642-5890114712D6}"/>
              </a:ext>
            </a:extLst>
          </p:cNvPr>
          <p:cNvSpPr>
            <a:spLocks noGrp="1"/>
          </p:cNvSpPr>
          <p:nvPr>
            <p:ph type="sldNum" sz="quarter" idx="25"/>
          </p:nvPr>
        </p:nvSpPr>
        <p:spPr/>
        <p:txBody>
          <a:bodyPr/>
          <a:lstStyle/>
          <a:p>
            <a:pPr>
              <a:defRPr/>
            </a:pPr>
            <a:r>
              <a:rPr lang="en-IN"/>
              <a:t>|    </a:t>
            </a:r>
            <a:fld id="{7B2119CD-3B2D-4CEB-B404-D2E3F8CD6D69}" type="slidenum">
              <a:rPr lang="en-IN" smtClean="0"/>
              <a:pPr>
                <a:defRPr/>
              </a:pPr>
              <a:t>‹#›</a:t>
            </a:fld>
            <a:endParaRPr lang="en-IN"/>
          </a:p>
        </p:txBody>
      </p:sp>
      <p:sp>
        <p:nvSpPr>
          <p:cNvPr id="3" name="Title 2">
            <a:extLst>
              <a:ext uri="{FF2B5EF4-FFF2-40B4-BE49-F238E27FC236}">
                <a16:creationId xmlns:a16="http://schemas.microsoft.com/office/drawing/2014/main" id="{40AE3F9D-0018-4E23-82DB-DD559B56D0D9}"/>
              </a:ext>
            </a:extLst>
          </p:cNvPr>
          <p:cNvSpPr>
            <a:spLocks noGrp="1"/>
          </p:cNvSpPr>
          <p:nvPr>
            <p:ph type="title"/>
          </p:nvPr>
        </p:nvSpPr>
        <p:spPr>
          <a:xfrm>
            <a:off x="6425184" y="759459"/>
            <a:ext cx="5096256" cy="520701"/>
          </a:xfrm>
        </p:spPr>
        <p:txBody>
          <a:bodyPr/>
          <a:lstStyle/>
          <a:p>
            <a:r>
              <a:rPr lang="en-US"/>
              <a:t>Click to edit Master title style</a:t>
            </a:r>
            <a:endParaRPr lang="en-IN"/>
          </a:p>
        </p:txBody>
      </p:sp>
    </p:spTree>
    <p:extLst>
      <p:ext uri="{BB962C8B-B14F-4D97-AF65-F5344CB8AC3E}">
        <p14:creationId xmlns:p14="http://schemas.microsoft.com/office/powerpoint/2010/main" val="918937953"/>
      </p:ext>
    </p:extLst>
  </p:cSld>
  <p:clrMapOvr>
    <a:masterClrMapping/>
  </p:clrMapOvr>
</p:sldLayout>
</file>

<file path=ppt/slideLayouts/slideLayout206.xml><?xml version="1.0" encoding="utf-8"?>
<p:sldLayout xmlns:a="http://schemas.openxmlformats.org/drawingml/2006/main" xmlns:r="http://schemas.openxmlformats.org/officeDocument/2006/relationships" xmlns:p="http://schemas.openxmlformats.org/presentationml/2006/main" preserve="1" userDrawn="1">
  <p:cSld name="(L) Alternate Half-content &amp; image layout">
    <p:spTree>
      <p:nvGrpSpPr>
        <p:cNvPr id="1" name=""/>
        <p:cNvGrpSpPr/>
        <p:nvPr/>
      </p:nvGrpSpPr>
      <p:grpSpPr>
        <a:xfrm>
          <a:off x="0" y="0"/>
          <a:ext cx="0" cy="0"/>
          <a:chOff x="0" y="0"/>
          <a:chExt cx="0" cy="0"/>
        </a:xfrm>
      </p:grpSpPr>
      <p:sp>
        <p:nvSpPr>
          <p:cNvPr id="10" name="Picture Placeholder 9"/>
          <p:cNvSpPr>
            <a:spLocks noGrp="1"/>
          </p:cNvSpPr>
          <p:nvPr>
            <p:ph type="pic" sz="quarter" idx="14" hasCustomPrompt="1"/>
          </p:nvPr>
        </p:nvSpPr>
        <p:spPr>
          <a:xfrm>
            <a:off x="6425184" y="0"/>
            <a:ext cx="5766815" cy="6858000"/>
          </a:xfrm>
          <a:prstGeom prst="rect">
            <a:avLst/>
          </a:prstGeom>
          <a:solidFill>
            <a:schemeClr val="bg2"/>
          </a:solidFill>
          <a:ln>
            <a:noFill/>
          </a:ln>
          <a:effectLst/>
        </p:spPr>
        <p:txBody>
          <a:bodyPr lIns="365760" rIns="365760" anchor="ctr" anchorCtr="1"/>
          <a:lstStyle>
            <a:lvl1pPr algn="ctr">
              <a:defRPr sz="2400" b="0" baseline="0">
                <a:solidFill>
                  <a:schemeClr val="accent1"/>
                </a:solidFill>
                <a:latin typeface="+mn-lt"/>
              </a:defRPr>
            </a:lvl1pPr>
          </a:lstStyle>
          <a:p>
            <a:r>
              <a:rPr lang="en-US"/>
              <a:t>Insert an image</a:t>
            </a:r>
            <a:br>
              <a:rPr lang="en-US"/>
            </a:br>
            <a:r>
              <a:rPr lang="en-US"/>
              <a:t>within this placeholder </a:t>
            </a:r>
          </a:p>
        </p:txBody>
      </p:sp>
      <p:sp>
        <p:nvSpPr>
          <p:cNvPr id="14" name="Text Placeholder 9">
            <a:extLst>
              <a:ext uri="{FF2B5EF4-FFF2-40B4-BE49-F238E27FC236}">
                <a16:creationId xmlns:a16="http://schemas.microsoft.com/office/drawing/2014/main" id="{05D9C096-3ECB-4476-AF46-67B691208D52}"/>
              </a:ext>
            </a:extLst>
          </p:cNvPr>
          <p:cNvSpPr>
            <a:spLocks noGrp="1"/>
          </p:cNvSpPr>
          <p:nvPr>
            <p:ph type="body" sz="quarter" idx="18" hasCustomPrompt="1"/>
          </p:nvPr>
        </p:nvSpPr>
        <p:spPr>
          <a:xfrm>
            <a:off x="670562" y="355600"/>
            <a:ext cx="5096255" cy="348813"/>
          </a:xfrm>
          <a:prstGeom prst="rect">
            <a:avLst/>
          </a:prstGeom>
        </p:spPr>
        <p:txBody>
          <a:bodyPr wrap="square">
            <a:noAutofit/>
          </a:bodyPr>
          <a:lstStyle>
            <a:lvl1pPr>
              <a:defRPr sz="1867" b="0" cap="all" spc="200" baseline="0">
                <a:solidFill>
                  <a:schemeClr val="accent1"/>
                </a:solidFill>
                <a:latin typeface="+mn-lt"/>
              </a:defRPr>
            </a:lvl1pPr>
            <a:lvl2pPr marL="0" indent="0">
              <a:buNone/>
              <a:defRPr/>
            </a:lvl2pPr>
          </a:lstStyle>
          <a:p>
            <a:pPr lvl="0"/>
            <a:r>
              <a:rPr lang="en-US"/>
              <a:t>Eyebrow identification, CALIBRI, 14PT</a:t>
            </a:r>
          </a:p>
        </p:txBody>
      </p:sp>
      <p:sp>
        <p:nvSpPr>
          <p:cNvPr id="17" name="Text Placeholder 4">
            <a:extLst>
              <a:ext uri="{FF2B5EF4-FFF2-40B4-BE49-F238E27FC236}">
                <a16:creationId xmlns:a16="http://schemas.microsoft.com/office/drawing/2014/main" id="{E828A00F-D1B4-4C3E-969E-375A3487E70C}"/>
              </a:ext>
            </a:extLst>
          </p:cNvPr>
          <p:cNvSpPr>
            <a:spLocks noGrp="1"/>
          </p:cNvSpPr>
          <p:nvPr>
            <p:ph type="body" sz="quarter" idx="19" hasCustomPrompt="1"/>
          </p:nvPr>
        </p:nvSpPr>
        <p:spPr>
          <a:xfrm>
            <a:off x="670984" y="1463943"/>
            <a:ext cx="5089736" cy="520700"/>
          </a:xfrm>
          <a:prstGeom prst="rect">
            <a:avLst/>
          </a:prstGeom>
        </p:spPr>
        <p:txBody>
          <a:bodyPr>
            <a:noAutofit/>
          </a:bodyPr>
          <a:lstStyle>
            <a:lvl1pPr>
              <a:defRPr sz="2400" b="1" cap="all" baseline="0">
                <a:solidFill>
                  <a:schemeClr val="accent3"/>
                </a:solidFill>
                <a:latin typeface="+mn-lt"/>
              </a:defRPr>
            </a:lvl1pPr>
          </a:lstStyle>
          <a:p>
            <a:pPr lvl="0"/>
            <a:r>
              <a:rPr lang="en-US"/>
              <a:t>SUBTITLE, CALIBRI, 18PT, BOLD</a:t>
            </a:r>
          </a:p>
        </p:txBody>
      </p:sp>
      <p:sp>
        <p:nvSpPr>
          <p:cNvPr id="19" name="Content Placeholder 5">
            <a:extLst>
              <a:ext uri="{FF2B5EF4-FFF2-40B4-BE49-F238E27FC236}">
                <a16:creationId xmlns:a16="http://schemas.microsoft.com/office/drawing/2014/main" id="{74DA2C74-7837-4DF6-A9E0-010AABA411BF}"/>
              </a:ext>
            </a:extLst>
          </p:cNvPr>
          <p:cNvSpPr>
            <a:spLocks noGrp="1"/>
          </p:cNvSpPr>
          <p:nvPr>
            <p:ph sz="quarter" idx="20"/>
          </p:nvPr>
        </p:nvSpPr>
        <p:spPr>
          <a:xfrm>
            <a:off x="670559" y="2159958"/>
            <a:ext cx="5089735" cy="4060927"/>
          </a:xfrm>
        </p:spPr>
        <p:txBody>
          <a:bodyPr>
            <a:noAutofit/>
          </a:bodyPr>
          <a:lstStyle>
            <a:lvl1pPr>
              <a:defRPr sz="1867"/>
            </a:lvl1pPr>
            <a:lvl2pPr>
              <a:defRPr/>
            </a:lvl2pPr>
            <a:lvl3pPr>
              <a:defRPr/>
            </a:lvl3pPr>
            <a:lvl4pPr>
              <a:defRPr/>
            </a:lvl4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Date Placeholder 4">
            <a:extLst>
              <a:ext uri="{FF2B5EF4-FFF2-40B4-BE49-F238E27FC236}">
                <a16:creationId xmlns:a16="http://schemas.microsoft.com/office/drawing/2014/main" id="{4727F0BF-1759-4538-B8D8-0064CA73DDB0}"/>
              </a:ext>
            </a:extLst>
          </p:cNvPr>
          <p:cNvSpPr>
            <a:spLocks noGrp="1"/>
          </p:cNvSpPr>
          <p:nvPr>
            <p:ph type="dt" sz="half" idx="21"/>
          </p:nvPr>
        </p:nvSpPr>
        <p:spPr/>
        <p:txBody>
          <a:bodyPr/>
          <a:lstStyle/>
          <a:p>
            <a:fld id="{33CE22F5-7046-443B-AB47-8A946581607B}" type="datetime5">
              <a:rPr lang="en-US" sz="1333" smtClean="0"/>
              <a:t>7-May-26</a:t>
            </a:fld>
            <a:endParaRPr lang="en-IN" sz="1333"/>
          </a:p>
        </p:txBody>
      </p:sp>
      <p:sp>
        <p:nvSpPr>
          <p:cNvPr id="6" name="Footer Placeholder 5">
            <a:extLst>
              <a:ext uri="{FF2B5EF4-FFF2-40B4-BE49-F238E27FC236}">
                <a16:creationId xmlns:a16="http://schemas.microsoft.com/office/drawing/2014/main" id="{950FE4CA-4B98-48B6-B1EE-FD27EAF7A291}"/>
              </a:ext>
            </a:extLst>
          </p:cNvPr>
          <p:cNvSpPr>
            <a:spLocks noGrp="1"/>
          </p:cNvSpPr>
          <p:nvPr>
            <p:ph type="ftr" sz="quarter" idx="22"/>
          </p:nvPr>
        </p:nvSpPr>
        <p:spPr/>
        <p:txBody>
          <a:bodyPr/>
          <a:lstStyle/>
          <a:p>
            <a:pPr>
              <a:defRPr/>
            </a:pPr>
            <a:r>
              <a:rPr lang="en-US"/>
              <a:t>Enter title via "insert&gt;header and footer&gt;footer"  |  </a:t>
            </a:r>
            <a:endParaRPr lang="en-IN"/>
          </a:p>
        </p:txBody>
      </p:sp>
      <p:sp>
        <p:nvSpPr>
          <p:cNvPr id="7" name="Slide Number Placeholder 6">
            <a:extLst>
              <a:ext uri="{FF2B5EF4-FFF2-40B4-BE49-F238E27FC236}">
                <a16:creationId xmlns:a16="http://schemas.microsoft.com/office/drawing/2014/main" id="{B56BBD30-0719-4938-BD49-A680D58627FE}"/>
              </a:ext>
            </a:extLst>
          </p:cNvPr>
          <p:cNvSpPr>
            <a:spLocks noGrp="1"/>
          </p:cNvSpPr>
          <p:nvPr>
            <p:ph type="sldNum" sz="quarter" idx="23"/>
          </p:nvPr>
        </p:nvSpPr>
        <p:spPr/>
        <p:txBody>
          <a:bodyPr/>
          <a:lstStyle/>
          <a:p>
            <a:pPr>
              <a:defRPr/>
            </a:pPr>
            <a:r>
              <a:rPr lang="en-IN"/>
              <a:t>|    </a:t>
            </a:r>
            <a:fld id="{7B2119CD-3B2D-4CEB-B404-D2E3F8CD6D69}" type="slidenum">
              <a:rPr lang="en-IN" smtClean="0"/>
              <a:pPr>
                <a:defRPr/>
              </a:pPr>
              <a:t>‹#›</a:t>
            </a:fld>
            <a:endParaRPr lang="en-IN"/>
          </a:p>
        </p:txBody>
      </p:sp>
      <p:sp>
        <p:nvSpPr>
          <p:cNvPr id="3" name="Title 2">
            <a:extLst>
              <a:ext uri="{FF2B5EF4-FFF2-40B4-BE49-F238E27FC236}">
                <a16:creationId xmlns:a16="http://schemas.microsoft.com/office/drawing/2014/main" id="{7A62E712-D0C0-4F27-A890-045067D4FBAF}"/>
              </a:ext>
            </a:extLst>
          </p:cNvPr>
          <p:cNvSpPr>
            <a:spLocks noGrp="1"/>
          </p:cNvSpPr>
          <p:nvPr>
            <p:ph type="title"/>
          </p:nvPr>
        </p:nvSpPr>
        <p:spPr>
          <a:xfrm>
            <a:off x="670560" y="759459"/>
            <a:ext cx="5089733" cy="520701"/>
          </a:xfrm>
        </p:spPr>
        <p:txBody>
          <a:bodyPr/>
          <a:lstStyle/>
          <a:p>
            <a:r>
              <a:rPr lang="en-US"/>
              <a:t>Click to edit Master title style</a:t>
            </a:r>
            <a:endParaRPr lang="en-IN"/>
          </a:p>
        </p:txBody>
      </p:sp>
    </p:spTree>
    <p:extLst>
      <p:ext uri="{BB962C8B-B14F-4D97-AF65-F5344CB8AC3E}">
        <p14:creationId xmlns:p14="http://schemas.microsoft.com/office/powerpoint/2010/main" val="1259809939"/>
      </p:ext>
    </p:extLst>
  </p:cSld>
  <p:clrMapOvr>
    <a:masterClrMapping/>
  </p:clrMapOvr>
</p:sldLayout>
</file>

<file path=ppt/slideLayouts/slideLayout207.xml><?xml version="1.0" encoding="utf-8"?>
<p:sldLayout xmlns:a="http://schemas.openxmlformats.org/drawingml/2006/main" xmlns:r="http://schemas.openxmlformats.org/officeDocument/2006/relationships" xmlns:p="http://schemas.openxmlformats.org/presentationml/2006/main" preserve="1" userDrawn="1">
  <p:cSld name="(R) Alternate Half-content &amp; image layout">
    <p:spTree>
      <p:nvGrpSpPr>
        <p:cNvPr id="1" name=""/>
        <p:cNvGrpSpPr/>
        <p:nvPr/>
      </p:nvGrpSpPr>
      <p:grpSpPr>
        <a:xfrm>
          <a:off x="0" y="0"/>
          <a:ext cx="0" cy="0"/>
          <a:chOff x="0" y="0"/>
          <a:chExt cx="0" cy="0"/>
        </a:xfrm>
      </p:grpSpPr>
      <p:sp>
        <p:nvSpPr>
          <p:cNvPr id="10" name="Picture Placeholder 9"/>
          <p:cNvSpPr>
            <a:spLocks noGrp="1"/>
          </p:cNvSpPr>
          <p:nvPr>
            <p:ph type="pic" sz="quarter" idx="14" hasCustomPrompt="1"/>
          </p:nvPr>
        </p:nvSpPr>
        <p:spPr>
          <a:xfrm>
            <a:off x="1" y="0"/>
            <a:ext cx="5753292" cy="6858000"/>
          </a:xfrm>
          <a:prstGeom prst="rect">
            <a:avLst/>
          </a:prstGeom>
          <a:solidFill>
            <a:schemeClr val="bg2"/>
          </a:solidFill>
          <a:ln>
            <a:noFill/>
          </a:ln>
          <a:effectLst/>
        </p:spPr>
        <p:txBody>
          <a:bodyPr lIns="365760" rIns="365760" anchor="ctr" anchorCtr="1"/>
          <a:lstStyle>
            <a:lvl1pPr algn="ctr">
              <a:defRPr sz="2400" b="0" baseline="0">
                <a:solidFill>
                  <a:schemeClr val="accent1"/>
                </a:solidFill>
                <a:latin typeface="+mn-lt"/>
              </a:defRPr>
            </a:lvl1pPr>
          </a:lstStyle>
          <a:p>
            <a:r>
              <a:rPr lang="en-US"/>
              <a:t>Insert an image</a:t>
            </a:r>
            <a:br>
              <a:rPr lang="en-US"/>
            </a:br>
            <a:r>
              <a:rPr lang="en-US"/>
              <a:t>within this placeholder </a:t>
            </a:r>
          </a:p>
        </p:txBody>
      </p:sp>
      <p:sp>
        <p:nvSpPr>
          <p:cNvPr id="9" name="Content Placeholder 2">
            <a:extLst>
              <a:ext uri="{FF2B5EF4-FFF2-40B4-BE49-F238E27FC236}">
                <a16:creationId xmlns:a16="http://schemas.microsoft.com/office/drawing/2014/main" id="{A406D962-A904-455A-9FF2-A3FC930F6781}"/>
              </a:ext>
            </a:extLst>
          </p:cNvPr>
          <p:cNvSpPr txBox="1">
            <a:spLocks/>
          </p:cNvSpPr>
          <p:nvPr userDrawn="1"/>
        </p:nvSpPr>
        <p:spPr bwMode="gray">
          <a:xfrm>
            <a:off x="670561" y="6427471"/>
            <a:ext cx="4077308" cy="292101"/>
          </a:xfrm>
          <a:prstGeom prst="rect">
            <a:avLst/>
          </a:prstGeom>
        </p:spPr>
        <p:txBody>
          <a:bodyPr vert="horz" lIns="0" rIns="0" anchor="b" anchorCtr="0"/>
          <a:lstStyle>
            <a:defPPr>
              <a:defRPr lang="en-US"/>
            </a:defPPr>
            <a:lvl1pPr indent="0" defTabSz="457200">
              <a:spcBef>
                <a:spcPct val="20000"/>
              </a:spcBef>
              <a:buFont typeface="Arial"/>
              <a:buNone/>
              <a:defRPr sz="1000">
                <a:solidFill>
                  <a:srgbClr val="000000"/>
                </a:solidFill>
                <a:cs typeface="Calibri" panose="020F0502020204030204" pitchFamily="34" charset="0"/>
              </a:defRPr>
            </a:lvl1pPr>
            <a:lvl2pPr indent="0" defTabSz="457200">
              <a:spcBef>
                <a:spcPct val="20000"/>
              </a:spcBef>
              <a:buFont typeface="Arial"/>
              <a:buNone/>
              <a:defRPr sz="900">
                <a:latin typeface="Georgia"/>
                <a:cs typeface="Georgia"/>
              </a:defRPr>
            </a:lvl2pPr>
            <a:lvl3pPr indent="0" defTabSz="457200">
              <a:spcBef>
                <a:spcPct val="20000"/>
              </a:spcBef>
              <a:buFont typeface="Arial"/>
              <a:buNone/>
              <a:defRPr sz="900">
                <a:latin typeface="Georgia"/>
                <a:cs typeface="Georgia"/>
              </a:defRPr>
            </a:lvl3pPr>
            <a:lvl4pPr indent="0" defTabSz="457200">
              <a:spcBef>
                <a:spcPct val="20000"/>
              </a:spcBef>
              <a:buFont typeface="Arial"/>
              <a:buNone/>
              <a:defRPr sz="900">
                <a:latin typeface="Georgia"/>
                <a:cs typeface="Georgia"/>
              </a:defRPr>
            </a:lvl4pPr>
            <a:lvl5pPr indent="0" defTabSz="457200">
              <a:spcBef>
                <a:spcPct val="20000"/>
              </a:spcBef>
              <a:buFont typeface="Arial"/>
              <a:buNone/>
              <a:defRPr sz="900">
                <a:latin typeface="Georgia"/>
                <a:cs typeface="Georgia"/>
              </a:defRPr>
            </a:lvl5pPr>
            <a:lvl6pPr marL="2514600" indent="-228600" defTabSz="457200">
              <a:spcBef>
                <a:spcPct val="20000"/>
              </a:spcBef>
              <a:buFont typeface="Arial"/>
              <a:buChar char="•"/>
              <a:defRPr sz="2000"/>
            </a:lvl6pPr>
            <a:lvl7pPr marL="2971800" indent="-228600" defTabSz="457200">
              <a:spcBef>
                <a:spcPct val="20000"/>
              </a:spcBef>
              <a:buFont typeface="Arial"/>
              <a:buChar char="•"/>
              <a:defRPr sz="2000"/>
            </a:lvl7pPr>
            <a:lvl8pPr marL="3429000" indent="-228600" defTabSz="457200">
              <a:spcBef>
                <a:spcPct val="20000"/>
              </a:spcBef>
              <a:buFont typeface="Arial"/>
              <a:buChar char="•"/>
              <a:defRPr sz="2000"/>
            </a:lvl8pPr>
            <a:lvl9pPr marL="3886200" indent="-228600" defTabSz="457200">
              <a:spcBef>
                <a:spcPct val="20000"/>
              </a:spcBef>
              <a:buFont typeface="Arial"/>
              <a:buChar char="•"/>
              <a:defRPr sz="2000"/>
            </a:lvl9pPr>
          </a:lstStyle>
          <a:p>
            <a:pPr lvl="0"/>
            <a:r>
              <a:rPr lang="en-US" sz="1333"/>
              <a:t>Proprietary and confidential — do not distribute</a:t>
            </a:r>
          </a:p>
        </p:txBody>
      </p:sp>
      <p:sp>
        <p:nvSpPr>
          <p:cNvPr id="15" name="Text Placeholder 9">
            <a:extLst>
              <a:ext uri="{FF2B5EF4-FFF2-40B4-BE49-F238E27FC236}">
                <a16:creationId xmlns:a16="http://schemas.microsoft.com/office/drawing/2014/main" id="{82FAC416-5A96-491E-91F4-37DD3C42AC2D}"/>
              </a:ext>
            </a:extLst>
          </p:cNvPr>
          <p:cNvSpPr>
            <a:spLocks noGrp="1"/>
          </p:cNvSpPr>
          <p:nvPr>
            <p:ph type="body" sz="quarter" idx="18" hasCustomPrompt="1"/>
          </p:nvPr>
        </p:nvSpPr>
        <p:spPr>
          <a:xfrm>
            <a:off x="6435346" y="355600"/>
            <a:ext cx="5096255" cy="348813"/>
          </a:xfrm>
          <a:prstGeom prst="rect">
            <a:avLst/>
          </a:prstGeom>
        </p:spPr>
        <p:txBody>
          <a:bodyPr wrap="square">
            <a:noAutofit/>
          </a:bodyPr>
          <a:lstStyle>
            <a:lvl1pPr>
              <a:defRPr sz="1867" b="0" cap="all" spc="200" baseline="0">
                <a:solidFill>
                  <a:schemeClr val="accent1"/>
                </a:solidFill>
                <a:latin typeface="+mn-lt"/>
              </a:defRPr>
            </a:lvl1pPr>
            <a:lvl2pPr marL="0" indent="0">
              <a:buNone/>
              <a:defRPr/>
            </a:lvl2pPr>
          </a:lstStyle>
          <a:p>
            <a:pPr lvl="0"/>
            <a:r>
              <a:rPr lang="en-US"/>
              <a:t>Eyebrow identification, CALIBRI, 14PT</a:t>
            </a:r>
          </a:p>
        </p:txBody>
      </p:sp>
      <p:sp>
        <p:nvSpPr>
          <p:cNvPr id="17" name="Text Placeholder 4">
            <a:extLst>
              <a:ext uri="{FF2B5EF4-FFF2-40B4-BE49-F238E27FC236}">
                <a16:creationId xmlns:a16="http://schemas.microsoft.com/office/drawing/2014/main" id="{53FDA49B-BBFC-4479-BD4E-6B88C700E352}"/>
              </a:ext>
            </a:extLst>
          </p:cNvPr>
          <p:cNvSpPr>
            <a:spLocks noGrp="1"/>
          </p:cNvSpPr>
          <p:nvPr>
            <p:ph type="body" sz="quarter" idx="19" hasCustomPrompt="1"/>
          </p:nvPr>
        </p:nvSpPr>
        <p:spPr>
          <a:xfrm>
            <a:off x="6435768" y="1463943"/>
            <a:ext cx="5089736" cy="520700"/>
          </a:xfrm>
          <a:prstGeom prst="rect">
            <a:avLst/>
          </a:prstGeom>
        </p:spPr>
        <p:txBody>
          <a:bodyPr>
            <a:noAutofit/>
          </a:bodyPr>
          <a:lstStyle>
            <a:lvl1pPr>
              <a:defRPr sz="2400" b="1" cap="all" baseline="0">
                <a:solidFill>
                  <a:schemeClr val="accent3"/>
                </a:solidFill>
                <a:latin typeface="+mn-lt"/>
              </a:defRPr>
            </a:lvl1pPr>
          </a:lstStyle>
          <a:p>
            <a:pPr lvl="0"/>
            <a:r>
              <a:rPr lang="en-US"/>
              <a:t>SUBTITLE, CALIBRI, 18PT, BOLD</a:t>
            </a:r>
          </a:p>
        </p:txBody>
      </p:sp>
      <p:sp>
        <p:nvSpPr>
          <p:cNvPr id="19" name="Content Placeholder 5">
            <a:extLst>
              <a:ext uri="{FF2B5EF4-FFF2-40B4-BE49-F238E27FC236}">
                <a16:creationId xmlns:a16="http://schemas.microsoft.com/office/drawing/2014/main" id="{E778DA63-FCCC-4EE0-AA5F-890A1063CF18}"/>
              </a:ext>
            </a:extLst>
          </p:cNvPr>
          <p:cNvSpPr>
            <a:spLocks noGrp="1"/>
          </p:cNvSpPr>
          <p:nvPr>
            <p:ph sz="quarter" idx="20"/>
          </p:nvPr>
        </p:nvSpPr>
        <p:spPr>
          <a:xfrm>
            <a:off x="6435343" y="2159958"/>
            <a:ext cx="5089735" cy="4060927"/>
          </a:xfrm>
        </p:spPr>
        <p:txBody>
          <a:bodyPr>
            <a:noAutofit/>
          </a:bodyPr>
          <a:lstStyle>
            <a:lvl1pPr>
              <a:defRPr sz="1867"/>
            </a:lvl1pPr>
            <a:lvl2pPr>
              <a:defRPr/>
            </a:lvl2pPr>
            <a:lvl3pPr>
              <a:defRPr/>
            </a:lvl3pPr>
            <a:lvl4pPr>
              <a:defRPr/>
            </a:lvl4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Date Placeholder 4">
            <a:extLst>
              <a:ext uri="{FF2B5EF4-FFF2-40B4-BE49-F238E27FC236}">
                <a16:creationId xmlns:a16="http://schemas.microsoft.com/office/drawing/2014/main" id="{B9013800-11CE-477C-AE55-6CEC71C7CC12}"/>
              </a:ext>
            </a:extLst>
          </p:cNvPr>
          <p:cNvSpPr>
            <a:spLocks noGrp="1"/>
          </p:cNvSpPr>
          <p:nvPr>
            <p:ph type="dt" sz="half" idx="21"/>
          </p:nvPr>
        </p:nvSpPr>
        <p:spPr/>
        <p:txBody>
          <a:bodyPr/>
          <a:lstStyle/>
          <a:p>
            <a:fld id="{9DF86741-CCE4-4C46-B176-7A90438A4927}" type="datetime5">
              <a:rPr lang="en-US" sz="1333" smtClean="0"/>
              <a:t>7-May-26</a:t>
            </a:fld>
            <a:endParaRPr lang="en-IN" sz="1333"/>
          </a:p>
        </p:txBody>
      </p:sp>
      <p:sp>
        <p:nvSpPr>
          <p:cNvPr id="6" name="Footer Placeholder 5">
            <a:extLst>
              <a:ext uri="{FF2B5EF4-FFF2-40B4-BE49-F238E27FC236}">
                <a16:creationId xmlns:a16="http://schemas.microsoft.com/office/drawing/2014/main" id="{03EF273E-1E19-49B4-B078-2C8515634842}"/>
              </a:ext>
            </a:extLst>
          </p:cNvPr>
          <p:cNvSpPr>
            <a:spLocks noGrp="1"/>
          </p:cNvSpPr>
          <p:nvPr>
            <p:ph type="ftr" sz="quarter" idx="22"/>
          </p:nvPr>
        </p:nvSpPr>
        <p:spPr/>
        <p:txBody>
          <a:bodyPr/>
          <a:lstStyle/>
          <a:p>
            <a:pPr>
              <a:defRPr/>
            </a:pPr>
            <a:r>
              <a:rPr lang="en-US"/>
              <a:t>Enter title via "insert&gt;header and footer&gt;footer"  |  </a:t>
            </a:r>
            <a:endParaRPr lang="en-IN"/>
          </a:p>
        </p:txBody>
      </p:sp>
      <p:sp>
        <p:nvSpPr>
          <p:cNvPr id="7" name="Slide Number Placeholder 6">
            <a:extLst>
              <a:ext uri="{FF2B5EF4-FFF2-40B4-BE49-F238E27FC236}">
                <a16:creationId xmlns:a16="http://schemas.microsoft.com/office/drawing/2014/main" id="{A5194424-AE09-468A-95DC-0699180FC4E1}"/>
              </a:ext>
            </a:extLst>
          </p:cNvPr>
          <p:cNvSpPr>
            <a:spLocks noGrp="1"/>
          </p:cNvSpPr>
          <p:nvPr>
            <p:ph type="sldNum" sz="quarter" idx="23"/>
          </p:nvPr>
        </p:nvSpPr>
        <p:spPr/>
        <p:txBody>
          <a:bodyPr/>
          <a:lstStyle/>
          <a:p>
            <a:pPr>
              <a:defRPr/>
            </a:pPr>
            <a:r>
              <a:rPr lang="en-IN"/>
              <a:t>|    </a:t>
            </a:r>
            <a:fld id="{7B2119CD-3B2D-4CEB-B404-D2E3F8CD6D69}" type="slidenum">
              <a:rPr lang="en-IN" smtClean="0"/>
              <a:pPr>
                <a:defRPr/>
              </a:pPr>
              <a:t>‹#›</a:t>
            </a:fld>
            <a:endParaRPr lang="en-IN"/>
          </a:p>
        </p:txBody>
      </p:sp>
      <p:sp>
        <p:nvSpPr>
          <p:cNvPr id="3" name="Title 2">
            <a:extLst>
              <a:ext uri="{FF2B5EF4-FFF2-40B4-BE49-F238E27FC236}">
                <a16:creationId xmlns:a16="http://schemas.microsoft.com/office/drawing/2014/main" id="{22AB94D7-D90B-4C16-A5BF-F2C3042C6A24}"/>
              </a:ext>
            </a:extLst>
          </p:cNvPr>
          <p:cNvSpPr>
            <a:spLocks noGrp="1"/>
          </p:cNvSpPr>
          <p:nvPr>
            <p:ph type="title"/>
          </p:nvPr>
        </p:nvSpPr>
        <p:spPr>
          <a:xfrm>
            <a:off x="6425185" y="759459"/>
            <a:ext cx="5096255" cy="520701"/>
          </a:xfrm>
        </p:spPr>
        <p:txBody>
          <a:bodyPr/>
          <a:lstStyle/>
          <a:p>
            <a:r>
              <a:rPr lang="en-US"/>
              <a:t>Click to edit Master title style</a:t>
            </a:r>
            <a:endParaRPr lang="en-IN"/>
          </a:p>
        </p:txBody>
      </p:sp>
    </p:spTree>
    <p:extLst>
      <p:ext uri="{BB962C8B-B14F-4D97-AF65-F5344CB8AC3E}">
        <p14:creationId xmlns:p14="http://schemas.microsoft.com/office/powerpoint/2010/main" val="2290582757"/>
      </p:ext>
    </p:extLst>
  </p:cSld>
  <p:clrMapOvr>
    <a:masterClrMapping/>
  </p:clrMapOvr>
</p:sldLayout>
</file>

<file path=ppt/slideLayouts/slideLayout208.xml><?xml version="1.0" encoding="utf-8"?>
<p:sldLayout xmlns:a="http://schemas.openxmlformats.org/drawingml/2006/main" xmlns:r="http://schemas.openxmlformats.org/officeDocument/2006/relationships" xmlns:p="http://schemas.openxmlformats.org/presentationml/2006/main" preserve="1" userDrawn="1">
  <p:cSld name="Full Page Chart + Header">
    <p:spTree>
      <p:nvGrpSpPr>
        <p:cNvPr id="1" name=""/>
        <p:cNvGrpSpPr/>
        <p:nvPr/>
      </p:nvGrpSpPr>
      <p:grpSpPr>
        <a:xfrm>
          <a:off x="0" y="0"/>
          <a:ext cx="0" cy="0"/>
          <a:chOff x="0" y="0"/>
          <a:chExt cx="0" cy="0"/>
        </a:xfrm>
      </p:grpSpPr>
      <p:sp>
        <p:nvSpPr>
          <p:cNvPr id="12" name="Text Placeholder 9">
            <a:extLst>
              <a:ext uri="{FF2B5EF4-FFF2-40B4-BE49-F238E27FC236}">
                <a16:creationId xmlns:a16="http://schemas.microsoft.com/office/drawing/2014/main" id="{6DB57EE1-11D5-470C-B633-08E9CE6ABD2E}"/>
              </a:ext>
            </a:extLst>
          </p:cNvPr>
          <p:cNvSpPr>
            <a:spLocks noGrp="1"/>
          </p:cNvSpPr>
          <p:nvPr>
            <p:ph type="body" sz="quarter" idx="10" hasCustomPrompt="1"/>
          </p:nvPr>
        </p:nvSpPr>
        <p:spPr>
          <a:xfrm>
            <a:off x="670562" y="355600"/>
            <a:ext cx="6989233" cy="348813"/>
          </a:xfrm>
          <a:prstGeom prst="rect">
            <a:avLst/>
          </a:prstGeom>
        </p:spPr>
        <p:txBody>
          <a:bodyPr>
            <a:noAutofit/>
          </a:bodyPr>
          <a:lstStyle>
            <a:lvl1pPr>
              <a:defRPr sz="1867" b="0" cap="all" spc="200" baseline="0">
                <a:solidFill>
                  <a:schemeClr val="accent1"/>
                </a:solidFill>
                <a:latin typeface="+mn-lt"/>
              </a:defRPr>
            </a:lvl1pPr>
            <a:lvl2pPr marL="0" indent="0">
              <a:buNone/>
              <a:defRPr/>
            </a:lvl2pPr>
          </a:lstStyle>
          <a:p>
            <a:pPr lvl="0"/>
            <a:r>
              <a:rPr lang="en-US"/>
              <a:t>Eyebrow identification, CALIBRI, 14PT REGULAR</a:t>
            </a:r>
          </a:p>
        </p:txBody>
      </p:sp>
      <p:sp>
        <p:nvSpPr>
          <p:cNvPr id="14" name="Text Placeholder 4">
            <a:extLst>
              <a:ext uri="{FF2B5EF4-FFF2-40B4-BE49-F238E27FC236}">
                <a16:creationId xmlns:a16="http://schemas.microsoft.com/office/drawing/2014/main" id="{69C8B4ED-99D4-4FA7-951B-B230EC2B1EEC}"/>
              </a:ext>
            </a:extLst>
          </p:cNvPr>
          <p:cNvSpPr>
            <a:spLocks noGrp="1"/>
          </p:cNvSpPr>
          <p:nvPr>
            <p:ph type="body" sz="quarter" idx="20" hasCustomPrompt="1"/>
          </p:nvPr>
        </p:nvSpPr>
        <p:spPr>
          <a:xfrm>
            <a:off x="663615" y="1463943"/>
            <a:ext cx="10850880" cy="365760"/>
          </a:xfrm>
          <a:prstGeom prst="rect">
            <a:avLst/>
          </a:prstGeom>
        </p:spPr>
        <p:txBody>
          <a:bodyPr>
            <a:noAutofit/>
          </a:bodyPr>
          <a:lstStyle>
            <a:lvl1pPr>
              <a:defRPr sz="2400" b="1" cap="all" baseline="0">
                <a:solidFill>
                  <a:schemeClr val="accent3"/>
                </a:solidFill>
                <a:latin typeface="+mn-lt"/>
              </a:defRPr>
            </a:lvl1pPr>
          </a:lstStyle>
          <a:p>
            <a:pPr lvl="0"/>
            <a:r>
              <a:rPr lang="en-US"/>
              <a:t>CLICK TO EDIT CHART TITLE, CALIBRI, 18PT, BOLD</a:t>
            </a:r>
          </a:p>
        </p:txBody>
      </p:sp>
      <p:sp>
        <p:nvSpPr>
          <p:cNvPr id="16" name="Text Placeholder 4">
            <a:extLst>
              <a:ext uri="{FF2B5EF4-FFF2-40B4-BE49-F238E27FC236}">
                <a16:creationId xmlns:a16="http://schemas.microsoft.com/office/drawing/2014/main" id="{9849D2D5-1C25-41F7-91C5-A575937D23D1}"/>
              </a:ext>
            </a:extLst>
          </p:cNvPr>
          <p:cNvSpPr>
            <a:spLocks noGrp="1"/>
          </p:cNvSpPr>
          <p:nvPr>
            <p:ph type="body" sz="quarter" idx="21" hasCustomPrompt="1"/>
          </p:nvPr>
        </p:nvSpPr>
        <p:spPr>
          <a:xfrm>
            <a:off x="663613" y="1826008"/>
            <a:ext cx="10850880" cy="365760"/>
          </a:xfrm>
        </p:spPr>
        <p:txBody>
          <a:bodyPr>
            <a:noAutofit/>
          </a:bodyPr>
          <a:lstStyle>
            <a:lvl1pPr>
              <a:defRPr sz="1867"/>
            </a:lvl1pPr>
          </a:lstStyle>
          <a:p>
            <a:pPr lvl="0"/>
            <a:r>
              <a:rPr lang="en-US"/>
              <a:t>Second level for chart subtitle</a:t>
            </a:r>
          </a:p>
        </p:txBody>
      </p:sp>
      <p:sp>
        <p:nvSpPr>
          <p:cNvPr id="17" name="Chart Placeholder 14">
            <a:extLst>
              <a:ext uri="{FF2B5EF4-FFF2-40B4-BE49-F238E27FC236}">
                <a16:creationId xmlns:a16="http://schemas.microsoft.com/office/drawing/2014/main" id="{5F384281-9885-4DF1-AB32-7D6D158EC4B8}"/>
              </a:ext>
            </a:extLst>
          </p:cNvPr>
          <p:cNvSpPr>
            <a:spLocks noGrp="1"/>
          </p:cNvSpPr>
          <p:nvPr>
            <p:ph type="chart" sz="quarter" idx="22"/>
          </p:nvPr>
        </p:nvSpPr>
        <p:spPr>
          <a:xfrm>
            <a:off x="670560" y="2286000"/>
            <a:ext cx="10861040" cy="3657600"/>
          </a:xfrm>
        </p:spPr>
        <p:txBody>
          <a:bodyPr anchor="ctr"/>
          <a:lstStyle>
            <a:lvl1pPr algn="ctr">
              <a:defRPr>
                <a:latin typeface="+mn-lt"/>
              </a:defRPr>
            </a:lvl1pPr>
          </a:lstStyle>
          <a:p>
            <a:r>
              <a:rPr lang="en-US"/>
              <a:t>Click icon to add chart</a:t>
            </a:r>
          </a:p>
        </p:txBody>
      </p:sp>
      <p:sp>
        <p:nvSpPr>
          <p:cNvPr id="18" name="Text Placeholder 7">
            <a:extLst>
              <a:ext uri="{FF2B5EF4-FFF2-40B4-BE49-F238E27FC236}">
                <a16:creationId xmlns:a16="http://schemas.microsoft.com/office/drawing/2014/main" id="{0806C5A9-06E4-4EA0-A5AC-FD02E44C1525}"/>
              </a:ext>
            </a:extLst>
          </p:cNvPr>
          <p:cNvSpPr>
            <a:spLocks noGrp="1"/>
          </p:cNvSpPr>
          <p:nvPr>
            <p:ph type="body" sz="quarter" idx="16" hasCustomPrompt="1"/>
          </p:nvPr>
        </p:nvSpPr>
        <p:spPr>
          <a:xfrm>
            <a:off x="670560" y="6171250"/>
            <a:ext cx="10850880" cy="212366"/>
          </a:xfrm>
          <a:prstGeom prst="rect">
            <a:avLst/>
          </a:prstGeom>
        </p:spPr>
        <p:txBody>
          <a:bodyPr wrap="square" anchor="b" anchorCtr="0">
            <a:spAutoFit/>
          </a:bodyPr>
          <a:lstStyle>
            <a:lvl1pPr>
              <a:lnSpc>
                <a:spcPct val="90000"/>
              </a:lnSpc>
              <a:spcBef>
                <a:spcPts val="267"/>
              </a:spcBef>
              <a:defRPr sz="1200" b="0">
                <a:solidFill>
                  <a:srgbClr val="63666A"/>
                </a:solidFill>
                <a:latin typeface="+mn-lt"/>
                <a:cs typeface="Calibri" panose="020F0502020204030204" pitchFamily="34" charset="0"/>
              </a:defRPr>
            </a:lvl1pPr>
          </a:lstStyle>
          <a:p>
            <a:pPr lvl="0"/>
            <a:r>
              <a:rPr lang="en-US"/>
              <a:t>Add footnote, source here</a:t>
            </a:r>
          </a:p>
        </p:txBody>
      </p:sp>
      <p:sp>
        <p:nvSpPr>
          <p:cNvPr id="5" name="Date Placeholder 4">
            <a:extLst>
              <a:ext uri="{FF2B5EF4-FFF2-40B4-BE49-F238E27FC236}">
                <a16:creationId xmlns:a16="http://schemas.microsoft.com/office/drawing/2014/main" id="{3F82C435-71F6-4068-8A4B-8C697C1529D2}"/>
              </a:ext>
            </a:extLst>
          </p:cNvPr>
          <p:cNvSpPr>
            <a:spLocks noGrp="1"/>
          </p:cNvSpPr>
          <p:nvPr>
            <p:ph type="dt" sz="half" idx="23"/>
          </p:nvPr>
        </p:nvSpPr>
        <p:spPr/>
        <p:txBody>
          <a:bodyPr/>
          <a:lstStyle/>
          <a:p>
            <a:fld id="{0E2E98BC-DE85-4ABD-84DB-1BD75150E1BA}" type="datetime5">
              <a:rPr lang="en-US" sz="1333" smtClean="0"/>
              <a:t>7-May-26</a:t>
            </a:fld>
            <a:endParaRPr lang="en-IN" sz="1333"/>
          </a:p>
        </p:txBody>
      </p:sp>
      <p:sp>
        <p:nvSpPr>
          <p:cNvPr id="6" name="Footer Placeholder 5">
            <a:extLst>
              <a:ext uri="{FF2B5EF4-FFF2-40B4-BE49-F238E27FC236}">
                <a16:creationId xmlns:a16="http://schemas.microsoft.com/office/drawing/2014/main" id="{7CBC25F0-DFF8-436D-8252-A061A91C145E}"/>
              </a:ext>
            </a:extLst>
          </p:cNvPr>
          <p:cNvSpPr>
            <a:spLocks noGrp="1"/>
          </p:cNvSpPr>
          <p:nvPr>
            <p:ph type="ftr" sz="quarter" idx="24"/>
          </p:nvPr>
        </p:nvSpPr>
        <p:spPr/>
        <p:txBody>
          <a:bodyPr/>
          <a:lstStyle/>
          <a:p>
            <a:pPr>
              <a:defRPr/>
            </a:pPr>
            <a:r>
              <a:rPr lang="en-US"/>
              <a:t>Enter title via "insert&gt;header and footer&gt;footer"  |  </a:t>
            </a:r>
            <a:endParaRPr lang="en-IN"/>
          </a:p>
        </p:txBody>
      </p:sp>
      <p:sp>
        <p:nvSpPr>
          <p:cNvPr id="7" name="Slide Number Placeholder 6">
            <a:extLst>
              <a:ext uri="{FF2B5EF4-FFF2-40B4-BE49-F238E27FC236}">
                <a16:creationId xmlns:a16="http://schemas.microsoft.com/office/drawing/2014/main" id="{0672353F-0202-40BD-B19D-D4C9B9A0C62B}"/>
              </a:ext>
            </a:extLst>
          </p:cNvPr>
          <p:cNvSpPr>
            <a:spLocks noGrp="1"/>
          </p:cNvSpPr>
          <p:nvPr>
            <p:ph type="sldNum" sz="quarter" idx="25"/>
          </p:nvPr>
        </p:nvSpPr>
        <p:spPr/>
        <p:txBody>
          <a:bodyPr/>
          <a:lstStyle/>
          <a:p>
            <a:pPr>
              <a:defRPr/>
            </a:pPr>
            <a:r>
              <a:rPr lang="en-IN"/>
              <a:t>|    </a:t>
            </a:r>
            <a:fld id="{7B2119CD-3B2D-4CEB-B404-D2E3F8CD6D69}" type="slidenum">
              <a:rPr lang="en-IN" smtClean="0"/>
              <a:pPr>
                <a:defRPr/>
              </a:pPr>
              <a:t>‹#›</a:t>
            </a:fld>
            <a:endParaRPr lang="en-IN"/>
          </a:p>
        </p:txBody>
      </p:sp>
      <p:sp>
        <p:nvSpPr>
          <p:cNvPr id="3" name="Title 2">
            <a:extLst>
              <a:ext uri="{FF2B5EF4-FFF2-40B4-BE49-F238E27FC236}">
                <a16:creationId xmlns:a16="http://schemas.microsoft.com/office/drawing/2014/main" id="{09B3C7C1-99C7-46EF-8247-FA3C97B61021}"/>
              </a:ext>
            </a:extLst>
          </p:cNvPr>
          <p:cNvSpPr>
            <a:spLocks noGrp="1"/>
          </p:cNvSpPr>
          <p:nvPr>
            <p:ph type="title"/>
          </p:nvPr>
        </p:nvSpPr>
        <p:spPr/>
        <p:txBody>
          <a:bodyPr/>
          <a:lstStyle/>
          <a:p>
            <a:r>
              <a:rPr lang="en-US"/>
              <a:t>Click to edit Master title style</a:t>
            </a:r>
            <a:endParaRPr lang="en-IN"/>
          </a:p>
        </p:txBody>
      </p:sp>
    </p:spTree>
    <p:extLst>
      <p:ext uri="{BB962C8B-B14F-4D97-AF65-F5344CB8AC3E}">
        <p14:creationId xmlns:p14="http://schemas.microsoft.com/office/powerpoint/2010/main" val="3118189350"/>
      </p:ext>
    </p:extLst>
  </p:cSld>
  <p:clrMapOvr>
    <a:masterClrMapping/>
  </p:clrMapOvr>
</p:sldLayout>
</file>

<file path=ppt/slideLayouts/slideLayout209.xml><?xml version="1.0" encoding="utf-8"?>
<p:sldLayout xmlns:a="http://schemas.openxmlformats.org/drawingml/2006/main" xmlns:r="http://schemas.openxmlformats.org/officeDocument/2006/relationships" xmlns:p="http://schemas.openxmlformats.org/presentationml/2006/main" preserve="1" userDrawn="1">
  <p:cSld name="Full Page Table + Header">
    <p:spTree>
      <p:nvGrpSpPr>
        <p:cNvPr id="1" name=""/>
        <p:cNvGrpSpPr/>
        <p:nvPr/>
      </p:nvGrpSpPr>
      <p:grpSpPr>
        <a:xfrm>
          <a:off x="0" y="0"/>
          <a:ext cx="0" cy="0"/>
          <a:chOff x="0" y="0"/>
          <a:chExt cx="0" cy="0"/>
        </a:xfrm>
      </p:grpSpPr>
      <p:sp>
        <p:nvSpPr>
          <p:cNvPr id="13" name="Text Placeholder 9">
            <a:extLst>
              <a:ext uri="{FF2B5EF4-FFF2-40B4-BE49-F238E27FC236}">
                <a16:creationId xmlns:a16="http://schemas.microsoft.com/office/drawing/2014/main" id="{E4099E12-93CF-4238-950D-B699BBED1B97}"/>
              </a:ext>
            </a:extLst>
          </p:cNvPr>
          <p:cNvSpPr>
            <a:spLocks noGrp="1"/>
          </p:cNvSpPr>
          <p:nvPr>
            <p:ph type="body" sz="quarter" idx="10" hasCustomPrompt="1"/>
          </p:nvPr>
        </p:nvSpPr>
        <p:spPr>
          <a:xfrm>
            <a:off x="670562" y="355600"/>
            <a:ext cx="6989233" cy="348813"/>
          </a:xfrm>
          <a:prstGeom prst="rect">
            <a:avLst/>
          </a:prstGeom>
        </p:spPr>
        <p:txBody>
          <a:bodyPr>
            <a:noAutofit/>
          </a:bodyPr>
          <a:lstStyle>
            <a:lvl1pPr>
              <a:defRPr sz="1867" b="0" cap="all" spc="200" baseline="0">
                <a:solidFill>
                  <a:schemeClr val="accent1"/>
                </a:solidFill>
                <a:latin typeface="+mn-lt"/>
              </a:defRPr>
            </a:lvl1pPr>
            <a:lvl2pPr marL="0" indent="0">
              <a:buNone/>
              <a:defRPr/>
            </a:lvl2pPr>
          </a:lstStyle>
          <a:p>
            <a:pPr lvl="0"/>
            <a:r>
              <a:rPr lang="en-US"/>
              <a:t>Eyebrow identification, CALIBRI, 14PT REGULAR</a:t>
            </a:r>
          </a:p>
        </p:txBody>
      </p:sp>
      <p:sp>
        <p:nvSpPr>
          <p:cNvPr id="16" name="Text Placeholder 4">
            <a:extLst>
              <a:ext uri="{FF2B5EF4-FFF2-40B4-BE49-F238E27FC236}">
                <a16:creationId xmlns:a16="http://schemas.microsoft.com/office/drawing/2014/main" id="{2FAF8700-F002-4A2F-B04A-6FE90BE6FD35}"/>
              </a:ext>
            </a:extLst>
          </p:cNvPr>
          <p:cNvSpPr>
            <a:spLocks noGrp="1"/>
          </p:cNvSpPr>
          <p:nvPr>
            <p:ph type="body" sz="quarter" idx="20" hasCustomPrompt="1"/>
          </p:nvPr>
        </p:nvSpPr>
        <p:spPr>
          <a:xfrm>
            <a:off x="663615" y="1463943"/>
            <a:ext cx="10850880" cy="365760"/>
          </a:xfrm>
          <a:prstGeom prst="rect">
            <a:avLst/>
          </a:prstGeom>
        </p:spPr>
        <p:txBody>
          <a:bodyPr>
            <a:noAutofit/>
          </a:bodyPr>
          <a:lstStyle>
            <a:lvl1pPr>
              <a:defRPr sz="2400" b="1" cap="all" baseline="0">
                <a:solidFill>
                  <a:schemeClr val="accent3"/>
                </a:solidFill>
                <a:latin typeface="+mn-lt"/>
              </a:defRPr>
            </a:lvl1pPr>
          </a:lstStyle>
          <a:p>
            <a:pPr lvl="0"/>
            <a:r>
              <a:rPr lang="en-US"/>
              <a:t>CLICK TO EDIT table TITLE, CALIBRI, 18PT, BOLD</a:t>
            </a:r>
          </a:p>
        </p:txBody>
      </p:sp>
      <p:sp>
        <p:nvSpPr>
          <p:cNvPr id="17" name="Text Placeholder 4">
            <a:extLst>
              <a:ext uri="{FF2B5EF4-FFF2-40B4-BE49-F238E27FC236}">
                <a16:creationId xmlns:a16="http://schemas.microsoft.com/office/drawing/2014/main" id="{CBF897FA-2891-4141-ADA3-1B87FB5BC58E}"/>
              </a:ext>
            </a:extLst>
          </p:cNvPr>
          <p:cNvSpPr>
            <a:spLocks noGrp="1"/>
          </p:cNvSpPr>
          <p:nvPr>
            <p:ph type="body" sz="quarter" idx="21" hasCustomPrompt="1"/>
          </p:nvPr>
        </p:nvSpPr>
        <p:spPr>
          <a:xfrm>
            <a:off x="663613" y="1826008"/>
            <a:ext cx="10850880" cy="365760"/>
          </a:xfrm>
        </p:spPr>
        <p:txBody>
          <a:bodyPr>
            <a:noAutofit/>
          </a:bodyPr>
          <a:lstStyle>
            <a:lvl1pPr>
              <a:defRPr sz="1867"/>
            </a:lvl1pPr>
          </a:lstStyle>
          <a:p>
            <a:pPr lvl="0"/>
            <a:r>
              <a:rPr lang="en-US"/>
              <a:t>Second level for table subtitle</a:t>
            </a:r>
          </a:p>
        </p:txBody>
      </p:sp>
      <p:sp>
        <p:nvSpPr>
          <p:cNvPr id="18" name="Table Placeholder 4">
            <a:extLst>
              <a:ext uri="{FF2B5EF4-FFF2-40B4-BE49-F238E27FC236}">
                <a16:creationId xmlns:a16="http://schemas.microsoft.com/office/drawing/2014/main" id="{2EA10139-92DE-45F7-A9D8-ABD6CC72C084}"/>
              </a:ext>
            </a:extLst>
          </p:cNvPr>
          <p:cNvSpPr>
            <a:spLocks noGrp="1"/>
          </p:cNvSpPr>
          <p:nvPr>
            <p:ph type="tbl" sz="quarter" idx="22"/>
          </p:nvPr>
        </p:nvSpPr>
        <p:spPr>
          <a:xfrm>
            <a:off x="670560" y="2286000"/>
            <a:ext cx="10867987" cy="3657600"/>
          </a:xfrm>
        </p:spPr>
        <p:txBody>
          <a:bodyPr anchor="ctr"/>
          <a:lstStyle>
            <a:lvl1pPr algn="ctr">
              <a:defRPr>
                <a:latin typeface="+mn-lt"/>
              </a:defRPr>
            </a:lvl1pPr>
          </a:lstStyle>
          <a:p>
            <a:r>
              <a:rPr lang="en-US"/>
              <a:t>Click icon to add table</a:t>
            </a:r>
          </a:p>
        </p:txBody>
      </p:sp>
      <p:sp>
        <p:nvSpPr>
          <p:cNvPr id="19" name="Text Placeholder 7">
            <a:extLst>
              <a:ext uri="{FF2B5EF4-FFF2-40B4-BE49-F238E27FC236}">
                <a16:creationId xmlns:a16="http://schemas.microsoft.com/office/drawing/2014/main" id="{347BBFB3-3E66-4180-AF12-56CA7F755311}"/>
              </a:ext>
            </a:extLst>
          </p:cNvPr>
          <p:cNvSpPr>
            <a:spLocks noGrp="1"/>
          </p:cNvSpPr>
          <p:nvPr>
            <p:ph type="body" sz="quarter" idx="16" hasCustomPrompt="1"/>
          </p:nvPr>
        </p:nvSpPr>
        <p:spPr>
          <a:xfrm>
            <a:off x="670560" y="6171250"/>
            <a:ext cx="10850880" cy="212366"/>
          </a:xfrm>
          <a:prstGeom prst="rect">
            <a:avLst/>
          </a:prstGeom>
        </p:spPr>
        <p:txBody>
          <a:bodyPr wrap="square" anchor="b" anchorCtr="0">
            <a:spAutoFit/>
          </a:bodyPr>
          <a:lstStyle>
            <a:lvl1pPr>
              <a:lnSpc>
                <a:spcPct val="90000"/>
              </a:lnSpc>
              <a:spcBef>
                <a:spcPts val="267"/>
              </a:spcBef>
              <a:defRPr sz="1200" b="0">
                <a:solidFill>
                  <a:srgbClr val="63666A"/>
                </a:solidFill>
                <a:latin typeface="+mn-lt"/>
                <a:cs typeface="Calibri" panose="020F0502020204030204" pitchFamily="34" charset="0"/>
              </a:defRPr>
            </a:lvl1pPr>
          </a:lstStyle>
          <a:p>
            <a:pPr lvl="0"/>
            <a:r>
              <a:rPr lang="en-US"/>
              <a:t>Add footnote, source here</a:t>
            </a:r>
          </a:p>
        </p:txBody>
      </p:sp>
      <p:sp>
        <p:nvSpPr>
          <p:cNvPr id="2" name="Date Placeholder 1">
            <a:extLst>
              <a:ext uri="{FF2B5EF4-FFF2-40B4-BE49-F238E27FC236}">
                <a16:creationId xmlns:a16="http://schemas.microsoft.com/office/drawing/2014/main" id="{6C2C66BA-D565-4011-B0A4-9903204CC066}"/>
              </a:ext>
            </a:extLst>
          </p:cNvPr>
          <p:cNvSpPr>
            <a:spLocks noGrp="1"/>
          </p:cNvSpPr>
          <p:nvPr>
            <p:ph type="dt" sz="half" idx="23"/>
          </p:nvPr>
        </p:nvSpPr>
        <p:spPr/>
        <p:txBody>
          <a:bodyPr/>
          <a:lstStyle/>
          <a:p>
            <a:fld id="{D33294C6-A4B9-431B-AA54-6E1412774E9B}" type="datetime5">
              <a:rPr lang="en-US" sz="1333" smtClean="0"/>
              <a:t>7-May-26</a:t>
            </a:fld>
            <a:endParaRPr lang="en-IN" sz="1333"/>
          </a:p>
        </p:txBody>
      </p:sp>
      <p:sp>
        <p:nvSpPr>
          <p:cNvPr id="3" name="Footer Placeholder 2">
            <a:extLst>
              <a:ext uri="{FF2B5EF4-FFF2-40B4-BE49-F238E27FC236}">
                <a16:creationId xmlns:a16="http://schemas.microsoft.com/office/drawing/2014/main" id="{2B68657A-366F-45A8-9F2D-9FBE15E12470}"/>
              </a:ext>
            </a:extLst>
          </p:cNvPr>
          <p:cNvSpPr>
            <a:spLocks noGrp="1"/>
          </p:cNvSpPr>
          <p:nvPr>
            <p:ph type="ftr" sz="quarter" idx="24"/>
          </p:nvPr>
        </p:nvSpPr>
        <p:spPr/>
        <p:txBody>
          <a:bodyPr/>
          <a:lstStyle/>
          <a:p>
            <a:pPr>
              <a:defRPr/>
            </a:pPr>
            <a:r>
              <a:rPr lang="en-US"/>
              <a:t>Enter title via "insert&gt;header and footer&gt;footer"  |  </a:t>
            </a:r>
            <a:endParaRPr lang="en-IN"/>
          </a:p>
        </p:txBody>
      </p:sp>
      <p:sp>
        <p:nvSpPr>
          <p:cNvPr id="4" name="Slide Number Placeholder 3">
            <a:extLst>
              <a:ext uri="{FF2B5EF4-FFF2-40B4-BE49-F238E27FC236}">
                <a16:creationId xmlns:a16="http://schemas.microsoft.com/office/drawing/2014/main" id="{5494FFD5-60B8-4C56-97EB-599229FD90B3}"/>
              </a:ext>
            </a:extLst>
          </p:cNvPr>
          <p:cNvSpPr>
            <a:spLocks noGrp="1"/>
          </p:cNvSpPr>
          <p:nvPr>
            <p:ph type="sldNum" sz="quarter" idx="25"/>
          </p:nvPr>
        </p:nvSpPr>
        <p:spPr/>
        <p:txBody>
          <a:bodyPr/>
          <a:lstStyle/>
          <a:p>
            <a:pPr>
              <a:defRPr/>
            </a:pPr>
            <a:r>
              <a:rPr lang="en-IN"/>
              <a:t>|    </a:t>
            </a:r>
            <a:fld id="{7B2119CD-3B2D-4CEB-B404-D2E3F8CD6D69}" type="slidenum">
              <a:rPr lang="en-IN" smtClean="0"/>
              <a:pPr>
                <a:defRPr/>
              </a:pPr>
              <a:t>‹#›</a:t>
            </a:fld>
            <a:endParaRPr lang="en-IN"/>
          </a:p>
        </p:txBody>
      </p:sp>
      <p:sp>
        <p:nvSpPr>
          <p:cNvPr id="6" name="Title 5">
            <a:extLst>
              <a:ext uri="{FF2B5EF4-FFF2-40B4-BE49-F238E27FC236}">
                <a16:creationId xmlns:a16="http://schemas.microsoft.com/office/drawing/2014/main" id="{1D78DA13-52C4-4A1D-BD59-DC0D557C1771}"/>
              </a:ext>
            </a:extLst>
          </p:cNvPr>
          <p:cNvSpPr>
            <a:spLocks noGrp="1"/>
          </p:cNvSpPr>
          <p:nvPr>
            <p:ph type="title"/>
          </p:nvPr>
        </p:nvSpPr>
        <p:spPr/>
        <p:txBody>
          <a:bodyPr/>
          <a:lstStyle/>
          <a:p>
            <a:r>
              <a:rPr lang="en-US"/>
              <a:t>Click to edit Master title style</a:t>
            </a:r>
            <a:endParaRPr lang="en-IN"/>
          </a:p>
        </p:txBody>
      </p:sp>
    </p:spTree>
    <p:extLst>
      <p:ext uri="{BB962C8B-B14F-4D97-AF65-F5344CB8AC3E}">
        <p14:creationId xmlns:p14="http://schemas.microsoft.com/office/powerpoint/2010/main" val="888867638"/>
      </p:ext>
    </p:extLst>
  </p:cSld>
  <p:clrMapOvr>
    <a:masterClrMapping/>
  </p:clrMapOvr>
</p:sldLayout>
</file>

<file path=ppt/slideLayouts/slideLayout210.xml><?xml version="1.0" encoding="utf-8"?>
<p:sldLayout xmlns:a="http://schemas.openxmlformats.org/drawingml/2006/main" xmlns:r="http://schemas.openxmlformats.org/officeDocument/2006/relationships" xmlns:p="http://schemas.openxmlformats.org/presentationml/2006/main" preserve="1" userDrawn="1">
  <p:cSld name="(L) Half-content &amp; full image layout">
    <p:spTree>
      <p:nvGrpSpPr>
        <p:cNvPr id="1" name=""/>
        <p:cNvGrpSpPr/>
        <p:nvPr/>
      </p:nvGrpSpPr>
      <p:grpSpPr>
        <a:xfrm>
          <a:off x="0" y="0"/>
          <a:ext cx="0" cy="0"/>
          <a:chOff x="0" y="0"/>
          <a:chExt cx="0" cy="0"/>
        </a:xfrm>
      </p:grpSpPr>
      <p:sp>
        <p:nvSpPr>
          <p:cNvPr id="5" name="Picture Placeholder 9">
            <a:extLst>
              <a:ext uri="{FF2B5EF4-FFF2-40B4-BE49-F238E27FC236}">
                <a16:creationId xmlns:a16="http://schemas.microsoft.com/office/drawing/2014/main" id="{EBBC6B44-1A66-4C17-802D-CD6F3BEB84DB}"/>
              </a:ext>
            </a:extLst>
          </p:cNvPr>
          <p:cNvSpPr>
            <a:spLocks noGrp="1"/>
          </p:cNvSpPr>
          <p:nvPr>
            <p:ph type="pic" sz="quarter" idx="14" hasCustomPrompt="1"/>
          </p:nvPr>
        </p:nvSpPr>
        <p:spPr>
          <a:xfrm>
            <a:off x="1" y="0"/>
            <a:ext cx="12192000" cy="6858000"/>
          </a:xfrm>
          <a:prstGeom prst="rect">
            <a:avLst/>
          </a:prstGeom>
          <a:solidFill>
            <a:schemeClr val="bg2"/>
          </a:solidFill>
          <a:ln>
            <a:noFill/>
          </a:ln>
          <a:effectLst/>
        </p:spPr>
        <p:txBody>
          <a:bodyPr lIns="365760" rIns="365760" anchor="ctr" anchorCtr="1"/>
          <a:lstStyle>
            <a:lvl1pPr marL="5035425" indent="0" algn="l">
              <a:tabLst/>
              <a:defRPr sz="2400" b="0" baseline="0">
                <a:solidFill>
                  <a:schemeClr val="accent1"/>
                </a:solidFill>
                <a:latin typeface="+mn-lt"/>
              </a:defRPr>
            </a:lvl1pPr>
          </a:lstStyle>
          <a:p>
            <a:r>
              <a:rPr lang="en-US"/>
              <a:t>Insert an image</a:t>
            </a:r>
            <a:br>
              <a:rPr lang="en-US"/>
            </a:br>
            <a:r>
              <a:rPr lang="en-US"/>
              <a:t>within this placeholder </a:t>
            </a:r>
          </a:p>
        </p:txBody>
      </p:sp>
      <p:sp>
        <p:nvSpPr>
          <p:cNvPr id="10" name="Content Placeholder 2">
            <a:extLst>
              <a:ext uri="{FF2B5EF4-FFF2-40B4-BE49-F238E27FC236}">
                <a16:creationId xmlns:a16="http://schemas.microsoft.com/office/drawing/2014/main" id="{3C8B7A96-E0C8-46F1-B070-891752D196D5}"/>
              </a:ext>
            </a:extLst>
          </p:cNvPr>
          <p:cNvSpPr txBox="1">
            <a:spLocks/>
          </p:cNvSpPr>
          <p:nvPr userDrawn="1"/>
        </p:nvSpPr>
        <p:spPr bwMode="gray">
          <a:xfrm>
            <a:off x="670561" y="6427471"/>
            <a:ext cx="4077308" cy="292101"/>
          </a:xfrm>
          <a:prstGeom prst="rect">
            <a:avLst/>
          </a:prstGeom>
        </p:spPr>
        <p:txBody>
          <a:bodyPr vert="horz" lIns="0" rIns="0" anchor="b" anchorCtr="0"/>
          <a:lstStyle>
            <a:defPPr>
              <a:defRPr lang="en-US"/>
            </a:defPPr>
            <a:lvl1pPr indent="0" defTabSz="457200">
              <a:spcBef>
                <a:spcPct val="20000"/>
              </a:spcBef>
              <a:buFont typeface="Arial"/>
              <a:buNone/>
              <a:defRPr sz="1000">
                <a:solidFill>
                  <a:srgbClr val="000000"/>
                </a:solidFill>
                <a:cs typeface="Calibri" panose="020F0502020204030204" pitchFamily="34" charset="0"/>
              </a:defRPr>
            </a:lvl1pPr>
            <a:lvl2pPr indent="0" defTabSz="457200">
              <a:spcBef>
                <a:spcPct val="20000"/>
              </a:spcBef>
              <a:buFont typeface="Arial"/>
              <a:buNone/>
              <a:defRPr sz="900">
                <a:latin typeface="Georgia"/>
                <a:cs typeface="Georgia"/>
              </a:defRPr>
            </a:lvl2pPr>
            <a:lvl3pPr indent="0" defTabSz="457200">
              <a:spcBef>
                <a:spcPct val="20000"/>
              </a:spcBef>
              <a:buFont typeface="Arial"/>
              <a:buNone/>
              <a:defRPr sz="900">
                <a:latin typeface="Georgia"/>
                <a:cs typeface="Georgia"/>
              </a:defRPr>
            </a:lvl3pPr>
            <a:lvl4pPr indent="0" defTabSz="457200">
              <a:spcBef>
                <a:spcPct val="20000"/>
              </a:spcBef>
              <a:buFont typeface="Arial"/>
              <a:buNone/>
              <a:defRPr sz="900">
                <a:latin typeface="Georgia"/>
                <a:cs typeface="Georgia"/>
              </a:defRPr>
            </a:lvl4pPr>
            <a:lvl5pPr indent="0" defTabSz="457200">
              <a:spcBef>
                <a:spcPct val="20000"/>
              </a:spcBef>
              <a:buFont typeface="Arial"/>
              <a:buNone/>
              <a:defRPr sz="900">
                <a:latin typeface="Georgia"/>
                <a:cs typeface="Georgia"/>
              </a:defRPr>
            </a:lvl5pPr>
            <a:lvl6pPr marL="2514600" indent="-228600" defTabSz="457200">
              <a:spcBef>
                <a:spcPct val="20000"/>
              </a:spcBef>
              <a:buFont typeface="Arial"/>
              <a:buChar char="•"/>
              <a:defRPr sz="2000"/>
            </a:lvl6pPr>
            <a:lvl7pPr marL="2971800" indent="-228600" defTabSz="457200">
              <a:spcBef>
                <a:spcPct val="20000"/>
              </a:spcBef>
              <a:buFont typeface="Arial"/>
              <a:buChar char="•"/>
              <a:defRPr sz="2000"/>
            </a:lvl7pPr>
            <a:lvl8pPr marL="3429000" indent="-228600" defTabSz="457200">
              <a:spcBef>
                <a:spcPct val="20000"/>
              </a:spcBef>
              <a:buFont typeface="Arial"/>
              <a:buChar char="•"/>
              <a:defRPr sz="2000"/>
            </a:lvl8pPr>
            <a:lvl9pPr marL="3886200" indent="-228600" defTabSz="457200">
              <a:spcBef>
                <a:spcPct val="20000"/>
              </a:spcBef>
              <a:buFont typeface="Arial"/>
              <a:buChar char="•"/>
              <a:defRPr sz="2000"/>
            </a:lvl9pPr>
          </a:lstStyle>
          <a:p>
            <a:pPr lvl="0"/>
            <a:r>
              <a:rPr lang="en-US" sz="1333"/>
              <a:t>Proprietary and confidential — do not distribute</a:t>
            </a:r>
          </a:p>
        </p:txBody>
      </p:sp>
      <p:sp>
        <p:nvSpPr>
          <p:cNvPr id="14" name="Text Placeholder 9">
            <a:extLst>
              <a:ext uri="{FF2B5EF4-FFF2-40B4-BE49-F238E27FC236}">
                <a16:creationId xmlns:a16="http://schemas.microsoft.com/office/drawing/2014/main" id="{BD57305E-F709-4E9E-B399-8D21F2A51FF6}"/>
              </a:ext>
            </a:extLst>
          </p:cNvPr>
          <p:cNvSpPr>
            <a:spLocks noGrp="1"/>
          </p:cNvSpPr>
          <p:nvPr>
            <p:ph type="body" sz="quarter" idx="18" hasCustomPrompt="1"/>
          </p:nvPr>
        </p:nvSpPr>
        <p:spPr>
          <a:xfrm>
            <a:off x="670562" y="355600"/>
            <a:ext cx="5096255" cy="348813"/>
          </a:xfrm>
          <a:prstGeom prst="rect">
            <a:avLst/>
          </a:prstGeom>
        </p:spPr>
        <p:txBody>
          <a:bodyPr wrap="square">
            <a:noAutofit/>
          </a:bodyPr>
          <a:lstStyle>
            <a:lvl1pPr>
              <a:defRPr sz="1867" b="0" cap="all" spc="200" baseline="0">
                <a:solidFill>
                  <a:schemeClr val="accent1"/>
                </a:solidFill>
                <a:latin typeface="+mn-lt"/>
              </a:defRPr>
            </a:lvl1pPr>
            <a:lvl2pPr marL="0" indent="0">
              <a:buNone/>
              <a:defRPr/>
            </a:lvl2pPr>
          </a:lstStyle>
          <a:p>
            <a:pPr lvl="0"/>
            <a:r>
              <a:rPr lang="en-US"/>
              <a:t>Eyebrow identification, CALIBRI, 14PT</a:t>
            </a:r>
          </a:p>
        </p:txBody>
      </p:sp>
      <p:sp>
        <p:nvSpPr>
          <p:cNvPr id="16" name="Content Placeholder 5">
            <a:extLst>
              <a:ext uri="{FF2B5EF4-FFF2-40B4-BE49-F238E27FC236}">
                <a16:creationId xmlns:a16="http://schemas.microsoft.com/office/drawing/2014/main" id="{C73EADF8-32AF-409A-AD0A-3134A5D09D53}"/>
              </a:ext>
            </a:extLst>
          </p:cNvPr>
          <p:cNvSpPr>
            <a:spLocks noGrp="1"/>
          </p:cNvSpPr>
          <p:nvPr>
            <p:ph sz="quarter" idx="19"/>
          </p:nvPr>
        </p:nvSpPr>
        <p:spPr>
          <a:xfrm>
            <a:off x="670559" y="1882587"/>
            <a:ext cx="5096255" cy="4335332"/>
          </a:xfrm>
        </p:spPr>
        <p:txBody>
          <a:bodyPr/>
          <a:lstStyle>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Date Placeholder 5">
            <a:extLst>
              <a:ext uri="{FF2B5EF4-FFF2-40B4-BE49-F238E27FC236}">
                <a16:creationId xmlns:a16="http://schemas.microsoft.com/office/drawing/2014/main" id="{89AEB25F-FA40-4727-8C63-0FB00C65B1F1}"/>
              </a:ext>
            </a:extLst>
          </p:cNvPr>
          <p:cNvSpPr>
            <a:spLocks noGrp="1"/>
          </p:cNvSpPr>
          <p:nvPr>
            <p:ph type="dt" sz="half" idx="20"/>
          </p:nvPr>
        </p:nvSpPr>
        <p:spPr/>
        <p:txBody>
          <a:bodyPr/>
          <a:lstStyle/>
          <a:p>
            <a:fld id="{2E3F27D6-5AB9-4FDB-A20C-E44F2284AF59}" type="datetime5">
              <a:rPr lang="en-US" sz="1333" smtClean="0"/>
              <a:t>7-May-26</a:t>
            </a:fld>
            <a:endParaRPr lang="en-IN" sz="1333"/>
          </a:p>
        </p:txBody>
      </p:sp>
      <p:sp>
        <p:nvSpPr>
          <p:cNvPr id="7" name="Footer Placeholder 6">
            <a:extLst>
              <a:ext uri="{FF2B5EF4-FFF2-40B4-BE49-F238E27FC236}">
                <a16:creationId xmlns:a16="http://schemas.microsoft.com/office/drawing/2014/main" id="{080517F6-6DC6-4EDB-A0A3-3A25D9B2A02C}"/>
              </a:ext>
            </a:extLst>
          </p:cNvPr>
          <p:cNvSpPr>
            <a:spLocks noGrp="1"/>
          </p:cNvSpPr>
          <p:nvPr>
            <p:ph type="ftr" sz="quarter" idx="21"/>
          </p:nvPr>
        </p:nvSpPr>
        <p:spPr/>
        <p:txBody>
          <a:bodyPr/>
          <a:lstStyle/>
          <a:p>
            <a:pPr>
              <a:defRPr/>
            </a:pPr>
            <a:r>
              <a:rPr lang="en-US"/>
              <a:t>Enter title via "insert&gt;header and footer&gt;footer"  |  </a:t>
            </a:r>
            <a:endParaRPr lang="en-IN"/>
          </a:p>
        </p:txBody>
      </p:sp>
      <p:sp>
        <p:nvSpPr>
          <p:cNvPr id="8" name="Slide Number Placeholder 7">
            <a:extLst>
              <a:ext uri="{FF2B5EF4-FFF2-40B4-BE49-F238E27FC236}">
                <a16:creationId xmlns:a16="http://schemas.microsoft.com/office/drawing/2014/main" id="{E0E4568D-868E-42F7-926A-483A8A7B381A}"/>
              </a:ext>
            </a:extLst>
          </p:cNvPr>
          <p:cNvSpPr>
            <a:spLocks noGrp="1"/>
          </p:cNvSpPr>
          <p:nvPr>
            <p:ph type="sldNum" sz="quarter" idx="22"/>
          </p:nvPr>
        </p:nvSpPr>
        <p:spPr/>
        <p:txBody>
          <a:bodyPr/>
          <a:lstStyle/>
          <a:p>
            <a:pPr>
              <a:defRPr/>
            </a:pPr>
            <a:r>
              <a:rPr lang="en-IN"/>
              <a:t>|    </a:t>
            </a:r>
            <a:fld id="{7B2119CD-3B2D-4CEB-B404-D2E3F8CD6D69}" type="slidenum">
              <a:rPr lang="en-IN" smtClean="0"/>
              <a:pPr>
                <a:defRPr/>
              </a:pPr>
              <a:t>‹#›</a:t>
            </a:fld>
            <a:endParaRPr lang="en-IN"/>
          </a:p>
        </p:txBody>
      </p:sp>
      <p:sp>
        <p:nvSpPr>
          <p:cNvPr id="3" name="Title 2">
            <a:extLst>
              <a:ext uri="{FF2B5EF4-FFF2-40B4-BE49-F238E27FC236}">
                <a16:creationId xmlns:a16="http://schemas.microsoft.com/office/drawing/2014/main" id="{F49B87BA-CB3B-4626-87FF-39721BA39BC9}"/>
              </a:ext>
            </a:extLst>
          </p:cNvPr>
          <p:cNvSpPr>
            <a:spLocks noGrp="1"/>
          </p:cNvSpPr>
          <p:nvPr>
            <p:ph type="title"/>
          </p:nvPr>
        </p:nvSpPr>
        <p:spPr>
          <a:xfrm>
            <a:off x="670560" y="759459"/>
            <a:ext cx="5096253" cy="520701"/>
          </a:xfrm>
        </p:spPr>
        <p:txBody>
          <a:bodyPr/>
          <a:lstStyle/>
          <a:p>
            <a:r>
              <a:rPr lang="en-US"/>
              <a:t>Click to edit Master title style</a:t>
            </a:r>
            <a:endParaRPr lang="en-IN"/>
          </a:p>
        </p:txBody>
      </p:sp>
    </p:spTree>
    <p:extLst>
      <p:ext uri="{BB962C8B-B14F-4D97-AF65-F5344CB8AC3E}">
        <p14:creationId xmlns:p14="http://schemas.microsoft.com/office/powerpoint/2010/main" val="3439608496"/>
      </p:ext>
    </p:extLst>
  </p:cSld>
  <p:clrMapOvr>
    <a:masterClrMapping/>
  </p:clrMapOvr>
</p:sldLayout>
</file>

<file path=ppt/slideLayouts/slideLayout211.xml><?xml version="1.0" encoding="utf-8"?>
<p:sldLayout xmlns:a="http://schemas.openxmlformats.org/drawingml/2006/main" xmlns:r="http://schemas.openxmlformats.org/officeDocument/2006/relationships" xmlns:p="http://schemas.openxmlformats.org/presentationml/2006/main" preserve="1" userDrawn="1">
  <p:cSld name="(R) Half-content &amp; full image layout">
    <p:spTree>
      <p:nvGrpSpPr>
        <p:cNvPr id="1" name=""/>
        <p:cNvGrpSpPr/>
        <p:nvPr/>
      </p:nvGrpSpPr>
      <p:grpSpPr>
        <a:xfrm>
          <a:off x="0" y="0"/>
          <a:ext cx="0" cy="0"/>
          <a:chOff x="0" y="0"/>
          <a:chExt cx="0" cy="0"/>
        </a:xfrm>
      </p:grpSpPr>
      <p:sp>
        <p:nvSpPr>
          <p:cNvPr id="5" name="Picture Placeholder 9">
            <a:extLst>
              <a:ext uri="{FF2B5EF4-FFF2-40B4-BE49-F238E27FC236}">
                <a16:creationId xmlns:a16="http://schemas.microsoft.com/office/drawing/2014/main" id="{EBBC6B44-1A66-4C17-802D-CD6F3BEB84DB}"/>
              </a:ext>
            </a:extLst>
          </p:cNvPr>
          <p:cNvSpPr>
            <a:spLocks noGrp="1"/>
          </p:cNvSpPr>
          <p:nvPr>
            <p:ph type="pic" sz="quarter" idx="14" hasCustomPrompt="1"/>
          </p:nvPr>
        </p:nvSpPr>
        <p:spPr>
          <a:xfrm>
            <a:off x="1" y="0"/>
            <a:ext cx="12192000" cy="6858000"/>
          </a:xfrm>
          <a:prstGeom prst="rect">
            <a:avLst/>
          </a:prstGeom>
          <a:solidFill>
            <a:schemeClr val="bg2"/>
          </a:solidFill>
          <a:ln>
            <a:noFill/>
          </a:ln>
          <a:effectLst/>
        </p:spPr>
        <p:txBody>
          <a:bodyPr lIns="0" rIns="0" anchor="ctr" anchorCtr="0"/>
          <a:lstStyle>
            <a:lvl1pPr marL="927077" indent="0" algn="l">
              <a:tabLst/>
              <a:defRPr sz="2400" b="0" baseline="0">
                <a:solidFill>
                  <a:schemeClr val="accent1"/>
                </a:solidFill>
                <a:latin typeface="+mn-lt"/>
              </a:defRPr>
            </a:lvl1pPr>
          </a:lstStyle>
          <a:p>
            <a:r>
              <a:rPr lang="en-US"/>
              <a:t>Insert an image</a:t>
            </a:r>
            <a:br>
              <a:rPr lang="en-US"/>
            </a:br>
            <a:r>
              <a:rPr lang="en-US"/>
              <a:t>within this placeholder </a:t>
            </a:r>
          </a:p>
        </p:txBody>
      </p:sp>
      <p:sp>
        <p:nvSpPr>
          <p:cNvPr id="10" name="Content Placeholder 2">
            <a:extLst>
              <a:ext uri="{FF2B5EF4-FFF2-40B4-BE49-F238E27FC236}">
                <a16:creationId xmlns:a16="http://schemas.microsoft.com/office/drawing/2014/main" id="{997FC738-9BF3-4608-8B8E-05D0C5B5F6DE}"/>
              </a:ext>
            </a:extLst>
          </p:cNvPr>
          <p:cNvSpPr txBox="1">
            <a:spLocks/>
          </p:cNvSpPr>
          <p:nvPr userDrawn="1"/>
        </p:nvSpPr>
        <p:spPr bwMode="gray">
          <a:xfrm>
            <a:off x="670561" y="6427471"/>
            <a:ext cx="4077308" cy="292101"/>
          </a:xfrm>
          <a:prstGeom prst="rect">
            <a:avLst/>
          </a:prstGeom>
        </p:spPr>
        <p:txBody>
          <a:bodyPr vert="horz" lIns="0" rIns="0" anchor="b" anchorCtr="0"/>
          <a:lstStyle>
            <a:defPPr>
              <a:defRPr lang="en-US"/>
            </a:defPPr>
            <a:lvl1pPr indent="0" defTabSz="457200">
              <a:spcBef>
                <a:spcPct val="20000"/>
              </a:spcBef>
              <a:buFont typeface="Arial"/>
              <a:buNone/>
              <a:defRPr sz="1000">
                <a:solidFill>
                  <a:srgbClr val="000000"/>
                </a:solidFill>
                <a:cs typeface="Calibri" panose="020F0502020204030204" pitchFamily="34" charset="0"/>
              </a:defRPr>
            </a:lvl1pPr>
            <a:lvl2pPr indent="0" defTabSz="457200">
              <a:spcBef>
                <a:spcPct val="20000"/>
              </a:spcBef>
              <a:buFont typeface="Arial"/>
              <a:buNone/>
              <a:defRPr sz="900">
                <a:latin typeface="Georgia"/>
                <a:cs typeface="Georgia"/>
              </a:defRPr>
            </a:lvl2pPr>
            <a:lvl3pPr indent="0" defTabSz="457200">
              <a:spcBef>
                <a:spcPct val="20000"/>
              </a:spcBef>
              <a:buFont typeface="Arial"/>
              <a:buNone/>
              <a:defRPr sz="900">
                <a:latin typeface="Georgia"/>
                <a:cs typeface="Georgia"/>
              </a:defRPr>
            </a:lvl3pPr>
            <a:lvl4pPr indent="0" defTabSz="457200">
              <a:spcBef>
                <a:spcPct val="20000"/>
              </a:spcBef>
              <a:buFont typeface="Arial"/>
              <a:buNone/>
              <a:defRPr sz="900">
                <a:latin typeface="Georgia"/>
                <a:cs typeface="Georgia"/>
              </a:defRPr>
            </a:lvl4pPr>
            <a:lvl5pPr indent="0" defTabSz="457200">
              <a:spcBef>
                <a:spcPct val="20000"/>
              </a:spcBef>
              <a:buFont typeface="Arial"/>
              <a:buNone/>
              <a:defRPr sz="900">
                <a:latin typeface="Georgia"/>
                <a:cs typeface="Georgia"/>
              </a:defRPr>
            </a:lvl5pPr>
            <a:lvl6pPr marL="2514600" indent="-228600" defTabSz="457200">
              <a:spcBef>
                <a:spcPct val="20000"/>
              </a:spcBef>
              <a:buFont typeface="Arial"/>
              <a:buChar char="•"/>
              <a:defRPr sz="2000"/>
            </a:lvl6pPr>
            <a:lvl7pPr marL="2971800" indent="-228600" defTabSz="457200">
              <a:spcBef>
                <a:spcPct val="20000"/>
              </a:spcBef>
              <a:buFont typeface="Arial"/>
              <a:buChar char="•"/>
              <a:defRPr sz="2000"/>
            </a:lvl7pPr>
            <a:lvl8pPr marL="3429000" indent="-228600" defTabSz="457200">
              <a:spcBef>
                <a:spcPct val="20000"/>
              </a:spcBef>
              <a:buFont typeface="Arial"/>
              <a:buChar char="•"/>
              <a:defRPr sz="2000"/>
            </a:lvl8pPr>
            <a:lvl9pPr marL="3886200" indent="-228600" defTabSz="457200">
              <a:spcBef>
                <a:spcPct val="20000"/>
              </a:spcBef>
              <a:buFont typeface="Arial"/>
              <a:buChar char="•"/>
              <a:defRPr sz="2000"/>
            </a:lvl9pPr>
          </a:lstStyle>
          <a:p>
            <a:pPr lvl="0"/>
            <a:r>
              <a:rPr lang="en-US" sz="1333"/>
              <a:t>Proprietary and confidential — do not distribute</a:t>
            </a:r>
          </a:p>
        </p:txBody>
      </p:sp>
      <p:sp>
        <p:nvSpPr>
          <p:cNvPr id="17" name="Text Placeholder 9">
            <a:extLst>
              <a:ext uri="{FF2B5EF4-FFF2-40B4-BE49-F238E27FC236}">
                <a16:creationId xmlns:a16="http://schemas.microsoft.com/office/drawing/2014/main" id="{6273392E-BE16-4C3F-A463-7A7FC6BEE036}"/>
              </a:ext>
            </a:extLst>
          </p:cNvPr>
          <p:cNvSpPr>
            <a:spLocks noGrp="1"/>
          </p:cNvSpPr>
          <p:nvPr>
            <p:ph type="body" sz="quarter" idx="18" hasCustomPrompt="1"/>
          </p:nvPr>
        </p:nvSpPr>
        <p:spPr>
          <a:xfrm>
            <a:off x="6425185" y="355600"/>
            <a:ext cx="5096255" cy="348813"/>
          </a:xfrm>
          <a:prstGeom prst="rect">
            <a:avLst/>
          </a:prstGeom>
        </p:spPr>
        <p:txBody>
          <a:bodyPr wrap="square">
            <a:noAutofit/>
          </a:bodyPr>
          <a:lstStyle>
            <a:lvl1pPr>
              <a:defRPr sz="1867" b="0" cap="all" spc="200" baseline="0">
                <a:solidFill>
                  <a:schemeClr val="accent1"/>
                </a:solidFill>
                <a:latin typeface="+mn-lt"/>
              </a:defRPr>
            </a:lvl1pPr>
            <a:lvl2pPr marL="0" indent="0">
              <a:buNone/>
              <a:defRPr/>
            </a:lvl2pPr>
          </a:lstStyle>
          <a:p>
            <a:pPr lvl="0"/>
            <a:r>
              <a:rPr lang="en-US"/>
              <a:t>Eyebrow identification, CALIBRI, 14PT</a:t>
            </a:r>
          </a:p>
        </p:txBody>
      </p:sp>
      <p:sp>
        <p:nvSpPr>
          <p:cNvPr id="19" name="Content Placeholder 5">
            <a:extLst>
              <a:ext uri="{FF2B5EF4-FFF2-40B4-BE49-F238E27FC236}">
                <a16:creationId xmlns:a16="http://schemas.microsoft.com/office/drawing/2014/main" id="{1679F6DF-FEFB-4C1A-A396-814197C11D86}"/>
              </a:ext>
            </a:extLst>
          </p:cNvPr>
          <p:cNvSpPr>
            <a:spLocks noGrp="1"/>
          </p:cNvSpPr>
          <p:nvPr>
            <p:ph sz="quarter" idx="19"/>
          </p:nvPr>
        </p:nvSpPr>
        <p:spPr>
          <a:xfrm>
            <a:off x="6425182" y="1882587"/>
            <a:ext cx="5096255" cy="4335332"/>
          </a:xfrm>
        </p:spPr>
        <p:txBody>
          <a:bodyPr/>
          <a:lstStyle>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Date Placeholder 5">
            <a:extLst>
              <a:ext uri="{FF2B5EF4-FFF2-40B4-BE49-F238E27FC236}">
                <a16:creationId xmlns:a16="http://schemas.microsoft.com/office/drawing/2014/main" id="{9F552E6A-42EF-4270-B9A7-98DFF9C26BC9}"/>
              </a:ext>
            </a:extLst>
          </p:cNvPr>
          <p:cNvSpPr>
            <a:spLocks noGrp="1"/>
          </p:cNvSpPr>
          <p:nvPr>
            <p:ph type="dt" sz="half" idx="20"/>
          </p:nvPr>
        </p:nvSpPr>
        <p:spPr/>
        <p:txBody>
          <a:bodyPr/>
          <a:lstStyle/>
          <a:p>
            <a:fld id="{C27043B0-5886-4F0A-80D8-0107E4CDA59D}" type="datetime5">
              <a:rPr lang="en-US" sz="1333" smtClean="0"/>
              <a:t>7-May-26</a:t>
            </a:fld>
            <a:endParaRPr lang="en-IN" sz="1333"/>
          </a:p>
        </p:txBody>
      </p:sp>
      <p:sp>
        <p:nvSpPr>
          <p:cNvPr id="7" name="Footer Placeholder 6">
            <a:extLst>
              <a:ext uri="{FF2B5EF4-FFF2-40B4-BE49-F238E27FC236}">
                <a16:creationId xmlns:a16="http://schemas.microsoft.com/office/drawing/2014/main" id="{7474A17B-B0E6-4C29-8975-C906D9247990}"/>
              </a:ext>
            </a:extLst>
          </p:cNvPr>
          <p:cNvSpPr>
            <a:spLocks noGrp="1"/>
          </p:cNvSpPr>
          <p:nvPr>
            <p:ph type="ftr" sz="quarter" idx="21"/>
          </p:nvPr>
        </p:nvSpPr>
        <p:spPr/>
        <p:txBody>
          <a:bodyPr/>
          <a:lstStyle/>
          <a:p>
            <a:pPr>
              <a:defRPr/>
            </a:pPr>
            <a:r>
              <a:rPr lang="en-US"/>
              <a:t>Enter title via "insert&gt;header and footer&gt;footer"  |  </a:t>
            </a:r>
            <a:endParaRPr lang="en-IN"/>
          </a:p>
        </p:txBody>
      </p:sp>
      <p:sp>
        <p:nvSpPr>
          <p:cNvPr id="8" name="Slide Number Placeholder 7">
            <a:extLst>
              <a:ext uri="{FF2B5EF4-FFF2-40B4-BE49-F238E27FC236}">
                <a16:creationId xmlns:a16="http://schemas.microsoft.com/office/drawing/2014/main" id="{9A86EBC0-A4B4-49A9-8E69-797CFD88D052}"/>
              </a:ext>
            </a:extLst>
          </p:cNvPr>
          <p:cNvSpPr>
            <a:spLocks noGrp="1"/>
          </p:cNvSpPr>
          <p:nvPr>
            <p:ph type="sldNum" sz="quarter" idx="22"/>
          </p:nvPr>
        </p:nvSpPr>
        <p:spPr/>
        <p:txBody>
          <a:bodyPr/>
          <a:lstStyle/>
          <a:p>
            <a:pPr>
              <a:defRPr/>
            </a:pPr>
            <a:r>
              <a:rPr lang="en-IN"/>
              <a:t>|    </a:t>
            </a:r>
            <a:fld id="{7B2119CD-3B2D-4CEB-B404-D2E3F8CD6D69}" type="slidenum">
              <a:rPr lang="en-IN" smtClean="0"/>
              <a:pPr>
                <a:defRPr/>
              </a:pPr>
              <a:t>‹#›</a:t>
            </a:fld>
            <a:endParaRPr lang="en-IN"/>
          </a:p>
        </p:txBody>
      </p:sp>
      <p:sp>
        <p:nvSpPr>
          <p:cNvPr id="3" name="Title 2">
            <a:extLst>
              <a:ext uri="{FF2B5EF4-FFF2-40B4-BE49-F238E27FC236}">
                <a16:creationId xmlns:a16="http://schemas.microsoft.com/office/drawing/2014/main" id="{40E04E43-6321-44FE-86E3-92363113651D}"/>
              </a:ext>
            </a:extLst>
          </p:cNvPr>
          <p:cNvSpPr>
            <a:spLocks noGrp="1"/>
          </p:cNvSpPr>
          <p:nvPr>
            <p:ph type="title"/>
          </p:nvPr>
        </p:nvSpPr>
        <p:spPr>
          <a:xfrm>
            <a:off x="6425181" y="759459"/>
            <a:ext cx="5096259" cy="520701"/>
          </a:xfrm>
        </p:spPr>
        <p:txBody>
          <a:bodyPr/>
          <a:lstStyle/>
          <a:p>
            <a:r>
              <a:rPr lang="en-US"/>
              <a:t>Click to edit Master title style</a:t>
            </a:r>
            <a:endParaRPr lang="en-IN"/>
          </a:p>
        </p:txBody>
      </p:sp>
    </p:spTree>
    <p:extLst>
      <p:ext uri="{BB962C8B-B14F-4D97-AF65-F5344CB8AC3E}">
        <p14:creationId xmlns:p14="http://schemas.microsoft.com/office/powerpoint/2010/main" val="2871920252"/>
      </p:ext>
    </p:extLst>
  </p:cSld>
  <p:clrMapOvr>
    <a:masterClrMapping/>
  </p:clrMapOvr>
</p:sldLayout>
</file>

<file path=ppt/slideLayouts/slideLayout21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CC2773AC-CB5F-4692-8614-145FCB812285}"/>
              </a:ext>
            </a:extLst>
          </p:cNvPr>
          <p:cNvSpPr>
            <a:spLocks noGrp="1"/>
          </p:cNvSpPr>
          <p:nvPr>
            <p:ph type="body" sz="quarter" idx="10" hasCustomPrompt="1"/>
          </p:nvPr>
        </p:nvSpPr>
        <p:spPr>
          <a:xfrm>
            <a:off x="670562" y="355600"/>
            <a:ext cx="6989233" cy="348813"/>
          </a:xfrm>
          <a:prstGeom prst="rect">
            <a:avLst/>
          </a:prstGeom>
        </p:spPr>
        <p:txBody>
          <a:bodyPr>
            <a:noAutofit/>
          </a:bodyPr>
          <a:lstStyle>
            <a:lvl1pPr>
              <a:defRPr sz="1867" b="0" cap="all" spc="200" baseline="0">
                <a:solidFill>
                  <a:schemeClr val="accent1"/>
                </a:solidFill>
                <a:latin typeface="+mn-lt"/>
              </a:defRPr>
            </a:lvl1pPr>
            <a:lvl2pPr marL="0" indent="0">
              <a:buNone/>
              <a:defRPr/>
            </a:lvl2pPr>
          </a:lstStyle>
          <a:p>
            <a:pPr lvl="0"/>
            <a:r>
              <a:rPr lang="en-US"/>
              <a:t>Eyebrow identification, CALIBRI, 14PT REGULAR</a:t>
            </a:r>
          </a:p>
        </p:txBody>
      </p:sp>
      <p:sp>
        <p:nvSpPr>
          <p:cNvPr id="5" name="Date Placeholder 4">
            <a:extLst>
              <a:ext uri="{FF2B5EF4-FFF2-40B4-BE49-F238E27FC236}">
                <a16:creationId xmlns:a16="http://schemas.microsoft.com/office/drawing/2014/main" id="{90095818-CAA3-49D4-822D-78FB55358F3D}"/>
              </a:ext>
            </a:extLst>
          </p:cNvPr>
          <p:cNvSpPr>
            <a:spLocks noGrp="1"/>
          </p:cNvSpPr>
          <p:nvPr>
            <p:ph type="dt" sz="half" idx="11"/>
          </p:nvPr>
        </p:nvSpPr>
        <p:spPr/>
        <p:txBody>
          <a:bodyPr/>
          <a:lstStyle/>
          <a:p>
            <a:fld id="{876E0B3B-7872-44D4-B1F0-0A8ADB51E2FB}" type="datetime5">
              <a:rPr lang="en-US" sz="1333" smtClean="0"/>
              <a:t>7-May-26</a:t>
            </a:fld>
            <a:endParaRPr lang="en-IN" sz="1333"/>
          </a:p>
        </p:txBody>
      </p:sp>
      <p:sp>
        <p:nvSpPr>
          <p:cNvPr id="6" name="Footer Placeholder 5">
            <a:extLst>
              <a:ext uri="{FF2B5EF4-FFF2-40B4-BE49-F238E27FC236}">
                <a16:creationId xmlns:a16="http://schemas.microsoft.com/office/drawing/2014/main" id="{3DF4A984-8C41-4A18-A4AB-486817760C84}"/>
              </a:ext>
            </a:extLst>
          </p:cNvPr>
          <p:cNvSpPr>
            <a:spLocks noGrp="1"/>
          </p:cNvSpPr>
          <p:nvPr>
            <p:ph type="ftr" sz="quarter" idx="12"/>
          </p:nvPr>
        </p:nvSpPr>
        <p:spPr/>
        <p:txBody>
          <a:bodyPr/>
          <a:lstStyle/>
          <a:p>
            <a:pPr>
              <a:defRPr/>
            </a:pPr>
            <a:r>
              <a:rPr lang="en-US"/>
              <a:t>Enter title via "insert&gt;header and footer&gt;footer"  |  </a:t>
            </a:r>
            <a:endParaRPr lang="en-IN"/>
          </a:p>
        </p:txBody>
      </p:sp>
      <p:sp>
        <p:nvSpPr>
          <p:cNvPr id="7" name="Slide Number Placeholder 6">
            <a:extLst>
              <a:ext uri="{FF2B5EF4-FFF2-40B4-BE49-F238E27FC236}">
                <a16:creationId xmlns:a16="http://schemas.microsoft.com/office/drawing/2014/main" id="{43C13B2C-626A-4182-93CD-E777AFAD57CE}"/>
              </a:ext>
            </a:extLst>
          </p:cNvPr>
          <p:cNvSpPr>
            <a:spLocks noGrp="1"/>
          </p:cNvSpPr>
          <p:nvPr>
            <p:ph type="sldNum" sz="quarter" idx="13"/>
          </p:nvPr>
        </p:nvSpPr>
        <p:spPr/>
        <p:txBody>
          <a:bodyPr/>
          <a:lstStyle/>
          <a:p>
            <a:pPr>
              <a:defRPr/>
            </a:pPr>
            <a:r>
              <a:rPr lang="en-IN"/>
              <a:t>|    </a:t>
            </a:r>
            <a:fld id="{7B2119CD-3B2D-4CEB-B404-D2E3F8CD6D69}" type="slidenum">
              <a:rPr lang="en-IN" smtClean="0"/>
              <a:pPr>
                <a:defRPr/>
              </a:pPr>
              <a:t>‹#›</a:t>
            </a:fld>
            <a:endParaRPr lang="en-IN"/>
          </a:p>
        </p:txBody>
      </p:sp>
      <p:sp>
        <p:nvSpPr>
          <p:cNvPr id="3" name="Title 2">
            <a:extLst>
              <a:ext uri="{FF2B5EF4-FFF2-40B4-BE49-F238E27FC236}">
                <a16:creationId xmlns:a16="http://schemas.microsoft.com/office/drawing/2014/main" id="{3F2BE9E2-7A7D-4BED-96F2-45B5703A2DAB}"/>
              </a:ext>
            </a:extLst>
          </p:cNvPr>
          <p:cNvSpPr>
            <a:spLocks noGrp="1"/>
          </p:cNvSpPr>
          <p:nvPr>
            <p:ph type="title"/>
          </p:nvPr>
        </p:nvSpPr>
        <p:spPr/>
        <p:txBody>
          <a:bodyPr/>
          <a:lstStyle/>
          <a:p>
            <a:r>
              <a:rPr lang="en-US"/>
              <a:t>Click to edit Master title style</a:t>
            </a:r>
            <a:endParaRPr lang="en-IN"/>
          </a:p>
        </p:txBody>
      </p:sp>
    </p:spTree>
    <p:extLst>
      <p:ext uri="{BB962C8B-B14F-4D97-AF65-F5344CB8AC3E}">
        <p14:creationId xmlns:p14="http://schemas.microsoft.com/office/powerpoint/2010/main" val="602382331"/>
      </p:ext>
    </p:extLst>
  </p:cSld>
  <p:clrMapOvr>
    <a:masterClrMapping/>
  </p:clrMapOvr>
</p:sldLayout>
</file>

<file path=ppt/slideLayouts/slideLayout2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51B9B04E-CEBD-4F9E-A541-121DB0F546B9}"/>
              </a:ext>
            </a:extLst>
          </p:cNvPr>
          <p:cNvSpPr>
            <a:spLocks noGrp="1"/>
          </p:cNvSpPr>
          <p:nvPr>
            <p:ph type="dt" sz="half" idx="10"/>
          </p:nvPr>
        </p:nvSpPr>
        <p:spPr/>
        <p:txBody>
          <a:bodyPr/>
          <a:lstStyle/>
          <a:p>
            <a:fld id="{67AB20BA-C869-4B70-9321-FBF4E3405158}" type="datetime5">
              <a:rPr lang="en-US" sz="1333" smtClean="0"/>
              <a:t>7-May-26</a:t>
            </a:fld>
            <a:endParaRPr lang="en-IN" sz="1333"/>
          </a:p>
        </p:txBody>
      </p:sp>
      <p:sp>
        <p:nvSpPr>
          <p:cNvPr id="6" name="Footer Placeholder 5">
            <a:extLst>
              <a:ext uri="{FF2B5EF4-FFF2-40B4-BE49-F238E27FC236}">
                <a16:creationId xmlns:a16="http://schemas.microsoft.com/office/drawing/2014/main" id="{BDFCBFE7-5E00-4725-92DC-113FE1B9DB27}"/>
              </a:ext>
            </a:extLst>
          </p:cNvPr>
          <p:cNvSpPr>
            <a:spLocks noGrp="1"/>
          </p:cNvSpPr>
          <p:nvPr>
            <p:ph type="ftr" sz="quarter" idx="11"/>
          </p:nvPr>
        </p:nvSpPr>
        <p:spPr/>
        <p:txBody>
          <a:bodyPr/>
          <a:lstStyle/>
          <a:p>
            <a:pPr>
              <a:defRPr/>
            </a:pPr>
            <a:r>
              <a:rPr lang="en-US"/>
              <a:t>Enter title via "insert&gt;header and footer&gt;footer"  |  </a:t>
            </a:r>
            <a:endParaRPr lang="en-IN"/>
          </a:p>
        </p:txBody>
      </p:sp>
      <p:sp>
        <p:nvSpPr>
          <p:cNvPr id="7" name="Slide Number Placeholder 6">
            <a:extLst>
              <a:ext uri="{FF2B5EF4-FFF2-40B4-BE49-F238E27FC236}">
                <a16:creationId xmlns:a16="http://schemas.microsoft.com/office/drawing/2014/main" id="{E938BA52-5212-4BC3-9F12-DB299DFC36EF}"/>
              </a:ext>
            </a:extLst>
          </p:cNvPr>
          <p:cNvSpPr>
            <a:spLocks noGrp="1"/>
          </p:cNvSpPr>
          <p:nvPr>
            <p:ph type="sldNum" sz="quarter" idx="12"/>
          </p:nvPr>
        </p:nvSpPr>
        <p:spPr/>
        <p:txBody>
          <a:bodyPr/>
          <a:lstStyle/>
          <a:p>
            <a:pPr>
              <a:defRPr/>
            </a:pPr>
            <a:r>
              <a:rPr lang="en-IN"/>
              <a:t>|    </a:t>
            </a:r>
            <a:fld id="{7B2119CD-3B2D-4CEB-B404-D2E3F8CD6D69}" type="slidenum">
              <a:rPr lang="en-IN" smtClean="0"/>
              <a:pPr>
                <a:defRPr/>
              </a:pPr>
              <a:t>‹#›</a:t>
            </a:fld>
            <a:endParaRPr lang="en-IN"/>
          </a:p>
        </p:txBody>
      </p:sp>
    </p:spTree>
    <p:extLst>
      <p:ext uri="{BB962C8B-B14F-4D97-AF65-F5344CB8AC3E}">
        <p14:creationId xmlns:p14="http://schemas.microsoft.com/office/powerpoint/2010/main" val="1881360279"/>
      </p:ext>
    </p:extLst>
  </p:cSld>
  <p:clrMapOvr>
    <a:masterClrMapping/>
  </p:clrMapOvr>
</p:sldLayout>
</file>

<file path=ppt/slideLayouts/slideLayout214.xml><?xml version="1.0" encoding="utf-8"?>
<p:sldLayout xmlns:a="http://schemas.openxmlformats.org/drawingml/2006/main" xmlns:r="http://schemas.openxmlformats.org/officeDocument/2006/relationships" xmlns:p="http://schemas.openxmlformats.org/presentationml/2006/main" showMasterSp="0" type="secHead" preserve="1">
  <p:cSld name="Section Header Dark Blue">
    <p:bg bwMode="auto">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bwMode="gray">
          <a:xfrm>
            <a:off x="670560" y="3108959"/>
            <a:ext cx="10850880" cy="1645920"/>
          </a:xfrm>
        </p:spPr>
        <p:txBody>
          <a:bodyPr wrap="square" rIns="0" bIns="0" anchor="t">
            <a:noAutofit/>
          </a:bodyPr>
          <a:lstStyle>
            <a:lvl1pPr algn="l">
              <a:lnSpc>
                <a:spcPct val="80000"/>
              </a:lnSpc>
              <a:defRPr sz="5867" b="0" cap="none" spc="0" baseline="0">
                <a:solidFill>
                  <a:schemeClr val="bg1"/>
                </a:solidFill>
                <a:latin typeface="+mj-lt"/>
              </a:defRPr>
            </a:lvl1pPr>
          </a:lstStyle>
          <a:p>
            <a:r>
              <a:rPr lang="en-US"/>
              <a:t>Click to edit master title style</a:t>
            </a:r>
          </a:p>
        </p:txBody>
      </p:sp>
      <p:sp>
        <p:nvSpPr>
          <p:cNvPr id="3" name="Text Placeholder 2"/>
          <p:cNvSpPr>
            <a:spLocks noGrp="1"/>
          </p:cNvSpPr>
          <p:nvPr>
            <p:ph type="body" idx="1" hasCustomPrompt="1"/>
          </p:nvPr>
        </p:nvSpPr>
        <p:spPr bwMode="gray">
          <a:xfrm>
            <a:off x="670560" y="2331720"/>
            <a:ext cx="10850880" cy="640080"/>
          </a:xfrm>
          <a:prstGeom prst="rect">
            <a:avLst/>
          </a:prstGeom>
        </p:spPr>
        <p:txBody>
          <a:bodyPr rIns="0" bIns="0" anchor="b"/>
          <a:lstStyle>
            <a:lvl1pPr marL="0" indent="0">
              <a:lnSpc>
                <a:spcPct val="100000"/>
              </a:lnSpc>
              <a:buNone/>
              <a:defRPr sz="2400" b="1" cap="all" spc="200" baseline="0">
                <a:solidFill>
                  <a:schemeClr val="bg1"/>
                </a:solidFill>
                <a:latin typeface="+mn-lt"/>
                <a:cs typeface="Calibri" panose="020F0502020204030204" pitchFamily="34" charset="0"/>
              </a:defRPr>
            </a:lvl1pPr>
            <a:lvl2pPr marL="609585" indent="0">
              <a:buNone/>
              <a:defRPr sz="2400">
                <a:solidFill>
                  <a:schemeClr val="tx1">
                    <a:tint val="75000"/>
                  </a:schemeClr>
                </a:solidFill>
              </a:defRPr>
            </a:lvl2pPr>
            <a:lvl3pPr marL="1219170" indent="0">
              <a:buNone/>
              <a:defRPr sz="2133">
                <a:solidFill>
                  <a:schemeClr val="tx1">
                    <a:tint val="75000"/>
                  </a:schemeClr>
                </a:solidFill>
              </a:defRPr>
            </a:lvl3pPr>
            <a:lvl4pPr marL="1828754" indent="0">
              <a:buNone/>
              <a:defRPr sz="1867">
                <a:solidFill>
                  <a:schemeClr val="tx1">
                    <a:tint val="75000"/>
                  </a:schemeClr>
                </a:solidFill>
              </a:defRPr>
            </a:lvl4pPr>
            <a:lvl5pPr marL="2438339" indent="0">
              <a:buNone/>
              <a:defRPr sz="1867">
                <a:solidFill>
                  <a:schemeClr val="tx1">
                    <a:tint val="75000"/>
                  </a:schemeClr>
                </a:solidFill>
              </a:defRPr>
            </a:lvl5pPr>
            <a:lvl6pPr marL="3047924" indent="0">
              <a:buNone/>
              <a:defRPr sz="1867">
                <a:solidFill>
                  <a:schemeClr val="tx1">
                    <a:tint val="75000"/>
                  </a:schemeClr>
                </a:solidFill>
              </a:defRPr>
            </a:lvl6pPr>
            <a:lvl7pPr marL="3657509" indent="0">
              <a:buNone/>
              <a:defRPr sz="1867">
                <a:solidFill>
                  <a:schemeClr val="tx1">
                    <a:tint val="75000"/>
                  </a:schemeClr>
                </a:solidFill>
              </a:defRPr>
            </a:lvl7pPr>
            <a:lvl8pPr marL="4267093" indent="0">
              <a:buNone/>
              <a:defRPr sz="1867">
                <a:solidFill>
                  <a:schemeClr val="tx1">
                    <a:tint val="75000"/>
                  </a:schemeClr>
                </a:solidFill>
              </a:defRPr>
            </a:lvl8pPr>
            <a:lvl9pPr marL="4876678" indent="0">
              <a:buNone/>
              <a:defRPr sz="1867">
                <a:solidFill>
                  <a:schemeClr val="tx1">
                    <a:tint val="75000"/>
                  </a:schemeClr>
                </a:solidFill>
              </a:defRPr>
            </a:lvl9pPr>
          </a:lstStyle>
          <a:p>
            <a:pPr lvl="0"/>
            <a:r>
              <a:rPr lang="en-US"/>
              <a:t>CLICK TO EDIT MASTER TEXT STYLES</a:t>
            </a:r>
          </a:p>
        </p:txBody>
      </p:sp>
      <p:sp>
        <p:nvSpPr>
          <p:cNvPr id="9" name="Content Placeholder 2">
            <a:extLst>
              <a:ext uri="{FF2B5EF4-FFF2-40B4-BE49-F238E27FC236}">
                <a16:creationId xmlns:a16="http://schemas.microsoft.com/office/drawing/2014/main" id="{815B31BE-5499-438F-8FC9-24D8712E9F2E}"/>
              </a:ext>
            </a:extLst>
          </p:cNvPr>
          <p:cNvSpPr txBox="1">
            <a:spLocks/>
          </p:cNvSpPr>
          <p:nvPr userDrawn="1"/>
        </p:nvSpPr>
        <p:spPr bwMode="gray">
          <a:xfrm>
            <a:off x="670561" y="6427471"/>
            <a:ext cx="4077308" cy="292101"/>
          </a:xfrm>
          <a:prstGeom prst="rect">
            <a:avLst/>
          </a:prstGeom>
        </p:spPr>
        <p:txBody>
          <a:bodyPr vert="horz" lIns="0" rIns="0" anchor="b" anchorCtr="0"/>
          <a:lstStyle>
            <a:lvl1pPr marL="0" indent="0" algn="l" defTabSz="457200" rtl="0" eaLnBrk="1" latinLnBrk="0" hangingPunct="1">
              <a:spcBef>
                <a:spcPct val="20000"/>
              </a:spcBef>
              <a:buFont typeface="Arial"/>
              <a:buNone/>
              <a:defRPr sz="900" kern="1200">
                <a:solidFill>
                  <a:schemeClr val="tx1"/>
                </a:solidFill>
                <a:latin typeface="Georgia"/>
                <a:ea typeface="+mn-ea"/>
                <a:cs typeface="Georgia"/>
              </a:defRPr>
            </a:lvl1pPr>
            <a:lvl2pPr marL="457200" indent="0" algn="l" defTabSz="457200" rtl="0" eaLnBrk="1" latinLnBrk="0" hangingPunct="1">
              <a:spcBef>
                <a:spcPct val="20000"/>
              </a:spcBef>
              <a:buFont typeface="Arial"/>
              <a:buNone/>
              <a:defRPr sz="900" kern="1200">
                <a:solidFill>
                  <a:schemeClr val="tx1"/>
                </a:solidFill>
                <a:latin typeface="Georgia"/>
                <a:ea typeface="+mn-ea"/>
                <a:cs typeface="Georgia"/>
              </a:defRPr>
            </a:lvl2pPr>
            <a:lvl3pPr marL="914400" indent="0" algn="l" defTabSz="457200" rtl="0" eaLnBrk="1" latinLnBrk="0" hangingPunct="1">
              <a:spcBef>
                <a:spcPct val="20000"/>
              </a:spcBef>
              <a:buFont typeface="Arial"/>
              <a:buNone/>
              <a:defRPr sz="900" kern="1200">
                <a:solidFill>
                  <a:schemeClr val="tx1"/>
                </a:solidFill>
                <a:latin typeface="Georgia"/>
                <a:ea typeface="+mn-ea"/>
                <a:cs typeface="Georgia"/>
              </a:defRPr>
            </a:lvl3pPr>
            <a:lvl4pPr marL="1371600" indent="0" algn="l" defTabSz="457200" rtl="0" eaLnBrk="1" latinLnBrk="0" hangingPunct="1">
              <a:spcBef>
                <a:spcPct val="20000"/>
              </a:spcBef>
              <a:buFont typeface="Arial"/>
              <a:buNone/>
              <a:defRPr sz="900" kern="1200">
                <a:solidFill>
                  <a:schemeClr val="tx1"/>
                </a:solidFill>
                <a:latin typeface="Georgia"/>
                <a:ea typeface="+mn-ea"/>
                <a:cs typeface="Georgia"/>
              </a:defRPr>
            </a:lvl4pPr>
            <a:lvl5pPr marL="1828800" indent="0" algn="l" defTabSz="457200" rtl="0" eaLnBrk="1" latinLnBrk="0" hangingPunct="1">
              <a:spcBef>
                <a:spcPct val="20000"/>
              </a:spcBef>
              <a:buFont typeface="Arial"/>
              <a:buNone/>
              <a:defRPr sz="900" kern="1200">
                <a:solidFill>
                  <a:schemeClr val="tx1"/>
                </a:solidFill>
                <a:latin typeface="Georgia"/>
                <a:ea typeface="+mn-ea"/>
                <a:cs typeface="Georgia"/>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1333">
                <a:solidFill>
                  <a:schemeClr val="bg1"/>
                </a:solidFill>
                <a:latin typeface="Calibri" panose="020F0502020204030204" pitchFamily="34" charset="0"/>
                <a:cs typeface="Calibri" panose="020F0502020204030204" pitchFamily="34" charset="0"/>
              </a:rPr>
              <a:t>Proprietary and confidential — do not distribute</a:t>
            </a:r>
          </a:p>
        </p:txBody>
      </p:sp>
      <p:sp>
        <p:nvSpPr>
          <p:cNvPr id="7" name="Date Placeholder 6">
            <a:extLst>
              <a:ext uri="{FF2B5EF4-FFF2-40B4-BE49-F238E27FC236}">
                <a16:creationId xmlns:a16="http://schemas.microsoft.com/office/drawing/2014/main" id="{6829463D-7256-4F94-B053-694230DDA169}"/>
              </a:ext>
            </a:extLst>
          </p:cNvPr>
          <p:cNvSpPr>
            <a:spLocks noGrp="1"/>
          </p:cNvSpPr>
          <p:nvPr>
            <p:ph type="dt" sz="half" idx="10"/>
          </p:nvPr>
        </p:nvSpPr>
        <p:spPr/>
        <p:txBody>
          <a:bodyPr/>
          <a:lstStyle>
            <a:lvl1pPr>
              <a:defRPr>
                <a:solidFill>
                  <a:schemeClr val="bg1"/>
                </a:solidFill>
              </a:defRPr>
            </a:lvl1pPr>
          </a:lstStyle>
          <a:p>
            <a:fld id="{10371D01-0526-4002-B34C-9D4A9C73B7A7}" type="datetime5">
              <a:rPr lang="en-US" smtClean="0"/>
              <a:t>7-May-26</a:t>
            </a:fld>
            <a:endParaRPr lang="en-IN"/>
          </a:p>
        </p:txBody>
      </p:sp>
      <p:sp>
        <p:nvSpPr>
          <p:cNvPr id="8" name="Footer Placeholder 7">
            <a:extLst>
              <a:ext uri="{FF2B5EF4-FFF2-40B4-BE49-F238E27FC236}">
                <a16:creationId xmlns:a16="http://schemas.microsoft.com/office/drawing/2014/main" id="{8AC65850-E065-46A5-AFAB-25EE12435446}"/>
              </a:ext>
            </a:extLst>
          </p:cNvPr>
          <p:cNvSpPr>
            <a:spLocks noGrp="1"/>
          </p:cNvSpPr>
          <p:nvPr>
            <p:ph type="ftr" sz="quarter" idx="11"/>
          </p:nvPr>
        </p:nvSpPr>
        <p:spPr/>
        <p:txBody>
          <a:bodyPr/>
          <a:lstStyle>
            <a:lvl1pPr>
              <a:defRPr>
                <a:solidFill>
                  <a:schemeClr val="bg1"/>
                </a:solidFill>
              </a:defRPr>
            </a:lvl1pPr>
          </a:lstStyle>
          <a:p>
            <a:pPr>
              <a:defRPr/>
            </a:pPr>
            <a:r>
              <a:rPr lang="en-US"/>
              <a:t>Enter title via "insert&gt;header and footer&gt;footer"  |  </a:t>
            </a:r>
            <a:endParaRPr lang="en-IN"/>
          </a:p>
        </p:txBody>
      </p:sp>
      <p:sp>
        <p:nvSpPr>
          <p:cNvPr id="10" name="Slide Number Placeholder 9">
            <a:extLst>
              <a:ext uri="{FF2B5EF4-FFF2-40B4-BE49-F238E27FC236}">
                <a16:creationId xmlns:a16="http://schemas.microsoft.com/office/drawing/2014/main" id="{00E02CAF-4CC0-4859-963B-FC187D3CD31C}"/>
              </a:ext>
            </a:extLst>
          </p:cNvPr>
          <p:cNvSpPr>
            <a:spLocks noGrp="1"/>
          </p:cNvSpPr>
          <p:nvPr>
            <p:ph type="sldNum" sz="quarter" idx="12"/>
          </p:nvPr>
        </p:nvSpPr>
        <p:spPr/>
        <p:txBody>
          <a:bodyPr/>
          <a:lstStyle>
            <a:lvl1pPr>
              <a:defRPr>
                <a:solidFill>
                  <a:schemeClr val="bg1"/>
                </a:solidFill>
              </a:defRPr>
            </a:lvl1pPr>
          </a:lstStyle>
          <a:p>
            <a:pPr>
              <a:defRPr/>
            </a:pPr>
            <a:r>
              <a:rPr lang="en-IN"/>
              <a:t>|    </a:t>
            </a:r>
            <a:fld id="{7B2119CD-3B2D-4CEB-B404-D2E3F8CD6D69}" type="slidenum">
              <a:rPr lang="en-IN" smtClean="0"/>
              <a:pPr>
                <a:defRPr/>
              </a:pPr>
              <a:t>‹#›</a:t>
            </a:fld>
            <a:endParaRPr lang="en-IN"/>
          </a:p>
        </p:txBody>
      </p:sp>
    </p:spTree>
    <p:extLst>
      <p:ext uri="{BB962C8B-B14F-4D97-AF65-F5344CB8AC3E}">
        <p14:creationId xmlns:p14="http://schemas.microsoft.com/office/powerpoint/2010/main" val="17994037"/>
      </p:ext>
    </p:extLst>
  </p:cSld>
  <p:clrMapOvr>
    <a:masterClrMapping/>
  </p:clrMapOvr>
</p:sldLayout>
</file>

<file path=ppt/slideLayouts/slideLayout215.xml><?xml version="1.0" encoding="utf-8"?>
<p:sldLayout xmlns:a="http://schemas.openxmlformats.org/drawingml/2006/main" xmlns:r="http://schemas.openxmlformats.org/officeDocument/2006/relationships" xmlns:p="http://schemas.openxmlformats.org/presentationml/2006/main" showMasterSp="0" type="secHead" preserve="1">
  <p:cSld name="Section Header Purple">
    <p:bg bwMode="auto">
      <p:bgPr>
        <a:solidFill>
          <a:schemeClr val="accent5"/>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bwMode="gray">
          <a:xfrm>
            <a:off x="670560" y="3108959"/>
            <a:ext cx="10850880" cy="1645920"/>
          </a:xfrm>
        </p:spPr>
        <p:txBody>
          <a:bodyPr rIns="0" bIns="0" anchor="t">
            <a:noAutofit/>
          </a:bodyPr>
          <a:lstStyle>
            <a:lvl1pPr algn="l">
              <a:lnSpc>
                <a:spcPct val="80000"/>
              </a:lnSpc>
              <a:defRPr sz="5867" b="0" cap="none" spc="0" baseline="0">
                <a:solidFill>
                  <a:schemeClr val="bg1"/>
                </a:solidFill>
                <a:latin typeface="+mj-lt"/>
              </a:defRPr>
            </a:lvl1pPr>
          </a:lstStyle>
          <a:p>
            <a:r>
              <a:rPr lang="en-US"/>
              <a:t>Click to edit master title style</a:t>
            </a:r>
          </a:p>
        </p:txBody>
      </p:sp>
      <p:sp>
        <p:nvSpPr>
          <p:cNvPr id="3" name="Text Placeholder 2"/>
          <p:cNvSpPr>
            <a:spLocks noGrp="1"/>
          </p:cNvSpPr>
          <p:nvPr>
            <p:ph type="body" idx="1" hasCustomPrompt="1"/>
          </p:nvPr>
        </p:nvSpPr>
        <p:spPr bwMode="gray">
          <a:xfrm>
            <a:off x="670560" y="2331720"/>
            <a:ext cx="10850880" cy="640080"/>
          </a:xfrm>
          <a:prstGeom prst="rect">
            <a:avLst/>
          </a:prstGeom>
        </p:spPr>
        <p:txBody>
          <a:bodyPr rIns="0" bIns="0" anchor="b"/>
          <a:lstStyle>
            <a:lvl1pPr marL="0" indent="0">
              <a:lnSpc>
                <a:spcPct val="100000"/>
              </a:lnSpc>
              <a:buNone/>
              <a:defRPr sz="2400" b="1" cap="all" spc="200" baseline="0">
                <a:solidFill>
                  <a:schemeClr val="bg1"/>
                </a:solidFill>
                <a:latin typeface="+mn-lt"/>
                <a:cs typeface="Calibri" panose="020F0502020204030204" pitchFamily="34" charset="0"/>
              </a:defRPr>
            </a:lvl1pPr>
            <a:lvl2pPr marL="609585" indent="0">
              <a:buNone/>
              <a:defRPr sz="2400">
                <a:solidFill>
                  <a:schemeClr val="tx1">
                    <a:tint val="75000"/>
                  </a:schemeClr>
                </a:solidFill>
              </a:defRPr>
            </a:lvl2pPr>
            <a:lvl3pPr marL="1219170" indent="0">
              <a:buNone/>
              <a:defRPr sz="2133">
                <a:solidFill>
                  <a:schemeClr val="tx1">
                    <a:tint val="75000"/>
                  </a:schemeClr>
                </a:solidFill>
              </a:defRPr>
            </a:lvl3pPr>
            <a:lvl4pPr marL="1828754" indent="0">
              <a:buNone/>
              <a:defRPr sz="1867">
                <a:solidFill>
                  <a:schemeClr val="tx1">
                    <a:tint val="75000"/>
                  </a:schemeClr>
                </a:solidFill>
              </a:defRPr>
            </a:lvl4pPr>
            <a:lvl5pPr marL="2438339" indent="0">
              <a:buNone/>
              <a:defRPr sz="1867">
                <a:solidFill>
                  <a:schemeClr val="tx1">
                    <a:tint val="75000"/>
                  </a:schemeClr>
                </a:solidFill>
              </a:defRPr>
            </a:lvl5pPr>
            <a:lvl6pPr marL="3047924" indent="0">
              <a:buNone/>
              <a:defRPr sz="1867">
                <a:solidFill>
                  <a:schemeClr val="tx1">
                    <a:tint val="75000"/>
                  </a:schemeClr>
                </a:solidFill>
              </a:defRPr>
            </a:lvl6pPr>
            <a:lvl7pPr marL="3657509" indent="0">
              <a:buNone/>
              <a:defRPr sz="1867">
                <a:solidFill>
                  <a:schemeClr val="tx1">
                    <a:tint val="75000"/>
                  </a:schemeClr>
                </a:solidFill>
              </a:defRPr>
            </a:lvl7pPr>
            <a:lvl8pPr marL="4267093" indent="0">
              <a:buNone/>
              <a:defRPr sz="1867">
                <a:solidFill>
                  <a:schemeClr val="tx1">
                    <a:tint val="75000"/>
                  </a:schemeClr>
                </a:solidFill>
              </a:defRPr>
            </a:lvl8pPr>
            <a:lvl9pPr marL="4876678" indent="0">
              <a:buNone/>
              <a:defRPr sz="1867">
                <a:solidFill>
                  <a:schemeClr val="tx1">
                    <a:tint val="75000"/>
                  </a:schemeClr>
                </a:solidFill>
              </a:defRPr>
            </a:lvl9pPr>
          </a:lstStyle>
          <a:p>
            <a:pPr lvl="0"/>
            <a:r>
              <a:rPr lang="en-US"/>
              <a:t>CLICK TO EDIT MASTER TEXT STYLES</a:t>
            </a:r>
          </a:p>
        </p:txBody>
      </p:sp>
      <p:sp>
        <p:nvSpPr>
          <p:cNvPr id="9" name="Content Placeholder 2">
            <a:extLst>
              <a:ext uri="{FF2B5EF4-FFF2-40B4-BE49-F238E27FC236}">
                <a16:creationId xmlns:a16="http://schemas.microsoft.com/office/drawing/2014/main" id="{19C12FC6-CE3D-4CC3-A382-14A18C7C6B1A}"/>
              </a:ext>
            </a:extLst>
          </p:cNvPr>
          <p:cNvSpPr txBox="1">
            <a:spLocks/>
          </p:cNvSpPr>
          <p:nvPr userDrawn="1"/>
        </p:nvSpPr>
        <p:spPr bwMode="gray">
          <a:xfrm>
            <a:off x="670561" y="6427471"/>
            <a:ext cx="4077308" cy="292101"/>
          </a:xfrm>
          <a:prstGeom prst="rect">
            <a:avLst/>
          </a:prstGeom>
        </p:spPr>
        <p:txBody>
          <a:bodyPr vert="horz" lIns="0" rIns="0" anchor="b" anchorCtr="0"/>
          <a:lstStyle>
            <a:lvl1pPr marL="0" indent="0" algn="l" defTabSz="457200" rtl="0" eaLnBrk="1" latinLnBrk="0" hangingPunct="1">
              <a:spcBef>
                <a:spcPct val="20000"/>
              </a:spcBef>
              <a:buFont typeface="Arial"/>
              <a:buNone/>
              <a:defRPr sz="900" kern="1200">
                <a:solidFill>
                  <a:schemeClr val="tx1"/>
                </a:solidFill>
                <a:latin typeface="Georgia"/>
                <a:ea typeface="+mn-ea"/>
                <a:cs typeface="Georgia"/>
              </a:defRPr>
            </a:lvl1pPr>
            <a:lvl2pPr marL="457200" indent="0" algn="l" defTabSz="457200" rtl="0" eaLnBrk="1" latinLnBrk="0" hangingPunct="1">
              <a:spcBef>
                <a:spcPct val="20000"/>
              </a:spcBef>
              <a:buFont typeface="Arial"/>
              <a:buNone/>
              <a:defRPr sz="900" kern="1200">
                <a:solidFill>
                  <a:schemeClr val="tx1"/>
                </a:solidFill>
                <a:latin typeface="Georgia"/>
                <a:ea typeface="+mn-ea"/>
                <a:cs typeface="Georgia"/>
              </a:defRPr>
            </a:lvl2pPr>
            <a:lvl3pPr marL="914400" indent="0" algn="l" defTabSz="457200" rtl="0" eaLnBrk="1" latinLnBrk="0" hangingPunct="1">
              <a:spcBef>
                <a:spcPct val="20000"/>
              </a:spcBef>
              <a:buFont typeface="Arial"/>
              <a:buNone/>
              <a:defRPr sz="900" kern="1200">
                <a:solidFill>
                  <a:schemeClr val="tx1"/>
                </a:solidFill>
                <a:latin typeface="Georgia"/>
                <a:ea typeface="+mn-ea"/>
                <a:cs typeface="Georgia"/>
              </a:defRPr>
            </a:lvl3pPr>
            <a:lvl4pPr marL="1371600" indent="0" algn="l" defTabSz="457200" rtl="0" eaLnBrk="1" latinLnBrk="0" hangingPunct="1">
              <a:spcBef>
                <a:spcPct val="20000"/>
              </a:spcBef>
              <a:buFont typeface="Arial"/>
              <a:buNone/>
              <a:defRPr sz="900" kern="1200">
                <a:solidFill>
                  <a:schemeClr val="tx1"/>
                </a:solidFill>
                <a:latin typeface="Georgia"/>
                <a:ea typeface="+mn-ea"/>
                <a:cs typeface="Georgia"/>
              </a:defRPr>
            </a:lvl4pPr>
            <a:lvl5pPr marL="1828800" indent="0" algn="l" defTabSz="457200" rtl="0" eaLnBrk="1" latinLnBrk="0" hangingPunct="1">
              <a:spcBef>
                <a:spcPct val="20000"/>
              </a:spcBef>
              <a:buFont typeface="Arial"/>
              <a:buNone/>
              <a:defRPr sz="900" kern="1200">
                <a:solidFill>
                  <a:schemeClr val="tx1"/>
                </a:solidFill>
                <a:latin typeface="Georgia"/>
                <a:ea typeface="+mn-ea"/>
                <a:cs typeface="Georgia"/>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1333">
                <a:solidFill>
                  <a:schemeClr val="bg1"/>
                </a:solidFill>
                <a:latin typeface="Calibri" panose="020F0502020204030204" pitchFamily="34" charset="0"/>
                <a:cs typeface="Calibri" panose="020F0502020204030204" pitchFamily="34" charset="0"/>
              </a:rPr>
              <a:t>Proprietary and confidential — do not distribute</a:t>
            </a:r>
          </a:p>
        </p:txBody>
      </p:sp>
      <p:sp>
        <p:nvSpPr>
          <p:cNvPr id="5" name="Date Placeholder 4">
            <a:extLst>
              <a:ext uri="{FF2B5EF4-FFF2-40B4-BE49-F238E27FC236}">
                <a16:creationId xmlns:a16="http://schemas.microsoft.com/office/drawing/2014/main" id="{0A0A7879-8A49-4492-B223-248AB6881379}"/>
              </a:ext>
            </a:extLst>
          </p:cNvPr>
          <p:cNvSpPr>
            <a:spLocks noGrp="1"/>
          </p:cNvSpPr>
          <p:nvPr>
            <p:ph type="dt" sz="half" idx="10"/>
          </p:nvPr>
        </p:nvSpPr>
        <p:spPr/>
        <p:txBody>
          <a:bodyPr/>
          <a:lstStyle>
            <a:lvl1pPr>
              <a:defRPr>
                <a:solidFill>
                  <a:schemeClr val="bg1"/>
                </a:solidFill>
              </a:defRPr>
            </a:lvl1pPr>
          </a:lstStyle>
          <a:p>
            <a:fld id="{827F63CE-B088-4A27-BB4B-4B13AAF7E195}" type="datetime5">
              <a:rPr lang="en-US" smtClean="0"/>
              <a:t>7-May-26</a:t>
            </a:fld>
            <a:endParaRPr lang="en-IN"/>
          </a:p>
        </p:txBody>
      </p:sp>
      <p:sp>
        <p:nvSpPr>
          <p:cNvPr id="6" name="Footer Placeholder 5">
            <a:extLst>
              <a:ext uri="{FF2B5EF4-FFF2-40B4-BE49-F238E27FC236}">
                <a16:creationId xmlns:a16="http://schemas.microsoft.com/office/drawing/2014/main" id="{90308BD4-DA66-4BD1-91B7-E89327F3B5FF}"/>
              </a:ext>
            </a:extLst>
          </p:cNvPr>
          <p:cNvSpPr>
            <a:spLocks noGrp="1"/>
          </p:cNvSpPr>
          <p:nvPr>
            <p:ph type="ftr" sz="quarter" idx="11"/>
          </p:nvPr>
        </p:nvSpPr>
        <p:spPr/>
        <p:txBody>
          <a:bodyPr/>
          <a:lstStyle>
            <a:lvl1pPr>
              <a:defRPr>
                <a:solidFill>
                  <a:schemeClr val="bg1"/>
                </a:solidFill>
              </a:defRPr>
            </a:lvl1pPr>
          </a:lstStyle>
          <a:p>
            <a:pPr>
              <a:defRPr/>
            </a:pPr>
            <a:r>
              <a:rPr lang="en-US"/>
              <a:t>Enter title via "insert&gt;header and footer&gt;footer"  |  </a:t>
            </a:r>
            <a:endParaRPr lang="en-IN"/>
          </a:p>
        </p:txBody>
      </p:sp>
      <p:sp>
        <p:nvSpPr>
          <p:cNvPr id="10" name="Slide Number Placeholder 9">
            <a:extLst>
              <a:ext uri="{FF2B5EF4-FFF2-40B4-BE49-F238E27FC236}">
                <a16:creationId xmlns:a16="http://schemas.microsoft.com/office/drawing/2014/main" id="{6E73C706-89A1-4AA5-9321-7F4CB3A916A3}"/>
              </a:ext>
            </a:extLst>
          </p:cNvPr>
          <p:cNvSpPr>
            <a:spLocks noGrp="1"/>
          </p:cNvSpPr>
          <p:nvPr>
            <p:ph type="sldNum" sz="quarter" idx="12"/>
          </p:nvPr>
        </p:nvSpPr>
        <p:spPr/>
        <p:txBody>
          <a:bodyPr/>
          <a:lstStyle>
            <a:lvl1pPr>
              <a:defRPr>
                <a:solidFill>
                  <a:schemeClr val="bg1"/>
                </a:solidFill>
              </a:defRPr>
            </a:lvl1pPr>
          </a:lstStyle>
          <a:p>
            <a:pPr>
              <a:defRPr/>
            </a:pPr>
            <a:r>
              <a:rPr lang="en-IN"/>
              <a:t>|    </a:t>
            </a:r>
            <a:fld id="{7B2119CD-3B2D-4CEB-B404-D2E3F8CD6D69}" type="slidenum">
              <a:rPr lang="en-IN" smtClean="0"/>
              <a:pPr>
                <a:defRPr/>
              </a:pPr>
              <a:t>‹#›</a:t>
            </a:fld>
            <a:endParaRPr lang="en-IN"/>
          </a:p>
        </p:txBody>
      </p:sp>
    </p:spTree>
    <p:extLst>
      <p:ext uri="{BB962C8B-B14F-4D97-AF65-F5344CB8AC3E}">
        <p14:creationId xmlns:p14="http://schemas.microsoft.com/office/powerpoint/2010/main" val="4264130149"/>
      </p:ext>
    </p:extLst>
  </p:cSld>
  <p:clrMapOvr>
    <a:masterClrMapping/>
  </p:clrMapOvr>
</p:sldLayout>
</file>

<file path=ppt/slideLayouts/slideLayout216.xml><?xml version="1.0" encoding="utf-8"?>
<p:sldLayout xmlns:a="http://schemas.openxmlformats.org/drawingml/2006/main" xmlns:r="http://schemas.openxmlformats.org/officeDocument/2006/relationships" xmlns:p="http://schemas.openxmlformats.org/presentationml/2006/main" showMasterSp="0" type="secHead" preserve="1">
  <p:cSld name="Section Header Mint">
    <p:bg bwMode="auto">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bwMode="gray">
          <a:xfrm>
            <a:off x="670560" y="3108959"/>
            <a:ext cx="10850880" cy="1645920"/>
          </a:xfrm>
        </p:spPr>
        <p:txBody>
          <a:bodyPr rIns="0" bIns="0" anchor="t">
            <a:noAutofit/>
          </a:bodyPr>
          <a:lstStyle>
            <a:lvl1pPr algn="l">
              <a:lnSpc>
                <a:spcPct val="80000"/>
              </a:lnSpc>
              <a:defRPr sz="5867" b="0" cap="none" spc="0" baseline="0">
                <a:solidFill>
                  <a:schemeClr val="accent1"/>
                </a:solidFill>
                <a:latin typeface="+mj-lt"/>
              </a:defRPr>
            </a:lvl1pPr>
          </a:lstStyle>
          <a:p>
            <a:r>
              <a:rPr lang="en-US"/>
              <a:t>Click to edit master title style</a:t>
            </a:r>
          </a:p>
        </p:txBody>
      </p:sp>
      <p:sp>
        <p:nvSpPr>
          <p:cNvPr id="3" name="Text Placeholder 2"/>
          <p:cNvSpPr>
            <a:spLocks noGrp="1"/>
          </p:cNvSpPr>
          <p:nvPr>
            <p:ph type="body" idx="1" hasCustomPrompt="1"/>
          </p:nvPr>
        </p:nvSpPr>
        <p:spPr bwMode="gray">
          <a:xfrm>
            <a:off x="670560" y="2331720"/>
            <a:ext cx="10850880" cy="640080"/>
          </a:xfrm>
          <a:prstGeom prst="rect">
            <a:avLst/>
          </a:prstGeom>
        </p:spPr>
        <p:txBody>
          <a:bodyPr rIns="0" bIns="0" anchor="b"/>
          <a:lstStyle>
            <a:lvl1pPr marL="0" indent="0">
              <a:lnSpc>
                <a:spcPct val="100000"/>
              </a:lnSpc>
              <a:buNone/>
              <a:defRPr sz="2400" b="1" cap="all" spc="200" baseline="0">
                <a:solidFill>
                  <a:schemeClr val="accent1"/>
                </a:solidFill>
                <a:latin typeface="+mn-lt"/>
                <a:cs typeface="Calibri" panose="020F0502020204030204" pitchFamily="34" charset="0"/>
              </a:defRPr>
            </a:lvl1pPr>
            <a:lvl2pPr marL="609585" indent="0">
              <a:buNone/>
              <a:defRPr sz="2400">
                <a:solidFill>
                  <a:schemeClr val="tx1">
                    <a:tint val="75000"/>
                  </a:schemeClr>
                </a:solidFill>
              </a:defRPr>
            </a:lvl2pPr>
            <a:lvl3pPr marL="1219170" indent="0">
              <a:buNone/>
              <a:defRPr sz="2133">
                <a:solidFill>
                  <a:schemeClr val="tx1">
                    <a:tint val="75000"/>
                  </a:schemeClr>
                </a:solidFill>
              </a:defRPr>
            </a:lvl3pPr>
            <a:lvl4pPr marL="1828754" indent="0">
              <a:buNone/>
              <a:defRPr sz="1867">
                <a:solidFill>
                  <a:schemeClr val="tx1">
                    <a:tint val="75000"/>
                  </a:schemeClr>
                </a:solidFill>
              </a:defRPr>
            </a:lvl4pPr>
            <a:lvl5pPr marL="2438339" indent="0">
              <a:buNone/>
              <a:defRPr sz="1867">
                <a:solidFill>
                  <a:schemeClr val="tx1">
                    <a:tint val="75000"/>
                  </a:schemeClr>
                </a:solidFill>
              </a:defRPr>
            </a:lvl5pPr>
            <a:lvl6pPr marL="3047924" indent="0">
              <a:buNone/>
              <a:defRPr sz="1867">
                <a:solidFill>
                  <a:schemeClr val="tx1">
                    <a:tint val="75000"/>
                  </a:schemeClr>
                </a:solidFill>
              </a:defRPr>
            </a:lvl6pPr>
            <a:lvl7pPr marL="3657509" indent="0">
              <a:buNone/>
              <a:defRPr sz="1867">
                <a:solidFill>
                  <a:schemeClr val="tx1">
                    <a:tint val="75000"/>
                  </a:schemeClr>
                </a:solidFill>
              </a:defRPr>
            </a:lvl7pPr>
            <a:lvl8pPr marL="4267093" indent="0">
              <a:buNone/>
              <a:defRPr sz="1867">
                <a:solidFill>
                  <a:schemeClr val="tx1">
                    <a:tint val="75000"/>
                  </a:schemeClr>
                </a:solidFill>
              </a:defRPr>
            </a:lvl8pPr>
            <a:lvl9pPr marL="4876678" indent="0">
              <a:buNone/>
              <a:defRPr sz="1867">
                <a:solidFill>
                  <a:schemeClr val="tx1">
                    <a:tint val="75000"/>
                  </a:schemeClr>
                </a:solidFill>
              </a:defRPr>
            </a:lvl9pPr>
          </a:lstStyle>
          <a:p>
            <a:pPr lvl="0"/>
            <a:r>
              <a:rPr lang="en-US"/>
              <a:t>CLICK TO EDIT MASTER TEXT STYLES</a:t>
            </a:r>
          </a:p>
        </p:txBody>
      </p:sp>
      <p:sp>
        <p:nvSpPr>
          <p:cNvPr id="9" name="Content Placeholder 2">
            <a:extLst>
              <a:ext uri="{FF2B5EF4-FFF2-40B4-BE49-F238E27FC236}">
                <a16:creationId xmlns:a16="http://schemas.microsoft.com/office/drawing/2014/main" id="{EDF2FEF2-FECD-4ED1-BD47-FF58F25B75AD}"/>
              </a:ext>
            </a:extLst>
          </p:cNvPr>
          <p:cNvSpPr txBox="1">
            <a:spLocks/>
          </p:cNvSpPr>
          <p:nvPr userDrawn="1"/>
        </p:nvSpPr>
        <p:spPr bwMode="gray">
          <a:xfrm>
            <a:off x="670561" y="6427471"/>
            <a:ext cx="4077308" cy="292101"/>
          </a:xfrm>
          <a:prstGeom prst="rect">
            <a:avLst/>
          </a:prstGeom>
        </p:spPr>
        <p:txBody>
          <a:bodyPr vert="horz" lIns="0" rIns="0" anchor="b" anchorCtr="0"/>
          <a:lstStyle>
            <a:lvl1pPr marL="0" indent="0" algn="l" defTabSz="457200" rtl="0" eaLnBrk="1" latinLnBrk="0" hangingPunct="1">
              <a:spcBef>
                <a:spcPct val="20000"/>
              </a:spcBef>
              <a:buFont typeface="Arial"/>
              <a:buNone/>
              <a:defRPr sz="900" kern="1200">
                <a:solidFill>
                  <a:schemeClr val="tx1"/>
                </a:solidFill>
                <a:latin typeface="Georgia"/>
                <a:ea typeface="+mn-ea"/>
                <a:cs typeface="Georgia"/>
              </a:defRPr>
            </a:lvl1pPr>
            <a:lvl2pPr marL="457200" indent="0" algn="l" defTabSz="457200" rtl="0" eaLnBrk="1" latinLnBrk="0" hangingPunct="1">
              <a:spcBef>
                <a:spcPct val="20000"/>
              </a:spcBef>
              <a:buFont typeface="Arial"/>
              <a:buNone/>
              <a:defRPr sz="900" kern="1200">
                <a:solidFill>
                  <a:schemeClr val="tx1"/>
                </a:solidFill>
                <a:latin typeface="Georgia"/>
                <a:ea typeface="+mn-ea"/>
                <a:cs typeface="Georgia"/>
              </a:defRPr>
            </a:lvl2pPr>
            <a:lvl3pPr marL="914400" indent="0" algn="l" defTabSz="457200" rtl="0" eaLnBrk="1" latinLnBrk="0" hangingPunct="1">
              <a:spcBef>
                <a:spcPct val="20000"/>
              </a:spcBef>
              <a:buFont typeface="Arial"/>
              <a:buNone/>
              <a:defRPr sz="900" kern="1200">
                <a:solidFill>
                  <a:schemeClr val="tx1"/>
                </a:solidFill>
                <a:latin typeface="Georgia"/>
                <a:ea typeface="+mn-ea"/>
                <a:cs typeface="Georgia"/>
              </a:defRPr>
            </a:lvl3pPr>
            <a:lvl4pPr marL="1371600" indent="0" algn="l" defTabSz="457200" rtl="0" eaLnBrk="1" latinLnBrk="0" hangingPunct="1">
              <a:spcBef>
                <a:spcPct val="20000"/>
              </a:spcBef>
              <a:buFont typeface="Arial"/>
              <a:buNone/>
              <a:defRPr sz="900" kern="1200">
                <a:solidFill>
                  <a:schemeClr val="tx1"/>
                </a:solidFill>
                <a:latin typeface="Georgia"/>
                <a:ea typeface="+mn-ea"/>
                <a:cs typeface="Georgia"/>
              </a:defRPr>
            </a:lvl4pPr>
            <a:lvl5pPr marL="1828800" indent="0" algn="l" defTabSz="457200" rtl="0" eaLnBrk="1" latinLnBrk="0" hangingPunct="1">
              <a:spcBef>
                <a:spcPct val="20000"/>
              </a:spcBef>
              <a:buFont typeface="Arial"/>
              <a:buNone/>
              <a:defRPr sz="900" kern="1200">
                <a:solidFill>
                  <a:schemeClr val="tx1"/>
                </a:solidFill>
                <a:latin typeface="Georgia"/>
                <a:ea typeface="+mn-ea"/>
                <a:cs typeface="Georgia"/>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1333">
                <a:solidFill>
                  <a:schemeClr val="accent1"/>
                </a:solidFill>
                <a:latin typeface="Calibri" panose="020F0502020204030204" pitchFamily="34" charset="0"/>
                <a:cs typeface="Calibri" panose="020F0502020204030204" pitchFamily="34" charset="0"/>
              </a:rPr>
              <a:t>Proprietary and confidential — do not distribute</a:t>
            </a:r>
          </a:p>
        </p:txBody>
      </p:sp>
      <p:sp>
        <p:nvSpPr>
          <p:cNvPr id="4" name="Date Placeholder 3">
            <a:extLst>
              <a:ext uri="{FF2B5EF4-FFF2-40B4-BE49-F238E27FC236}">
                <a16:creationId xmlns:a16="http://schemas.microsoft.com/office/drawing/2014/main" id="{010FC3C2-5069-4B7A-9F14-6E1032BB147E}"/>
              </a:ext>
            </a:extLst>
          </p:cNvPr>
          <p:cNvSpPr>
            <a:spLocks noGrp="1"/>
          </p:cNvSpPr>
          <p:nvPr>
            <p:ph type="dt" sz="half" idx="10"/>
          </p:nvPr>
        </p:nvSpPr>
        <p:spPr/>
        <p:txBody>
          <a:bodyPr/>
          <a:lstStyle>
            <a:lvl1pPr>
              <a:defRPr>
                <a:solidFill>
                  <a:schemeClr val="accent1"/>
                </a:solidFill>
              </a:defRPr>
            </a:lvl1pPr>
          </a:lstStyle>
          <a:p>
            <a:fld id="{D7A94BD6-673B-41E2-94C7-6638405B680E}" type="datetime5">
              <a:rPr lang="en-US" smtClean="0"/>
              <a:t>7-May-26</a:t>
            </a:fld>
            <a:endParaRPr lang="en-IN"/>
          </a:p>
        </p:txBody>
      </p:sp>
      <p:sp>
        <p:nvSpPr>
          <p:cNvPr id="8" name="Footer Placeholder 7">
            <a:extLst>
              <a:ext uri="{FF2B5EF4-FFF2-40B4-BE49-F238E27FC236}">
                <a16:creationId xmlns:a16="http://schemas.microsoft.com/office/drawing/2014/main" id="{4EC2EC12-3F0B-463D-AC15-E276D69DAB34}"/>
              </a:ext>
            </a:extLst>
          </p:cNvPr>
          <p:cNvSpPr>
            <a:spLocks noGrp="1"/>
          </p:cNvSpPr>
          <p:nvPr>
            <p:ph type="ftr" sz="quarter" idx="11"/>
          </p:nvPr>
        </p:nvSpPr>
        <p:spPr/>
        <p:txBody>
          <a:bodyPr/>
          <a:lstStyle>
            <a:lvl1pPr>
              <a:defRPr>
                <a:solidFill>
                  <a:schemeClr val="accent1"/>
                </a:solidFill>
              </a:defRPr>
            </a:lvl1pPr>
          </a:lstStyle>
          <a:p>
            <a:pPr>
              <a:defRPr/>
            </a:pPr>
            <a:r>
              <a:rPr lang="en-US"/>
              <a:t>Enter title via "insert&gt;header and footer&gt;footer"  |  </a:t>
            </a:r>
            <a:endParaRPr lang="en-IN"/>
          </a:p>
        </p:txBody>
      </p:sp>
      <p:sp>
        <p:nvSpPr>
          <p:cNvPr id="10" name="Slide Number Placeholder 9">
            <a:extLst>
              <a:ext uri="{FF2B5EF4-FFF2-40B4-BE49-F238E27FC236}">
                <a16:creationId xmlns:a16="http://schemas.microsoft.com/office/drawing/2014/main" id="{ED4A8CC4-8FBE-45E1-BB15-2672002D5D44}"/>
              </a:ext>
            </a:extLst>
          </p:cNvPr>
          <p:cNvSpPr>
            <a:spLocks noGrp="1"/>
          </p:cNvSpPr>
          <p:nvPr>
            <p:ph type="sldNum" sz="quarter" idx="12"/>
          </p:nvPr>
        </p:nvSpPr>
        <p:spPr/>
        <p:txBody>
          <a:bodyPr/>
          <a:lstStyle>
            <a:lvl1pPr>
              <a:defRPr>
                <a:solidFill>
                  <a:schemeClr val="accent1"/>
                </a:solidFill>
              </a:defRPr>
            </a:lvl1pPr>
          </a:lstStyle>
          <a:p>
            <a:pPr>
              <a:defRPr/>
            </a:pPr>
            <a:r>
              <a:rPr lang="en-IN"/>
              <a:t>|    </a:t>
            </a:r>
            <a:fld id="{7B2119CD-3B2D-4CEB-B404-D2E3F8CD6D69}" type="slidenum">
              <a:rPr lang="en-IN" smtClean="0"/>
              <a:pPr>
                <a:defRPr/>
              </a:pPr>
              <a:t>‹#›</a:t>
            </a:fld>
            <a:endParaRPr lang="en-IN"/>
          </a:p>
        </p:txBody>
      </p:sp>
    </p:spTree>
    <p:extLst>
      <p:ext uri="{BB962C8B-B14F-4D97-AF65-F5344CB8AC3E}">
        <p14:creationId xmlns:p14="http://schemas.microsoft.com/office/powerpoint/2010/main" val="3955554422"/>
      </p:ext>
    </p:extLst>
  </p:cSld>
  <p:clrMapOvr>
    <a:masterClrMapping/>
  </p:clrMapOvr>
</p:sldLayout>
</file>

<file path=ppt/slideLayouts/slideLayout217.xml><?xml version="1.0" encoding="utf-8"?>
<p:sldLayout xmlns:a="http://schemas.openxmlformats.org/drawingml/2006/main" xmlns:r="http://schemas.openxmlformats.org/officeDocument/2006/relationships" xmlns:p="http://schemas.openxmlformats.org/presentationml/2006/main" showMasterSp="0" type="secHead" preserve="1">
  <p:cSld name="Section Header White">
    <p:spTree>
      <p:nvGrpSpPr>
        <p:cNvPr id="1" name=""/>
        <p:cNvGrpSpPr/>
        <p:nvPr/>
      </p:nvGrpSpPr>
      <p:grpSpPr>
        <a:xfrm>
          <a:off x="0" y="0"/>
          <a:ext cx="0" cy="0"/>
          <a:chOff x="0" y="0"/>
          <a:chExt cx="0" cy="0"/>
        </a:xfrm>
      </p:grpSpPr>
      <p:sp>
        <p:nvSpPr>
          <p:cNvPr id="2" name="Title 1"/>
          <p:cNvSpPr>
            <a:spLocks noGrp="1"/>
          </p:cNvSpPr>
          <p:nvPr>
            <p:ph type="title" hasCustomPrompt="1"/>
          </p:nvPr>
        </p:nvSpPr>
        <p:spPr bwMode="gray">
          <a:xfrm>
            <a:off x="670560" y="3108959"/>
            <a:ext cx="10850880" cy="1645920"/>
          </a:xfrm>
        </p:spPr>
        <p:txBody>
          <a:bodyPr rIns="0" bIns="0" anchor="t">
            <a:noAutofit/>
          </a:bodyPr>
          <a:lstStyle>
            <a:lvl1pPr algn="l">
              <a:lnSpc>
                <a:spcPct val="80000"/>
              </a:lnSpc>
              <a:defRPr sz="5867" b="0" cap="none" spc="0" baseline="0">
                <a:solidFill>
                  <a:schemeClr val="accent3"/>
                </a:solidFill>
                <a:latin typeface="+mj-lt"/>
              </a:defRPr>
            </a:lvl1pPr>
          </a:lstStyle>
          <a:p>
            <a:r>
              <a:rPr lang="en-US"/>
              <a:t>Click to edit master title style</a:t>
            </a:r>
          </a:p>
        </p:txBody>
      </p:sp>
      <p:sp>
        <p:nvSpPr>
          <p:cNvPr id="3" name="Text Placeholder 2"/>
          <p:cNvSpPr>
            <a:spLocks noGrp="1"/>
          </p:cNvSpPr>
          <p:nvPr>
            <p:ph type="body" idx="1" hasCustomPrompt="1"/>
          </p:nvPr>
        </p:nvSpPr>
        <p:spPr bwMode="gray">
          <a:xfrm>
            <a:off x="670560" y="2331720"/>
            <a:ext cx="10850880" cy="640080"/>
          </a:xfrm>
          <a:prstGeom prst="rect">
            <a:avLst/>
          </a:prstGeom>
        </p:spPr>
        <p:txBody>
          <a:bodyPr rIns="0" bIns="0" anchor="b"/>
          <a:lstStyle>
            <a:lvl1pPr marL="0" indent="0">
              <a:lnSpc>
                <a:spcPct val="100000"/>
              </a:lnSpc>
              <a:buNone/>
              <a:defRPr sz="2400" b="1" cap="all" spc="200" baseline="0">
                <a:solidFill>
                  <a:schemeClr val="accent3"/>
                </a:solidFill>
                <a:latin typeface="+mn-lt"/>
                <a:cs typeface="Calibri" panose="020F0502020204030204" pitchFamily="34" charset="0"/>
              </a:defRPr>
            </a:lvl1pPr>
            <a:lvl2pPr marL="609585" indent="0">
              <a:buNone/>
              <a:defRPr sz="2400">
                <a:solidFill>
                  <a:schemeClr val="tx1">
                    <a:tint val="75000"/>
                  </a:schemeClr>
                </a:solidFill>
              </a:defRPr>
            </a:lvl2pPr>
            <a:lvl3pPr marL="1219170" indent="0">
              <a:buNone/>
              <a:defRPr sz="2133">
                <a:solidFill>
                  <a:schemeClr val="tx1">
                    <a:tint val="75000"/>
                  </a:schemeClr>
                </a:solidFill>
              </a:defRPr>
            </a:lvl3pPr>
            <a:lvl4pPr marL="1828754" indent="0">
              <a:buNone/>
              <a:defRPr sz="1867">
                <a:solidFill>
                  <a:schemeClr val="tx1">
                    <a:tint val="75000"/>
                  </a:schemeClr>
                </a:solidFill>
              </a:defRPr>
            </a:lvl4pPr>
            <a:lvl5pPr marL="2438339" indent="0">
              <a:buNone/>
              <a:defRPr sz="1867">
                <a:solidFill>
                  <a:schemeClr val="tx1">
                    <a:tint val="75000"/>
                  </a:schemeClr>
                </a:solidFill>
              </a:defRPr>
            </a:lvl5pPr>
            <a:lvl6pPr marL="3047924" indent="0">
              <a:buNone/>
              <a:defRPr sz="1867">
                <a:solidFill>
                  <a:schemeClr val="tx1">
                    <a:tint val="75000"/>
                  </a:schemeClr>
                </a:solidFill>
              </a:defRPr>
            </a:lvl6pPr>
            <a:lvl7pPr marL="3657509" indent="0">
              <a:buNone/>
              <a:defRPr sz="1867">
                <a:solidFill>
                  <a:schemeClr val="tx1">
                    <a:tint val="75000"/>
                  </a:schemeClr>
                </a:solidFill>
              </a:defRPr>
            </a:lvl7pPr>
            <a:lvl8pPr marL="4267093" indent="0">
              <a:buNone/>
              <a:defRPr sz="1867">
                <a:solidFill>
                  <a:schemeClr val="tx1">
                    <a:tint val="75000"/>
                  </a:schemeClr>
                </a:solidFill>
              </a:defRPr>
            </a:lvl8pPr>
            <a:lvl9pPr marL="4876678" indent="0">
              <a:buNone/>
              <a:defRPr sz="1867">
                <a:solidFill>
                  <a:schemeClr val="tx1">
                    <a:tint val="75000"/>
                  </a:schemeClr>
                </a:solidFill>
              </a:defRPr>
            </a:lvl9pPr>
          </a:lstStyle>
          <a:p>
            <a:pPr lvl="0"/>
            <a:r>
              <a:rPr lang="en-US"/>
              <a:t>CLICK TO EDIT MASTER TEXT STYLES</a:t>
            </a:r>
          </a:p>
        </p:txBody>
      </p:sp>
      <p:sp>
        <p:nvSpPr>
          <p:cNvPr id="9" name="Content Placeholder 2">
            <a:extLst>
              <a:ext uri="{FF2B5EF4-FFF2-40B4-BE49-F238E27FC236}">
                <a16:creationId xmlns:a16="http://schemas.microsoft.com/office/drawing/2014/main" id="{EDF2FEF2-FECD-4ED1-BD47-FF58F25B75AD}"/>
              </a:ext>
            </a:extLst>
          </p:cNvPr>
          <p:cNvSpPr txBox="1">
            <a:spLocks/>
          </p:cNvSpPr>
          <p:nvPr userDrawn="1"/>
        </p:nvSpPr>
        <p:spPr bwMode="gray">
          <a:xfrm>
            <a:off x="670561" y="6427471"/>
            <a:ext cx="4077308" cy="292101"/>
          </a:xfrm>
          <a:prstGeom prst="rect">
            <a:avLst/>
          </a:prstGeom>
        </p:spPr>
        <p:txBody>
          <a:bodyPr vert="horz" lIns="0" rIns="0" anchor="b" anchorCtr="0"/>
          <a:lstStyle>
            <a:lvl1pPr marL="0" indent="0" algn="l" defTabSz="457200" rtl="0" eaLnBrk="1" latinLnBrk="0" hangingPunct="1">
              <a:spcBef>
                <a:spcPct val="20000"/>
              </a:spcBef>
              <a:buFont typeface="Arial"/>
              <a:buNone/>
              <a:defRPr sz="900" kern="1200">
                <a:solidFill>
                  <a:schemeClr val="tx1"/>
                </a:solidFill>
                <a:latin typeface="Georgia"/>
                <a:ea typeface="+mn-ea"/>
                <a:cs typeface="Georgia"/>
              </a:defRPr>
            </a:lvl1pPr>
            <a:lvl2pPr marL="457200" indent="0" algn="l" defTabSz="457200" rtl="0" eaLnBrk="1" latinLnBrk="0" hangingPunct="1">
              <a:spcBef>
                <a:spcPct val="20000"/>
              </a:spcBef>
              <a:buFont typeface="Arial"/>
              <a:buNone/>
              <a:defRPr sz="900" kern="1200">
                <a:solidFill>
                  <a:schemeClr val="tx1"/>
                </a:solidFill>
                <a:latin typeface="Georgia"/>
                <a:ea typeface="+mn-ea"/>
                <a:cs typeface="Georgia"/>
              </a:defRPr>
            </a:lvl2pPr>
            <a:lvl3pPr marL="914400" indent="0" algn="l" defTabSz="457200" rtl="0" eaLnBrk="1" latinLnBrk="0" hangingPunct="1">
              <a:spcBef>
                <a:spcPct val="20000"/>
              </a:spcBef>
              <a:buFont typeface="Arial"/>
              <a:buNone/>
              <a:defRPr sz="900" kern="1200">
                <a:solidFill>
                  <a:schemeClr val="tx1"/>
                </a:solidFill>
                <a:latin typeface="Georgia"/>
                <a:ea typeface="+mn-ea"/>
                <a:cs typeface="Georgia"/>
              </a:defRPr>
            </a:lvl3pPr>
            <a:lvl4pPr marL="1371600" indent="0" algn="l" defTabSz="457200" rtl="0" eaLnBrk="1" latinLnBrk="0" hangingPunct="1">
              <a:spcBef>
                <a:spcPct val="20000"/>
              </a:spcBef>
              <a:buFont typeface="Arial"/>
              <a:buNone/>
              <a:defRPr sz="900" kern="1200">
                <a:solidFill>
                  <a:schemeClr val="tx1"/>
                </a:solidFill>
                <a:latin typeface="Georgia"/>
                <a:ea typeface="+mn-ea"/>
                <a:cs typeface="Georgia"/>
              </a:defRPr>
            </a:lvl4pPr>
            <a:lvl5pPr marL="1828800" indent="0" algn="l" defTabSz="457200" rtl="0" eaLnBrk="1" latinLnBrk="0" hangingPunct="1">
              <a:spcBef>
                <a:spcPct val="20000"/>
              </a:spcBef>
              <a:buFont typeface="Arial"/>
              <a:buNone/>
              <a:defRPr sz="900" kern="1200">
                <a:solidFill>
                  <a:schemeClr val="tx1"/>
                </a:solidFill>
                <a:latin typeface="Georgia"/>
                <a:ea typeface="+mn-ea"/>
                <a:cs typeface="Georgia"/>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1333">
                <a:solidFill>
                  <a:schemeClr val="tx1"/>
                </a:solidFill>
                <a:latin typeface="Calibri" panose="020F0502020204030204" pitchFamily="34" charset="0"/>
                <a:cs typeface="Calibri" panose="020F0502020204030204" pitchFamily="34" charset="0"/>
              </a:rPr>
              <a:t>Proprietary and confidential — do not distribute</a:t>
            </a:r>
          </a:p>
        </p:txBody>
      </p:sp>
      <p:sp>
        <p:nvSpPr>
          <p:cNvPr id="4" name="Date Placeholder 3">
            <a:extLst>
              <a:ext uri="{FF2B5EF4-FFF2-40B4-BE49-F238E27FC236}">
                <a16:creationId xmlns:a16="http://schemas.microsoft.com/office/drawing/2014/main" id="{5E98435C-7AB2-499D-B9D2-7646859B2426}"/>
              </a:ext>
            </a:extLst>
          </p:cNvPr>
          <p:cNvSpPr>
            <a:spLocks noGrp="1"/>
          </p:cNvSpPr>
          <p:nvPr>
            <p:ph type="dt" sz="half" idx="10"/>
          </p:nvPr>
        </p:nvSpPr>
        <p:spPr/>
        <p:txBody>
          <a:bodyPr/>
          <a:lstStyle/>
          <a:p>
            <a:fld id="{ACEC4565-E794-48DA-B884-2B66FC38042E}" type="datetime5">
              <a:rPr lang="en-US" sz="1333" smtClean="0"/>
              <a:t>7-May-26</a:t>
            </a:fld>
            <a:endParaRPr lang="en-IN" sz="1333"/>
          </a:p>
        </p:txBody>
      </p:sp>
      <p:sp>
        <p:nvSpPr>
          <p:cNvPr id="8" name="Footer Placeholder 7">
            <a:extLst>
              <a:ext uri="{FF2B5EF4-FFF2-40B4-BE49-F238E27FC236}">
                <a16:creationId xmlns:a16="http://schemas.microsoft.com/office/drawing/2014/main" id="{03953D83-DC20-4A71-BEBA-E5BD8133DB4D}"/>
              </a:ext>
            </a:extLst>
          </p:cNvPr>
          <p:cNvSpPr>
            <a:spLocks noGrp="1"/>
          </p:cNvSpPr>
          <p:nvPr>
            <p:ph type="ftr" sz="quarter" idx="11"/>
          </p:nvPr>
        </p:nvSpPr>
        <p:spPr/>
        <p:txBody>
          <a:bodyPr/>
          <a:lstStyle/>
          <a:p>
            <a:pPr>
              <a:defRPr/>
            </a:pPr>
            <a:r>
              <a:rPr lang="en-US"/>
              <a:t>Enter title via "insert&gt;header and footer&gt;footer"  |  </a:t>
            </a:r>
            <a:endParaRPr lang="en-IN"/>
          </a:p>
        </p:txBody>
      </p:sp>
      <p:sp>
        <p:nvSpPr>
          <p:cNvPr id="10" name="Slide Number Placeholder 9">
            <a:extLst>
              <a:ext uri="{FF2B5EF4-FFF2-40B4-BE49-F238E27FC236}">
                <a16:creationId xmlns:a16="http://schemas.microsoft.com/office/drawing/2014/main" id="{0FF502C7-63A6-4765-B23E-CD59D755A2C7}"/>
              </a:ext>
            </a:extLst>
          </p:cNvPr>
          <p:cNvSpPr>
            <a:spLocks noGrp="1"/>
          </p:cNvSpPr>
          <p:nvPr>
            <p:ph type="sldNum" sz="quarter" idx="12"/>
          </p:nvPr>
        </p:nvSpPr>
        <p:spPr/>
        <p:txBody>
          <a:bodyPr/>
          <a:lstStyle/>
          <a:p>
            <a:pPr>
              <a:defRPr/>
            </a:pPr>
            <a:r>
              <a:rPr lang="en-IN"/>
              <a:t>|    </a:t>
            </a:r>
            <a:fld id="{7B2119CD-3B2D-4CEB-B404-D2E3F8CD6D69}" type="slidenum">
              <a:rPr lang="en-IN" smtClean="0"/>
              <a:pPr>
                <a:defRPr/>
              </a:pPr>
              <a:t>‹#›</a:t>
            </a:fld>
            <a:endParaRPr lang="en-IN"/>
          </a:p>
        </p:txBody>
      </p:sp>
    </p:spTree>
    <p:extLst>
      <p:ext uri="{BB962C8B-B14F-4D97-AF65-F5344CB8AC3E}">
        <p14:creationId xmlns:p14="http://schemas.microsoft.com/office/powerpoint/2010/main" val="2273675683"/>
      </p:ext>
    </p:extLst>
  </p:cSld>
  <p:clrMapOvr>
    <a:masterClrMapping/>
  </p:clrMapOvr>
</p:sldLayout>
</file>

<file path=ppt/slideLayouts/slideLayout218.xml><?xml version="1.0" encoding="utf-8"?>
<p:sldLayout xmlns:a="http://schemas.openxmlformats.org/drawingml/2006/main" xmlns:r="http://schemas.openxmlformats.org/officeDocument/2006/relationships" xmlns:p="http://schemas.openxmlformats.org/presentationml/2006/main" showMasterSp="0" preserve="1" userDrawn="1">
  <p:cSld name="Quote with Solid Background">
    <p:bg bwMode="auto">
      <p:bgPr>
        <a:solidFill>
          <a:schemeClr val="accent3"/>
        </a:solidFill>
        <a:effectLst/>
      </p:bgPr>
    </p:bg>
    <p:spTree>
      <p:nvGrpSpPr>
        <p:cNvPr id="1" name=""/>
        <p:cNvGrpSpPr/>
        <p:nvPr/>
      </p:nvGrpSpPr>
      <p:grpSpPr>
        <a:xfrm>
          <a:off x="0" y="0"/>
          <a:ext cx="0" cy="0"/>
          <a:chOff x="0" y="0"/>
          <a:chExt cx="0" cy="0"/>
        </a:xfrm>
      </p:grpSpPr>
      <p:sp>
        <p:nvSpPr>
          <p:cNvPr id="7" name="Text Placeholder 6"/>
          <p:cNvSpPr>
            <a:spLocks noGrp="1"/>
          </p:cNvSpPr>
          <p:nvPr>
            <p:ph type="body" sz="quarter" idx="13" hasCustomPrompt="1"/>
          </p:nvPr>
        </p:nvSpPr>
        <p:spPr bwMode="gray">
          <a:xfrm>
            <a:off x="1828800" y="2011680"/>
            <a:ext cx="9144000" cy="3566160"/>
          </a:xfrm>
          <a:prstGeom prst="rect">
            <a:avLst/>
          </a:prstGeom>
        </p:spPr>
        <p:txBody>
          <a:bodyPr/>
          <a:lstStyle>
            <a:lvl1pPr algn="l">
              <a:lnSpc>
                <a:spcPct val="100000"/>
              </a:lnSpc>
              <a:defRPr sz="3200" b="0">
                <a:solidFill>
                  <a:schemeClr val="bg1"/>
                </a:solidFill>
                <a:latin typeface="+mj-lt"/>
              </a:defRPr>
            </a:lvl1pPr>
            <a:lvl2pPr marL="1828754" indent="-304792" algn="l">
              <a:lnSpc>
                <a:spcPct val="100000"/>
              </a:lnSpc>
              <a:spcBef>
                <a:spcPts val="2400"/>
              </a:spcBef>
              <a:buFont typeface="Arial" panose="020B0604020202020204" pitchFamily="34" charset="0"/>
              <a:buChar char="–"/>
              <a:defRPr sz="2400">
                <a:solidFill>
                  <a:schemeClr val="bg1"/>
                </a:solidFill>
                <a:latin typeface="+mj-lt"/>
              </a:defRPr>
            </a:lvl2pPr>
          </a:lstStyle>
          <a:p>
            <a:pPr lvl="0"/>
            <a:r>
              <a:rPr lang="en-US"/>
              <a:t>Click to edit quote text</a:t>
            </a:r>
          </a:p>
          <a:p>
            <a:pPr lvl="1"/>
            <a:r>
              <a:rPr lang="en-US"/>
              <a:t>Second level for attribution</a:t>
            </a:r>
          </a:p>
        </p:txBody>
      </p:sp>
      <p:sp>
        <p:nvSpPr>
          <p:cNvPr id="9" name="Content Placeholder 2">
            <a:extLst>
              <a:ext uri="{FF2B5EF4-FFF2-40B4-BE49-F238E27FC236}">
                <a16:creationId xmlns:a16="http://schemas.microsoft.com/office/drawing/2014/main" id="{6A501EA9-08EC-4F43-BB57-5CF4837F22E5}"/>
              </a:ext>
            </a:extLst>
          </p:cNvPr>
          <p:cNvSpPr txBox="1">
            <a:spLocks/>
          </p:cNvSpPr>
          <p:nvPr userDrawn="1"/>
        </p:nvSpPr>
        <p:spPr bwMode="gray">
          <a:xfrm>
            <a:off x="670561" y="6427471"/>
            <a:ext cx="4077308" cy="292101"/>
          </a:xfrm>
          <a:prstGeom prst="rect">
            <a:avLst/>
          </a:prstGeom>
        </p:spPr>
        <p:txBody>
          <a:bodyPr vert="horz" lIns="0" rIns="0" anchor="b" anchorCtr="0"/>
          <a:lstStyle>
            <a:lvl1pPr marL="0" indent="0" algn="l" defTabSz="457200" rtl="0" eaLnBrk="1" latinLnBrk="0" hangingPunct="1">
              <a:spcBef>
                <a:spcPct val="20000"/>
              </a:spcBef>
              <a:buFont typeface="Arial"/>
              <a:buNone/>
              <a:defRPr sz="900" kern="1200">
                <a:solidFill>
                  <a:schemeClr val="tx1"/>
                </a:solidFill>
                <a:latin typeface="Georgia"/>
                <a:ea typeface="+mn-ea"/>
                <a:cs typeface="Georgia"/>
              </a:defRPr>
            </a:lvl1pPr>
            <a:lvl2pPr marL="457200" indent="0" algn="l" defTabSz="457200" rtl="0" eaLnBrk="1" latinLnBrk="0" hangingPunct="1">
              <a:spcBef>
                <a:spcPct val="20000"/>
              </a:spcBef>
              <a:buFont typeface="Arial"/>
              <a:buNone/>
              <a:defRPr sz="900" kern="1200">
                <a:solidFill>
                  <a:schemeClr val="tx1"/>
                </a:solidFill>
                <a:latin typeface="Georgia"/>
                <a:ea typeface="+mn-ea"/>
                <a:cs typeface="Georgia"/>
              </a:defRPr>
            </a:lvl2pPr>
            <a:lvl3pPr marL="914400" indent="0" algn="l" defTabSz="457200" rtl="0" eaLnBrk="1" latinLnBrk="0" hangingPunct="1">
              <a:spcBef>
                <a:spcPct val="20000"/>
              </a:spcBef>
              <a:buFont typeface="Arial"/>
              <a:buNone/>
              <a:defRPr sz="900" kern="1200">
                <a:solidFill>
                  <a:schemeClr val="tx1"/>
                </a:solidFill>
                <a:latin typeface="Georgia"/>
                <a:ea typeface="+mn-ea"/>
                <a:cs typeface="Georgia"/>
              </a:defRPr>
            </a:lvl3pPr>
            <a:lvl4pPr marL="1371600" indent="0" algn="l" defTabSz="457200" rtl="0" eaLnBrk="1" latinLnBrk="0" hangingPunct="1">
              <a:spcBef>
                <a:spcPct val="20000"/>
              </a:spcBef>
              <a:buFont typeface="Arial"/>
              <a:buNone/>
              <a:defRPr sz="900" kern="1200">
                <a:solidFill>
                  <a:schemeClr val="tx1"/>
                </a:solidFill>
                <a:latin typeface="Georgia"/>
                <a:ea typeface="+mn-ea"/>
                <a:cs typeface="Georgia"/>
              </a:defRPr>
            </a:lvl4pPr>
            <a:lvl5pPr marL="1828800" indent="0" algn="l" defTabSz="457200" rtl="0" eaLnBrk="1" latinLnBrk="0" hangingPunct="1">
              <a:spcBef>
                <a:spcPct val="20000"/>
              </a:spcBef>
              <a:buFont typeface="Arial"/>
              <a:buNone/>
              <a:defRPr sz="900" kern="1200">
                <a:solidFill>
                  <a:schemeClr val="tx1"/>
                </a:solidFill>
                <a:latin typeface="Georgia"/>
                <a:ea typeface="+mn-ea"/>
                <a:cs typeface="Georgia"/>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1333">
                <a:solidFill>
                  <a:schemeClr val="bg1"/>
                </a:solidFill>
                <a:latin typeface="Calibri" panose="020F0502020204030204" pitchFamily="34" charset="0"/>
                <a:cs typeface="Calibri" panose="020F0502020204030204" pitchFamily="34" charset="0"/>
              </a:rPr>
              <a:t>Proprietary and confidential — do not distribute</a:t>
            </a:r>
          </a:p>
        </p:txBody>
      </p:sp>
      <p:sp>
        <p:nvSpPr>
          <p:cNvPr id="2" name="Date Placeholder 1">
            <a:extLst>
              <a:ext uri="{FF2B5EF4-FFF2-40B4-BE49-F238E27FC236}">
                <a16:creationId xmlns:a16="http://schemas.microsoft.com/office/drawing/2014/main" id="{5C6D6453-5C41-4AA1-8206-B28E31B4BDFC}"/>
              </a:ext>
            </a:extLst>
          </p:cNvPr>
          <p:cNvSpPr>
            <a:spLocks noGrp="1"/>
          </p:cNvSpPr>
          <p:nvPr>
            <p:ph type="dt" sz="half" idx="14"/>
          </p:nvPr>
        </p:nvSpPr>
        <p:spPr/>
        <p:txBody>
          <a:bodyPr/>
          <a:lstStyle>
            <a:lvl1pPr>
              <a:defRPr>
                <a:solidFill>
                  <a:schemeClr val="bg1"/>
                </a:solidFill>
              </a:defRPr>
            </a:lvl1pPr>
          </a:lstStyle>
          <a:p>
            <a:fld id="{108A7FBD-4942-41CA-AF3E-2D1EAECD6C7B}" type="datetime5">
              <a:rPr lang="en-US" smtClean="0"/>
              <a:t>7-May-26</a:t>
            </a:fld>
            <a:endParaRPr lang="en-IN"/>
          </a:p>
        </p:txBody>
      </p:sp>
      <p:sp>
        <p:nvSpPr>
          <p:cNvPr id="3" name="Footer Placeholder 2">
            <a:extLst>
              <a:ext uri="{FF2B5EF4-FFF2-40B4-BE49-F238E27FC236}">
                <a16:creationId xmlns:a16="http://schemas.microsoft.com/office/drawing/2014/main" id="{92915091-8BEE-4EAD-A12E-FE3FD4854682}"/>
              </a:ext>
            </a:extLst>
          </p:cNvPr>
          <p:cNvSpPr>
            <a:spLocks noGrp="1"/>
          </p:cNvSpPr>
          <p:nvPr>
            <p:ph type="ftr" sz="quarter" idx="15"/>
          </p:nvPr>
        </p:nvSpPr>
        <p:spPr/>
        <p:txBody>
          <a:bodyPr/>
          <a:lstStyle>
            <a:lvl1pPr>
              <a:defRPr>
                <a:solidFill>
                  <a:schemeClr val="bg1"/>
                </a:solidFill>
              </a:defRPr>
            </a:lvl1pPr>
          </a:lstStyle>
          <a:p>
            <a:pPr>
              <a:defRPr/>
            </a:pPr>
            <a:r>
              <a:rPr lang="en-US"/>
              <a:t>Enter title via "insert&gt;header and footer&gt;footer"  |  </a:t>
            </a:r>
            <a:endParaRPr lang="en-IN"/>
          </a:p>
        </p:txBody>
      </p:sp>
      <p:sp>
        <p:nvSpPr>
          <p:cNvPr id="4" name="Slide Number Placeholder 3">
            <a:extLst>
              <a:ext uri="{FF2B5EF4-FFF2-40B4-BE49-F238E27FC236}">
                <a16:creationId xmlns:a16="http://schemas.microsoft.com/office/drawing/2014/main" id="{3367B97B-43D6-430D-9C83-B8A0A565552C}"/>
              </a:ext>
            </a:extLst>
          </p:cNvPr>
          <p:cNvSpPr>
            <a:spLocks noGrp="1"/>
          </p:cNvSpPr>
          <p:nvPr>
            <p:ph type="sldNum" sz="quarter" idx="16"/>
          </p:nvPr>
        </p:nvSpPr>
        <p:spPr/>
        <p:txBody>
          <a:bodyPr/>
          <a:lstStyle>
            <a:lvl1pPr>
              <a:defRPr>
                <a:solidFill>
                  <a:schemeClr val="bg1"/>
                </a:solidFill>
              </a:defRPr>
            </a:lvl1pPr>
          </a:lstStyle>
          <a:p>
            <a:pPr>
              <a:defRPr/>
            </a:pPr>
            <a:r>
              <a:rPr lang="en-IN"/>
              <a:t>|    </a:t>
            </a:r>
            <a:fld id="{7B2119CD-3B2D-4CEB-B404-D2E3F8CD6D69}" type="slidenum">
              <a:rPr lang="en-IN" smtClean="0"/>
              <a:pPr>
                <a:defRPr/>
              </a:pPr>
              <a:t>‹#›</a:t>
            </a:fld>
            <a:endParaRPr lang="en-IN"/>
          </a:p>
        </p:txBody>
      </p:sp>
    </p:spTree>
    <p:extLst>
      <p:ext uri="{BB962C8B-B14F-4D97-AF65-F5344CB8AC3E}">
        <p14:creationId xmlns:p14="http://schemas.microsoft.com/office/powerpoint/2010/main" val="2889749290"/>
      </p:ext>
    </p:extLst>
  </p:cSld>
  <p:clrMapOvr>
    <a:masterClrMapping/>
  </p:clrMapOvr>
</p:sldLayout>
</file>

<file path=ppt/slideLayouts/slideLayout219.xml><?xml version="1.0" encoding="utf-8"?>
<p:sldLayout xmlns:a="http://schemas.openxmlformats.org/drawingml/2006/main" xmlns:r="http://schemas.openxmlformats.org/officeDocument/2006/relationships" xmlns:p="http://schemas.openxmlformats.org/presentationml/2006/main" showMasterSp="0" preserve="1" userDrawn="1">
  <p:cSld name="Closing Slide Blue">
    <p:bg bwMode="auto">
      <p:bgPr>
        <a:solidFill>
          <a:schemeClr val="accent3"/>
        </a:solidFill>
        <a:effectLst/>
      </p:bgPr>
    </p:bg>
    <p:spTree>
      <p:nvGrpSpPr>
        <p:cNvPr id="1" name=""/>
        <p:cNvGrpSpPr/>
        <p:nvPr/>
      </p:nvGrpSpPr>
      <p:grpSpPr>
        <a:xfrm>
          <a:off x="0" y="0"/>
          <a:ext cx="0" cy="0"/>
          <a:chOff x="0" y="0"/>
          <a:chExt cx="0" cy="0"/>
        </a:xfrm>
      </p:grpSpPr>
      <p:pic>
        <p:nvPicPr>
          <p:cNvPr id="3" name="Picture 2" descr="A_symbol_wordm_below_w_rgb-01.png"/>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4423255" y="1608463"/>
            <a:ext cx="3345492" cy="3641076"/>
          </a:xfrm>
          <a:prstGeom prst="rect">
            <a:avLst/>
          </a:prstGeom>
        </p:spPr>
      </p:pic>
    </p:spTree>
    <p:extLst>
      <p:ext uri="{BB962C8B-B14F-4D97-AF65-F5344CB8AC3E}">
        <p14:creationId xmlns:p14="http://schemas.microsoft.com/office/powerpoint/2010/main" val="3872357888"/>
      </p:ext>
    </p:extLst>
  </p:cSld>
  <p:clrMapOvr>
    <a:masterClrMapping/>
  </p:clrMapOvr>
</p:sldLayout>
</file>

<file path=ppt/slideLayouts/slideLayout220.xml><?xml version="1.0" encoding="utf-8"?>
<p:sldLayout xmlns:a="http://schemas.openxmlformats.org/drawingml/2006/main" xmlns:r="http://schemas.openxmlformats.org/officeDocument/2006/relationships" xmlns:p="http://schemas.openxmlformats.org/presentationml/2006/main" showMasterSp="0" preserve="1" userDrawn="1">
  <p:cSld name="Closing Slide LTTF Blue">
    <p:bg bwMode="auto">
      <p:bgPr>
        <a:solidFill>
          <a:schemeClr val="accent3"/>
        </a:solidFill>
        <a:effectLst/>
      </p:bgPr>
    </p:bg>
    <p:spTree>
      <p:nvGrpSpPr>
        <p:cNvPr id="1" name=""/>
        <p:cNvGrpSpPr/>
        <p:nvPr/>
      </p:nvGrpSpPr>
      <p:grpSpPr>
        <a:xfrm>
          <a:off x="0" y="0"/>
          <a:ext cx="0" cy="0"/>
          <a:chOff x="0" y="0"/>
          <a:chExt cx="0" cy="0"/>
        </a:xfrm>
      </p:grpSpPr>
      <p:pic>
        <p:nvPicPr>
          <p:cNvPr id="4" name="Picture 3" descr="A picture containing drawing&#10;&#10;Description automatically generated">
            <a:extLst>
              <a:ext uri="{FF2B5EF4-FFF2-40B4-BE49-F238E27FC236}">
                <a16:creationId xmlns:a16="http://schemas.microsoft.com/office/drawing/2014/main" id="{6BE25BFE-C141-9744-B07B-AF2EDC44630E}"/>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3574190" y="1253124"/>
            <a:ext cx="5043620" cy="4351752"/>
          </a:xfrm>
          <a:prstGeom prst="rect">
            <a:avLst/>
          </a:prstGeom>
        </p:spPr>
      </p:pic>
    </p:spTree>
    <p:extLst>
      <p:ext uri="{BB962C8B-B14F-4D97-AF65-F5344CB8AC3E}">
        <p14:creationId xmlns:p14="http://schemas.microsoft.com/office/powerpoint/2010/main" val="3905929864"/>
      </p:ext>
    </p:extLst>
  </p:cSld>
  <p:clrMapOvr>
    <a:masterClrMapping/>
  </p:clrMapOvr>
</p:sldLayout>
</file>

<file path=ppt/slideLayouts/slideLayout221.xml><?xml version="1.0" encoding="utf-8"?>
<p:sldLayout xmlns:a="http://schemas.openxmlformats.org/drawingml/2006/main" xmlns:r="http://schemas.openxmlformats.org/officeDocument/2006/relationships" xmlns:p="http://schemas.openxmlformats.org/presentationml/2006/main" showMasterSp="0" preserve="1" userDrawn="1">
  <p:cSld name="Closing Slide White">
    <p:spTree>
      <p:nvGrpSpPr>
        <p:cNvPr id="1" name=""/>
        <p:cNvGrpSpPr/>
        <p:nvPr/>
      </p:nvGrpSpPr>
      <p:grpSpPr>
        <a:xfrm>
          <a:off x="0" y="0"/>
          <a:ext cx="0" cy="0"/>
          <a:chOff x="0" y="0"/>
          <a:chExt cx="0" cy="0"/>
        </a:xfrm>
      </p:grpSpPr>
      <p:pic>
        <p:nvPicPr>
          <p:cNvPr id="2" name="Picture 1" descr="A close up of a sign&#10;&#10;Description automatically generated">
            <a:extLst>
              <a:ext uri="{FF2B5EF4-FFF2-40B4-BE49-F238E27FC236}">
                <a16:creationId xmlns:a16="http://schemas.microsoft.com/office/drawing/2014/main" id="{9D5804C8-119A-4621-B885-F0B59F0C231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280451" y="1418928"/>
            <a:ext cx="3670853" cy="3998608"/>
          </a:xfrm>
          <a:prstGeom prst="rect">
            <a:avLst/>
          </a:prstGeom>
        </p:spPr>
      </p:pic>
    </p:spTree>
    <p:extLst>
      <p:ext uri="{BB962C8B-B14F-4D97-AF65-F5344CB8AC3E}">
        <p14:creationId xmlns:p14="http://schemas.microsoft.com/office/powerpoint/2010/main" val="1569888943"/>
      </p:ext>
    </p:extLst>
  </p:cSld>
  <p:clrMapOvr>
    <a:masterClrMapping/>
  </p:clrMapOvr>
</p:sldLayout>
</file>

<file path=ppt/slideLayouts/slideLayout222.xml><?xml version="1.0" encoding="utf-8"?>
<p:sldLayout xmlns:a="http://schemas.openxmlformats.org/drawingml/2006/main" xmlns:r="http://schemas.openxmlformats.org/officeDocument/2006/relationships" xmlns:p="http://schemas.openxmlformats.org/presentationml/2006/main" showMasterSp="0" preserve="1" userDrawn="1">
  <p:cSld name="Closing Slide LTTF White">
    <p:spTree>
      <p:nvGrpSpPr>
        <p:cNvPr id="1" name=""/>
        <p:cNvGrpSpPr/>
        <p:nvPr/>
      </p:nvGrpSpPr>
      <p:grpSpPr>
        <a:xfrm>
          <a:off x="0" y="0"/>
          <a:ext cx="0" cy="0"/>
          <a:chOff x="0" y="0"/>
          <a:chExt cx="0" cy="0"/>
        </a:xfrm>
      </p:grpSpPr>
      <p:pic>
        <p:nvPicPr>
          <p:cNvPr id="2" name="Picture 1" descr="A picture containing object, clock&#10;&#10;Description automatically generated">
            <a:extLst>
              <a:ext uri="{FF2B5EF4-FFF2-40B4-BE49-F238E27FC236}">
                <a16:creationId xmlns:a16="http://schemas.microsoft.com/office/drawing/2014/main" id="{CA73EC50-27B9-4304-8A26-2A1CE79D62D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835347" y="524540"/>
            <a:ext cx="6313544" cy="5812469"/>
          </a:xfrm>
          <a:prstGeom prst="rect">
            <a:avLst/>
          </a:prstGeom>
        </p:spPr>
      </p:pic>
    </p:spTree>
    <p:extLst>
      <p:ext uri="{BB962C8B-B14F-4D97-AF65-F5344CB8AC3E}">
        <p14:creationId xmlns:p14="http://schemas.microsoft.com/office/powerpoint/2010/main" val="2213977347"/>
      </p:ext>
    </p:extLst>
  </p:cSld>
  <p:clrMapOvr>
    <a:masterClrMapping/>
  </p:clrMapOvr>
</p:sldLayout>
</file>

<file path=ppt/slideMasters/_rels/slideMaster1.xml.rels><?xml version="1.0" encoding="UTF-8" standalone="yes"?>
<Relationships xmlns="http://schemas.openxmlformats.org/package/2006/relationships"><Relationship Id="rId117" Type="http://schemas.openxmlformats.org/officeDocument/2006/relationships/slideLayout" Target="../slideLayouts/slideLayout117.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84" Type="http://schemas.openxmlformats.org/officeDocument/2006/relationships/slideLayout" Target="../slideLayouts/slideLayout84.xml"/><Relationship Id="rId89" Type="http://schemas.openxmlformats.org/officeDocument/2006/relationships/slideLayout" Target="../slideLayouts/slideLayout89.xml"/><Relationship Id="rId112" Type="http://schemas.openxmlformats.org/officeDocument/2006/relationships/slideLayout" Target="../slideLayouts/slideLayout112.xml"/><Relationship Id="rId16" Type="http://schemas.openxmlformats.org/officeDocument/2006/relationships/slideLayout" Target="../slideLayouts/slideLayout16.xml"/><Relationship Id="rId107" Type="http://schemas.openxmlformats.org/officeDocument/2006/relationships/slideLayout" Target="../slideLayouts/slideLayout107.xml"/><Relationship Id="rId11" Type="http://schemas.openxmlformats.org/officeDocument/2006/relationships/slideLayout" Target="../slideLayouts/slideLayout11.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74" Type="http://schemas.openxmlformats.org/officeDocument/2006/relationships/slideLayout" Target="../slideLayouts/slideLayout74.xml"/><Relationship Id="rId79" Type="http://schemas.openxmlformats.org/officeDocument/2006/relationships/slideLayout" Target="../slideLayouts/slideLayout79.xml"/><Relationship Id="rId102" Type="http://schemas.openxmlformats.org/officeDocument/2006/relationships/slideLayout" Target="../slideLayouts/slideLayout102.xml"/><Relationship Id="rId123" Type="http://schemas.openxmlformats.org/officeDocument/2006/relationships/slideLayout" Target="../slideLayouts/slideLayout123.xml"/><Relationship Id="rId128" Type="http://schemas.openxmlformats.org/officeDocument/2006/relationships/tags" Target="../tags/tag1.xml"/><Relationship Id="rId5" Type="http://schemas.openxmlformats.org/officeDocument/2006/relationships/slideLayout" Target="../slideLayouts/slideLayout5.xml"/><Relationship Id="rId90" Type="http://schemas.openxmlformats.org/officeDocument/2006/relationships/slideLayout" Target="../slideLayouts/slideLayout90.xml"/><Relationship Id="rId95" Type="http://schemas.openxmlformats.org/officeDocument/2006/relationships/slideLayout" Target="../slideLayouts/slideLayout95.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64" Type="http://schemas.openxmlformats.org/officeDocument/2006/relationships/slideLayout" Target="../slideLayouts/slideLayout64.xml"/><Relationship Id="rId69" Type="http://schemas.openxmlformats.org/officeDocument/2006/relationships/slideLayout" Target="../slideLayouts/slideLayout69.xml"/><Relationship Id="rId113" Type="http://schemas.openxmlformats.org/officeDocument/2006/relationships/slideLayout" Target="../slideLayouts/slideLayout113.xml"/><Relationship Id="rId118" Type="http://schemas.openxmlformats.org/officeDocument/2006/relationships/slideLayout" Target="../slideLayouts/slideLayout118.xml"/><Relationship Id="rId80" Type="http://schemas.openxmlformats.org/officeDocument/2006/relationships/slideLayout" Target="../slideLayouts/slideLayout80.xml"/><Relationship Id="rId85" Type="http://schemas.openxmlformats.org/officeDocument/2006/relationships/slideLayout" Target="../slideLayouts/slideLayout85.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59" Type="http://schemas.openxmlformats.org/officeDocument/2006/relationships/slideLayout" Target="../slideLayouts/slideLayout59.xml"/><Relationship Id="rId103" Type="http://schemas.openxmlformats.org/officeDocument/2006/relationships/slideLayout" Target="../slideLayouts/slideLayout103.xml"/><Relationship Id="rId108" Type="http://schemas.openxmlformats.org/officeDocument/2006/relationships/slideLayout" Target="../slideLayouts/slideLayout108.xml"/><Relationship Id="rId124" Type="http://schemas.openxmlformats.org/officeDocument/2006/relationships/slideLayout" Target="../slideLayouts/slideLayout124.xml"/><Relationship Id="rId129" Type="http://schemas.openxmlformats.org/officeDocument/2006/relationships/oleObject" Target="../embeddings/oleObject1.bin"/><Relationship Id="rId54" Type="http://schemas.openxmlformats.org/officeDocument/2006/relationships/slideLayout" Target="../slideLayouts/slideLayout54.xml"/><Relationship Id="rId70" Type="http://schemas.openxmlformats.org/officeDocument/2006/relationships/slideLayout" Target="../slideLayouts/slideLayout70.xml"/><Relationship Id="rId75" Type="http://schemas.openxmlformats.org/officeDocument/2006/relationships/slideLayout" Target="../slideLayouts/slideLayout75.xml"/><Relationship Id="rId91" Type="http://schemas.openxmlformats.org/officeDocument/2006/relationships/slideLayout" Target="../slideLayouts/slideLayout91.xml"/><Relationship Id="rId96" Type="http://schemas.openxmlformats.org/officeDocument/2006/relationships/slideLayout" Target="../slideLayouts/slideLayout96.xml"/><Relationship Id="rId1" Type="http://schemas.openxmlformats.org/officeDocument/2006/relationships/slideLayout" Target="../slideLayouts/slideLayout1.xml"/><Relationship Id="rId6" Type="http://schemas.openxmlformats.org/officeDocument/2006/relationships/slideLayout" Target="../slideLayouts/slideLayout6.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49" Type="http://schemas.openxmlformats.org/officeDocument/2006/relationships/slideLayout" Target="../slideLayouts/slideLayout49.xml"/><Relationship Id="rId114" Type="http://schemas.openxmlformats.org/officeDocument/2006/relationships/slideLayout" Target="../slideLayouts/slideLayout114.xml"/><Relationship Id="rId119" Type="http://schemas.openxmlformats.org/officeDocument/2006/relationships/slideLayout" Target="../slideLayouts/slideLayout119.xml"/><Relationship Id="rId44" Type="http://schemas.openxmlformats.org/officeDocument/2006/relationships/slideLayout" Target="../slideLayouts/slideLayout44.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81" Type="http://schemas.openxmlformats.org/officeDocument/2006/relationships/slideLayout" Target="../slideLayouts/slideLayout81.xml"/><Relationship Id="rId86" Type="http://schemas.openxmlformats.org/officeDocument/2006/relationships/slideLayout" Target="../slideLayouts/slideLayout86.xml"/><Relationship Id="rId130" Type="http://schemas.openxmlformats.org/officeDocument/2006/relationships/image" Target="../media/image1.emf"/><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109" Type="http://schemas.openxmlformats.org/officeDocument/2006/relationships/slideLayout" Target="../slideLayouts/slideLayout10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6" Type="http://schemas.openxmlformats.org/officeDocument/2006/relationships/slideLayout" Target="../slideLayouts/slideLayout76.xml"/><Relationship Id="rId97" Type="http://schemas.openxmlformats.org/officeDocument/2006/relationships/slideLayout" Target="../slideLayouts/slideLayout97.xml"/><Relationship Id="rId104" Type="http://schemas.openxmlformats.org/officeDocument/2006/relationships/slideLayout" Target="../slideLayouts/slideLayout104.xml"/><Relationship Id="rId120" Type="http://schemas.openxmlformats.org/officeDocument/2006/relationships/slideLayout" Target="../slideLayouts/slideLayout120.xml"/><Relationship Id="rId125" Type="http://schemas.openxmlformats.org/officeDocument/2006/relationships/slideLayout" Target="../slideLayouts/slideLayout125.xml"/><Relationship Id="rId7" Type="http://schemas.openxmlformats.org/officeDocument/2006/relationships/slideLayout" Target="../slideLayouts/slideLayout7.xml"/><Relationship Id="rId71" Type="http://schemas.openxmlformats.org/officeDocument/2006/relationships/slideLayout" Target="../slideLayouts/slideLayout71.xml"/><Relationship Id="rId92" Type="http://schemas.openxmlformats.org/officeDocument/2006/relationships/slideLayout" Target="../slideLayouts/slideLayout92.xml"/><Relationship Id="rId2" Type="http://schemas.openxmlformats.org/officeDocument/2006/relationships/slideLayout" Target="../slideLayouts/slideLayout2.xml"/><Relationship Id="rId29" Type="http://schemas.openxmlformats.org/officeDocument/2006/relationships/slideLayout" Target="../slideLayouts/slideLayout29.xml"/><Relationship Id="rId24" Type="http://schemas.openxmlformats.org/officeDocument/2006/relationships/slideLayout" Target="../slideLayouts/slideLayout24.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66" Type="http://schemas.openxmlformats.org/officeDocument/2006/relationships/slideLayout" Target="../slideLayouts/slideLayout66.xml"/><Relationship Id="rId87" Type="http://schemas.openxmlformats.org/officeDocument/2006/relationships/slideLayout" Target="../slideLayouts/slideLayout87.xml"/><Relationship Id="rId110" Type="http://schemas.openxmlformats.org/officeDocument/2006/relationships/slideLayout" Target="../slideLayouts/slideLayout110.xml"/><Relationship Id="rId115" Type="http://schemas.openxmlformats.org/officeDocument/2006/relationships/slideLayout" Target="../slideLayouts/slideLayout115.xml"/><Relationship Id="rId61" Type="http://schemas.openxmlformats.org/officeDocument/2006/relationships/slideLayout" Target="../slideLayouts/slideLayout61.xml"/><Relationship Id="rId82" Type="http://schemas.openxmlformats.org/officeDocument/2006/relationships/slideLayout" Target="../slideLayouts/slideLayout82.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56" Type="http://schemas.openxmlformats.org/officeDocument/2006/relationships/slideLayout" Target="../slideLayouts/slideLayout56.xml"/><Relationship Id="rId77" Type="http://schemas.openxmlformats.org/officeDocument/2006/relationships/slideLayout" Target="../slideLayouts/slideLayout77.xml"/><Relationship Id="rId100" Type="http://schemas.openxmlformats.org/officeDocument/2006/relationships/slideLayout" Target="../slideLayouts/slideLayout100.xml"/><Relationship Id="rId105" Type="http://schemas.openxmlformats.org/officeDocument/2006/relationships/slideLayout" Target="../slideLayouts/slideLayout105.xml"/><Relationship Id="rId126" Type="http://schemas.openxmlformats.org/officeDocument/2006/relationships/slideLayout" Target="../slideLayouts/slideLayout12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slideLayout" Target="../slideLayouts/slideLayout72.xml"/><Relationship Id="rId93" Type="http://schemas.openxmlformats.org/officeDocument/2006/relationships/slideLayout" Target="../slideLayouts/slideLayout93.xml"/><Relationship Id="rId98" Type="http://schemas.openxmlformats.org/officeDocument/2006/relationships/slideLayout" Target="../slideLayouts/slideLayout98.xml"/><Relationship Id="rId121" Type="http://schemas.openxmlformats.org/officeDocument/2006/relationships/slideLayout" Target="../slideLayouts/slideLayout121.xml"/><Relationship Id="rId3" Type="http://schemas.openxmlformats.org/officeDocument/2006/relationships/slideLayout" Target="../slideLayouts/slideLayout3.xml"/><Relationship Id="rId25" Type="http://schemas.openxmlformats.org/officeDocument/2006/relationships/slideLayout" Target="../slideLayouts/slideLayout25.xml"/><Relationship Id="rId46" Type="http://schemas.openxmlformats.org/officeDocument/2006/relationships/slideLayout" Target="../slideLayouts/slideLayout46.xml"/><Relationship Id="rId67" Type="http://schemas.openxmlformats.org/officeDocument/2006/relationships/slideLayout" Target="../slideLayouts/slideLayout67.xml"/><Relationship Id="rId116" Type="http://schemas.openxmlformats.org/officeDocument/2006/relationships/slideLayout" Target="../slideLayouts/slideLayout11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62" Type="http://schemas.openxmlformats.org/officeDocument/2006/relationships/slideLayout" Target="../slideLayouts/slideLayout62.xml"/><Relationship Id="rId83" Type="http://schemas.openxmlformats.org/officeDocument/2006/relationships/slideLayout" Target="../slideLayouts/slideLayout83.xml"/><Relationship Id="rId88" Type="http://schemas.openxmlformats.org/officeDocument/2006/relationships/slideLayout" Target="../slideLayouts/slideLayout88.xml"/><Relationship Id="rId111" Type="http://schemas.openxmlformats.org/officeDocument/2006/relationships/slideLayout" Target="../slideLayouts/slideLayout111.xml"/><Relationship Id="rId15" Type="http://schemas.openxmlformats.org/officeDocument/2006/relationships/slideLayout" Target="../slideLayouts/slideLayout15.xml"/><Relationship Id="rId36" Type="http://schemas.openxmlformats.org/officeDocument/2006/relationships/slideLayout" Target="../slideLayouts/slideLayout36.xml"/><Relationship Id="rId57" Type="http://schemas.openxmlformats.org/officeDocument/2006/relationships/slideLayout" Target="../slideLayouts/slideLayout57.xml"/><Relationship Id="rId106" Type="http://schemas.openxmlformats.org/officeDocument/2006/relationships/slideLayout" Target="../slideLayouts/slideLayout106.xml"/><Relationship Id="rId127" Type="http://schemas.openxmlformats.org/officeDocument/2006/relationships/theme" Target="../theme/theme1.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52" Type="http://schemas.openxmlformats.org/officeDocument/2006/relationships/slideLayout" Target="../slideLayouts/slideLayout52.xml"/><Relationship Id="rId73" Type="http://schemas.openxmlformats.org/officeDocument/2006/relationships/slideLayout" Target="../slideLayouts/slideLayout73.xml"/><Relationship Id="rId78" Type="http://schemas.openxmlformats.org/officeDocument/2006/relationships/slideLayout" Target="../slideLayouts/slideLayout78.xml"/><Relationship Id="rId94" Type="http://schemas.openxmlformats.org/officeDocument/2006/relationships/slideLayout" Target="../slideLayouts/slideLayout94.xml"/><Relationship Id="rId99" Type="http://schemas.openxmlformats.org/officeDocument/2006/relationships/slideLayout" Target="../slideLayouts/slideLayout99.xml"/><Relationship Id="rId101" Type="http://schemas.openxmlformats.org/officeDocument/2006/relationships/slideLayout" Target="../slideLayouts/slideLayout101.xml"/><Relationship Id="rId122" Type="http://schemas.openxmlformats.org/officeDocument/2006/relationships/slideLayout" Target="../slideLayouts/slideLayout122.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139.xml"/><Relationship Id="rId18" Type="http://schemas.openxmlformats.org/officeDocument/2006/relationships/slideLayout" Target="../slideLayouts/slideLayout144.xml"/><Relationship Id="rId26" Type="http://schemas.openxmlformats.org/officeDocument/2006/relationships/slideLayout" Target="../slideLayouts/slideLayout152.xml"/><Relationship Id="rId39" Type="http://schemas.openxmlformats.org/officeDocument/2006/relationships/slideLayout" Target="../slideLayouts/slideLayout165.xml"/><Relationship Id="rId21" Type="http://schemas.openxmlformats.org/officeDocument/2006/relationships/slideLayout" Target="../slideLayouts/slideLayout147.xml"/><Relationship Id="rId34" Type="http://schemas.openxmlformats.org/officeDocument/2006/relationships/slideLayout" Target="../slideLayouts/slideLayout160.xml"/><Relationship Id="rId42" Type="http://schemas.openxmlformats.org/officeDocument/2006/relationships/slideLayout" Target="../slideLayouts/slideLayout168.xml"/><Relationship Id="rId47" Type="http://schemas.openxmlformats.org/officeDocument/2006/relationships/slideLayout" Target="../slideLayouts/slideLayout173.xml"/><Relationship Id="rId50" Type="http://schemas.openxmlformats.org/officeDocument/2006/relationships/slideLayout" Target="../slideLayouts/slideLayout176.xml"/><Relationship Id="rId7" Type="http://schemas.openxmlformats.org/officeDocument/2006/relationships/slideLayout" Target="../slideLayouts/slideLayout133.xml"/><Relationship Id="rId2" Type="http://schemas.openxmlformats.org/officeDocument/2006/relationships/slideLayout" Target="../slideLayouts/slideLayout128.xml"/><Relationship Id="rId16" Type="http://schemas.openxmlformats.org/officeDocument/2006/relationships/slideLayout" Target="../slideLayouts/slideLayout142.xml"/><Relationship Id="rId29" Type="http://schemas.openxmlformats.org/officeDocument/2006/relationships/slideLayout" Target="../slideLayouts/slideLayout155.xml"/><Relationship Id="rId11" Type="http://schemas.openxmlformats.org/officeDocument/2006/relationships/slideLayout" Target="../slideLayouts/slideLayout137.xml"/><Relationship Id="rId24" Type="http://schemas.openxmlformats.org/officeDocument/2006/relationships/slideLayout" Target="../slideLayouts/slideLayout150.xml"/><Relationship Id="rId32" Type="http://schemas.openxmlformats.org/officeDocument/2006/relationships/slideLayout" Target="../slideLayouts/slideLayout158.xml"/><Relationship Id="rId37" Type="http://schemas.openxmlformats.org/officeDocument/2006/relationships/slideLayout" Target="../slideLayouts/slideLayout163.xml"/><Relationship Id="rId40" Type="http://schemas.openxmlformats.org/officeDocument/2006/relationships/slideLayout" Target="../slideLayouts/slideLayout166.xml"/><Relationship Id="rId45" Type="http://schemas.openxmlformats.org/officeDocument/2006/relationships/slideLayout" Target="../slideLayouts/slideLayout171.xml"/><Relationship Id="rId5" Type="http://schemas.openxmlformats.org/officeDocument/2006/relationships/slideLayout" Target="../slideLayouts/slideLayout131.xml"/><Relationship Id="rId15" Type="http://schemas.openxmlformats.org/officeDocument/2006/relationships/slideLayout" Target="../slideLayouts/slideLayout141.xml"/><Relationship Id="rId23" Type="http://schemas.openxmlformats.org/officeDocument/2006/relationships/slideLayout" Target="../slideLayouts/slideLayout149.xml"/><Relationship Id="rId28" Type="http://schemas.openxmlformats.org/officeDocument/2006/relationships/slideLayout" Target="../slideLayouts/slideLayout154.xml"/><Relationship Id="rId36" Type="http://schemas.openxmlformats.org/officeDocument/2006/relationships/slideLayout" Target="../slideLayouts/slideLayout162.xml"/><Relationship Id="rId49" Type="http://schemas.openxmlformats.org/officeDocument/2006/relationships/slideLayout" Target="../slideLayouts/slideLayout175.xml"/><Relationship Id="rId10" Type="http://schemas.openxmlformats.org/officeDocument/2006/relationships/slideLayout" Target="../slideLayouts/slideLayout136.xml"/><Relationship Id="rId19" Type="http://schemas.openxmlformats.org/officeDocument/2006/relationships/slideLayout" Target="../slideLayouts/slideLayout145.xml"/><Relationship Id="rId31" Type="http://schemas.openxmlformats.org/officeDocument/2006/relationships/slideLayout" Target="../slideLayouts/slideLayout157.xml"/><Relationship Id="rId44" Type="http://schemas.openxmlformats.org/officeDocument/2006/relationships/slideLayout" Target="../slideLayouts/slideLayout170.xml"/><Relationship Id="rId52" Type="http://schemas.openxmlformats.org/officeDocument/2006/relationships/theme" Target="../theme/theme2.xml"/><Relationship Id="rId4" Type="http://schemas.openxmlformats.org/officeDocument/2006/relationships/slideLayout" Target="../slideLayouts/slideLayout130.xml"/><Relationship Id="rId9" Type="http://schemas.openxmlformats.org/officeDocument/2006/relationships/slideLayout" Target="../slideLayouts/slideLayout135.xml"/><Relationship Id="rId14" Type="http://schemas.openxmlformats.org/officeDocument/2006/relationships/slideLayout" Target="../slideLayouts/slideLayout140.xml"/><Relationship Id="rId22" Type="http://schemas.openxmlformats.org/officeDocument/2006/relationships/slideLayout" Target="../slideLayouts/slideLayout148.xml"/><Relationship Id="rId27" Type="http://schemas.openxmlformats.org/officeDocument/2006/relationships/slideLayout" Target="../slideLayouts/slideLayout153.xml"/><Relationship Id="rId30" Type="http://schemas.openxmlformats.org/officeDocument/2006/relationships/slideLayout" Target="../slideLayouts/slideLayout156.xml"/><Relationship Id="rId35" Type="http://schemas.openxmlformats.org/officeDocument/2006/relationships/slideLayout" Target="../slideLayouts/slideLayout161.xml"/><Relationship Id="rId43" Type="http://schemas.openxmlformats.org/officeDocument/2006/relationships/slideLayout" Target="../slideLayouts/slideLayout169.xml"/><Relationship Id="rId48" Type="http://schemas.openxmlformats.org/officeDocument/2006/relationships/slideLayout" Target="../slideLayouts/slideLayout174.xml"/><Relationship Id="rId8" Type="http://schemas.openxmlformats.org/officeDocument/2006/relationships/slideLayout" Target="../slideLayouts/slideLayout134.xml"/><Relationship Id="rId51" Type="http://schemas.openxmlformats.org/officeDocument/2006/relationships/slideLayout" Target="../slideLayouts/slideLayout177.xml"/><Relationship Id="rId3" Type="http://schemas.openxmlformats.org/officeDocument/2006/relationships/slideLayout" Target="../slideLayouts/slideLayout129.xml"/><Relationship Id="rId12" Type="http://schemas.openxmlformats.org/officeDocument/2006/relationships/slideLayout" Target="../slideLayouts/slideLayout138.xml"/><Relationship Id="rId17" Type="http://schemas.openxmlformats.org/officeDocument/2006/relationships/slideLayout" Target="../slideLayouts/slideLayout143.xml"/><Relationship Id="rId25" Type="http://schemas.openxmlformats.org/officeDocument/2006/relationships/slideLayout" Target="../slideLayouts/slideLayout151.xml"/><Relationship Id="rId33" Type="http://schemas.openxmlformats.org/officeDocument/2006/relationships/slideLayout" Target="../slideLayouts/slideLayout159.xml"/><Relationship Id="rId38" Type="http://schemas.openxmlformats.org/officeDocument/2006/relationships/slideLayout" Target="../slideLayouts/slideLayout164.xml"/><Relationship Id="rId46" Type="http://schemas.openxmlformats.org/officeDocument/2006/relationships/slideLayout" Target="../slideLayouts/slideLayout172.xml"/><Relationship Id="rId20" Type="http://schemas.openxmlformats.org/officeDocument/2006/relationships/slideLayout" Target="../slideLayouts/slideLayout146.xml"/><Relationship Id="rId41" Type="http://schemas.openxmlformats.org/officeDocument/2006/relationships/slideLayout" Target="../slideLayouts/slideLayout167.xml"/><Relationship Id="rId1" Type="http://schemas.openxmlformats.org/officeDocument/2006/relationships/slideLayout" Target="../slideLayouts/slideLayout127.xml"/><Relationship Id="rId6" Type="http://schemas.openxmlformats.org/officeDocument/2006/relationships/slideLayout" Target="../slideLayouts/slideLayout13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185.xml"/><Relationship Id="rId13" Type="http://schemas.openxmlformats.org/officeDocument/2006/relationships/slideLayout" Target="../slideLayouts/slideLayout190.xml"/><Relationship Id="rId18" Type="http://schemas.openxmlformats.org/officeDocument/2006/relationships/slideLayout" Target="../slideLayouts/slideLayout195.xml"/><Relationship Id="rId3" Type="http://schemas.openxmlformats.org/officeDocument/2006/relationships/slideLayout" Target="../slideLayouts/slideLayout180.xml"/><Relationship Id="rId7" Type="http://schemas.openxmlformats.org/officeDocument/2006/relationships/slideLayout" Target="../slideLayouts/slideLayout184.xml"/><Relationship Id="rId12" Type="http://schemas.openxmlformats.org/officeDocument/2006/relationships/slideLayout" Target="../slideLayouts/slideLayout189.xml"/><Relationship Id="rId17" Type="http://schemas.openxmlformats.org/officeDocument/2006/relationships/slideLayout" Target="../slideLayouts/slideLayout194.xml"/><Relationship Id="rId2" Type="http://schemas.openxmlformats.org/officeDocument/2006/relationships/slideLayout" Target="../slideLayouts/slideLayout179.xml"/><Relationship Id="rId16" Type="http://schemas.openxmlformats.org/officeDocument/2006/relationships/slideLayout" Target="../slideLayouts/slideLayout193.xml"/><Relationship Id="rId20" Type="http://schemas.openxmlformats.org/officeDocument/2006/relationships/image" Target="../media/image22.jpeg"/><Relationship Id="rId1" Type="http://schemas.openxmlformats.org/officeDocument/2006/relationships/slideLayout" Target="../slideLayouts/slideLayout178.xml"/><Relationship Id="rId6" Type="http://schemas.openxmlformats.org/officeDocument/2006/relationships/slideLayout" Target="../slideLayouts/slideLayout183.xml"/><Relationship Id="rId11" Type="http://schemas.openxmlformats.org/officeDocument/2006/relationships/slideLayout" Target="../slideLayouts/slideLayout188.xml"/><Relationship Id="rId5" Type="http://schemas.openxmlformats.org/officeDocument/2006/relationships/slideLayout" Target="../slideLayouts/slideLayout182.xml"/><Relationship Id="rId15" Type="http://schemas.openxmlformats.org/officeDocument/2006/relationships/slideLayout" Target="../slideLayouts/slideLayout192.xml"/><Relationship Id="rId10" Type="http://schemas.openxmlformats.org/officeDocument/2006/relationships/slideLayout" Target="../slideLayouts/slideLayout187.xml"/><Relationship Id="rId19" Type="http://schemas.openxmlformats.org/officeDocument/2006/relationships/theme" Target="../theme/theme3.xml"/><Relationship Id="rId4" Type="http://schemas.openxmlformats.org/officeDocument/2006/relationships/slideLayout" Target="../slideLayouts/slideLayout181.xml"/><Relationship Id="rId9" Type="http://schemas.openxmlformats.org/officeDocument/2006/relationships/slideLayout" Target="../slideLayouts/slideLayout186.xml"/><Relationship Id="rId14" Type="http://schemas.openxmlformats.org/officeDocument/2006/relationships/slideLayout" Target="../slideLayouts/slideLayout19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203.xml"/><Relationship Id="rId13" Type="http://schemas.openxmlformats.org/officeDocument/2006/relationships/slideLayout" Target="../slideLayouts/slideLayout208.xml"/><Relationship Id="rId18" Type="http://schemas.openxmlformats.org/officeDocument/2006/relationships/slideLayout" Target="../slideLayouts/slideLayout213.xml"/><Relationship Id="rId26" Type="http://schemas.openxmlformats.org/officeDocument/2006/relationships/slideLayout" Target="../slideLayouts/slideLayout221.xml"/><Relationship Id="rId3" Type="http://schemas.openxmlformats.org/officeDocument/2006/relationships/slideLayout" Target="../slideLayouts/slideLayout198.xml"/><Relationship Id="rId21" Type="http://schemas.openxmlformats.org/officeDocument/2006/relationships/slideLayout" Target="../slideLayouts/slideLayout216.xml"/><Relationship Id="rId7" Type="http://schemas.openxmlformats.org/officeDocument/2006/relationships/slideLayout" Target="../slideLayouts/slideLayout202.xml"/><Relationship Id="rId12" Type="http://schemas.openxmlformats.org/officeDocument/2006/relationships/slideLayout" Target="../slideLayouts/slideLayout207.xml"/><Relationship Id="rId17" Type="http://schemas.openxmlformats.org/officeDocument/2006/relationships/slideLayout" Target="../slideLayouts/slideLayout212.xml"/><Relationship Id="rId25" Type="http://schemas.openxmlformats.org/officeDocument/2006/relationships/slideLayout" Target="../slideLayouts/slideLayout220.xml"/><Relationship Id="rId2" Type="http://schemas.openxmlformats.org/officeDocument/2006/relationships/slideLayout" Target="../slideLayouts/slideLayout197.xml"/><Relationship Id="rId16" Type="http://schemas.openxmlformats.org/officeDocument/2006/relationships/slideLayout" Target="../slideLayouts/slideLayout211.xml"/><Relationship Id="rId20" Type="http://schemas.openxmlformats.org/officeDocument/2006/relationships/slideLayout" Target="../slideLayouts/slideLayout215.xml"/><Relationship Id="rId1" Type="http://schemas.openxmlformats.org/officeDocument/2006/relationships/slideLayout" Target="../slideLayouts/slideLayout196.xml"/><Relationship Id="rId6" Type="http://schemas.openxmlformats.org/officeDocument/2006/relationships/slideLayout" Target="../slideLayouts/slideLayout201.xml"/><Relationship Id="rId11" Type="http://schemas.openxmlformats.org/officeDocument/2006/relationships/slideLayout" Target="../slideLayouts/slideLayout206.xml"/><Relationship Id="rId24" Type="http://schemas.openxmlformats.org/officeDocument/2006/relationships/slideLayout" Target="../slideLayouts/slideLayout219.xml"/><Relationship Id="rId5" Type="http://schemas.openxmlformats.org/officeDocument/2006/relationships/slideLayout" Target="../slideLayouts/slideLayout200.xml"/><Relationship Id="rId15" Type="http://schemas.openxmlformats.org/officeDocument/2006/relationships/slideLayout" Target="../slideLayouts/slideLayout210.xml"/><Relationship Id="rId23" Type="http://schemas.openxmlformats.org/officeDocument/2006/relationships/slideLayout" Target="../slideLayouts/slideLayout218.xml"/><Relationship Id="rId28" Type="http://schemas.openxmlformats.org/officeDocument/2006/relationships/theme" Target="../theme/theme4.xml"/><Relationship Id="rId10" Type="http://schemas.openxmlformats.org/officeDocument/2006/relationships/slideLayout" Target="../slideLayouts/slideLayout205.xml"/><Relationship Id="rId19" Type="http://schemas.openxmlformats.org/officeDocument/2006/relationships/slideLayout" Target="../slideLayouts/slideLayout214.xml"/><Relationship Id="rId4" Type="http://schemas.openxmlformats.org/officeDocument/2006/relationships/slideLayout" Target="../slideLayouts/slideLayout199.xml"/><Relationship Id="rId9" Type="http://schemas.openxmlformats.org/officeDocument/2006/relationships/slideLayout" Target="../slideLayouts/slideLayout204.xml"/><Relationship Id="rId14" Type="http://schemas.openxmlformats.org/officeDocument/2006/relationships/slideLayout" Target="../slideLayouts/slideLayout209.xml"/><Relationship Id="rId22" Type="http://schemas.openxmlformats.org/officeDocument/2006/relationships/slideLayout" Target="../slideLayouts/slideLayout217.xml"/><Relationship Id="rId27" Type="http://schemas.openxmlformats.org/officeDocument/2006/relationships/slideLayout" Target="../slideLayouts/slideLayout22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C90B3D1F-8D2B-525C-4B3B-DCA545355C88}"/>
              </a:ext>
            </a:extLst>
          </p:cNvPr>
          <p:cNvGraphicFramePr>
            <a:graphicFrameLocks noChangeAspect="1"/>
          </p:cNvGraphicFramePr>
          <p:nvPr userDrawn="1">
            <p:custDataLst>
              <p:tags r:id="rId128"/>
            </p:custDataLst>
            <p:extLst>
              <p:ext uri="{D42A27DB-BD31-4B8C-83A1-F6EECF244321}">
                <p14:modId xmlns:p14="http://schemas.microsoft.com/office/powerpoint/2010/main" val="3705768783"/>
              </p:ext>
            </p:ext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129" imgW="353" imgH="353" progId="TCLayout.ActiveDocument.1">
                  <p:embed/>
                </p:oleObj>
              </mc:Choice>
              <mc:Fallback>
                <p:oleObj name="think-cell Slide" r:id="rId129" imgW="353" imgH="353" progId="TCLayout.ActiveDocument.1">
                  <p:embed/>
                  <p:pic>
                    <p:nvPicPr>
                      <p:cNvPr id="8" name="think-cell data - do not delete" hidden="1">
                        <a:extLst>
                          <a:ext uri="{FF2B5EF4-FFF2-40B4-BE49-F238E27FC236}">
                            <a16:creationId xmlns:a16="http://schemas.microsoft.com/office/drawing/2014/main" id="{C90B3D1F-8D2B-525C-4B3B-DCA545355C88}"/>
                          </a:ext>
                        </a:extLst>
                      </p:cNvPr>
                      <p:cNvPicPr/>
                      <p:nvPr/>
                    </p:nvPicPr>
                    <p:blipFill>
                      <a:blip r:embed="rId130"/>
                      <a:stretch>
                        <a:fillRect/>
                      </a:stretch>
                    </p:blipFill>
                    <p:spPr>
                      <a:xfrm>
                        <a:off x="1589" y="1589"/>
                        <a:ext cx="1588" cy="1588"/>
                      </a:xfrm>
                      <a:prstGeom prst="rect">
                        <a:avLst/>
                      </a:prstGeom>
                    </p:spPr>
                  </p:pic>
                </p:oleObj>
              </mc:Fallback>
            </mc:AlternateContent>
          </a:graphicData>
        </a:graphic>
      </p:graphicFrame>
      <p:sp>
        <p:nvSpPr>
          <p:cNvPr id="2" name="Title Placeholder 1"/>
          <p:cNvSpPr>
            <a:spLocks noGrp="1"/>
          </p:cNvSpPr>
          <p:nvPr>
            <p:ph type="title"/>
          </p:nvPr>
        </p:nvSpPr>
        <p:spPr>
          <a:xfrm>
            <a:off x="670560" y="759460"/>
            <a:ext cx="10850880" cy="520701"/>
          </a:xfrm>
          <a:prstGeom prst="rect">
            <a:avLst/>
          </a:prstGeom>
        </p:spPr>
        <p:txBody>
          <a:bodyPr vert="horz" lIns="0" tIns="0" rIns="91440" bIns="45720" rtlCol="0" anchor="t" anchorCtr="0">
            <a:noAutofit/>
          </a:bodyPr>
          <a:lstStyle/>
          <a:p>
            <a:r>
              <a:rPr lang="en-US"/>
              <a:t>Click to edit Master title style</a:t>
            </a:r>
          </a:p>
        </p:txBody>
      </p:sp>
      <p:sp>
        <p:nvSpPr>
          <p:cNvPr id="4" name="Text Placeholder 3">
            <a:extLst>
              <a:ext uri="{FF2B5EF4-FFF2-40B4-BE49-F238E27FC236}">
                <a16:creationId xmlns:a16="http://schemas.microsoft.com/office/drawing/2014/main" id="{80D42C3B-6191-4FCC-892C-38AF4234E0C2}"/>
              </a:ext>
            </a:extLst>
          </p:cNvPr>
          <p:cNvSpPr>
            <a:spLocks noGrp="1"/>
          </p:cNvSpPr>
          <p:nvPr>
            <p:ph type="body" idx="1"/>
          </p:nvPr>
        </p:nvSpPr>
        <p:spPr>
          <a:xfrm>
            <a:off x="660400" y="1790700"/>
            <a:ext cx="10861040" cy="4385733"/>
          </a:xfrm>
          <a:prstGeom prst="rect">
            <a:avLst/>
          </a:prstGeom>
        </p:spPr>
        <p:txBody>
          <a:bodyPr vert="horz" lIns="0" tIns="0" rIns="91440" bIns="45720" rtlCol="0">
            <a:noAutofit/>
          </a:bodyPr>
          <a:lstStyle/>
          <a:p>
            <a:pPr lvl="0"/>
            <a:r>
              <a:rPr lang="en-US"/>
              <a:t>Click to edit Master text styles</a:t>
            </a:r>
          </a:p>
          <a:p>
            <a:pPr lvl="1"/>
            <a:r>
              <a:rPr lang="en-US"/>
              <a:t>First level</a:t>
            </a:r>
          </a:p>
          <a:p>
            <a:pPr lvl="2"/>
            <a:r>
              <a:rPr lang="en-US"/>
              <a:t>Second level</a:t>
            </a:r>
          </a:p>
          <a:p>
            <a:pPr lvl="3"/>
            <a:r>
              <a:rPr lang="en-US"/>
              <a:t>Third level</a:t>
            </a:r>
          </a:p>
        </p:txBody>
      </p:sp>
      <p:sp>
        <p:nvSpPr>
          <p:cNvPr id="11" name="Slide Number Placeholder 17">
            <a:extLst>
              <a:ext uri="{FF2B5EF4-FFF2-40B4-BE49-F238E27FC236}">
                <a16:creationId xmlns:a16="http://schemas.microsoft.com/office/drawing/2014/main" id="{B0C0A961-4760-478B-92D9-DFE0D6E8305B}"/>
              </a:ext>
            </a:extLst>
          </p:cNvPr>
          <p:cNvSpPr>
            <a:spLocks noGrp="1"/>
          </p:cNvSpPr>
          <p:nvPr>
            <p:ph type="sldNum" sz="quarter" idx="4"/>
          </p:nvPr>
        </p:nvSpPr>
        <p:spPr>
          <a:xfrm>
            <a:off x="11092520" y="6419110"/>
            <a:ext cx="554360" cy="366183"/>
          </a:xfrm>
          <a:prstGeom prst="rect">
            <a:avLst/>
          </a:prstGeom>
        </p:spPr>
        <p:txBody>
          <a:bodyPr vert="horz" lIns="0" tIns="45720" rIns="91440" bIns="45720" rtlCol="0" anchor="b" anchorCtr="0"/>
          <a:lstStyle>
            <a:lvl1pPr algn="r">
              <a:defRPr sz="933">
                <a:solidFill>
                  <a:schemeClr val="tx1"/>
                </a:solidFill>
                <a:latin typeface="+mn-lt"/>
              </a:defRPr>
            </a:lvl1pPr>
          </a:lstStyle>
          <a:p>
            <a:pPr>
              <a:defRPr/>
            </a:pPr>
            <a:fld id="{7B2119CD-3B2D-4CEB-B404-D2E3F8CD6D69}" type="slidenum">
              <a:rPr lang="en-IN" smtClean="0"/>
              <a:pPr>
                <a:defRPr/>
              </a:pPr>
              <a:t>‹#›</a:t>
            </a:fld>
            <a:endParaRPr lang="en-IN"/>
          </a:p>
        </p:txBody>
      </p:sp>
      <p:sp>
        <p:nvSpPr>
          <p:cNvPr id="6" name="Content Placeholder 2">
            <a:extLst>
              <a:ext uri="{FF2B5EF4-FFF2-40B4-BE49-F238E27FC236}">
                <a16:creationId xmlns:a16="http://schemas.microsoft.com/office/drawing/2014/main" id="{0AE1BE93-1370-C17F-1BEC-2A5095490CCA}"/>
              </a:ext>
            </a:extLst>
          </p:cNvPr>
          <p:cNvSpPr txBox="1">
            <a:spLocks/>
          </p:cNvSpPr>
          <p:nvPr userDrawn="1"/>
        </p:nvSpPr>
        <p:spPr bwMode="gray">
          <a:xfrm>
            <a:off x="670562" y="6344073"/>
            <a:ext cx="5082732" cy="374235"/>
          </a:xfrm>
          <a:prstGeom prst="rect">
            <a:avLst/>
          </a:prstGeom>
        </p:spPr>
        <p:txBody>
          <a:bodyPr vert="horz" lIns="0" tIns="0" rIns="0" bIns="0" anchor="b" anchorCtr="0"/>
          <a:lstStyle>
            <a:lvl1pPr marL="0" indent="0" algn="l" defTabSz="457200" rtl="0" eaLnBrk="1" latinLnBrk="0" hangingPunct="1">
              <a:spcBef>
                <a:spcPct val="20000"/>
              </a:spcBef>
              <a:buFont typeface="Arial"/>
              <a:buNone/>
              <a:defRPr sz="900" kern="1200">
                <a:solidFill>
                  <a:schemeClr val="tx1"/>
                </a:solidFill>
                <a:latin typeface="Georgia"/>
                <a:ea typeface="+mn-ea"/>
                <a:cs typeface="Georgia"/>
              </a:defRPr>
            </a:lvl1pPr>
            <a:lvl2pPr marL="457200" indent="0" algn="l" defTabSz="457200" rtl="0" eaLnBrk="1" latinLnBrk="0" hangingPunct="1">
              <a:spcBef>
                <a:spcPct val="20000"/>
              </a:spcBef>
              <a:buFont typeface="Arial"/>
              <a:buNone/>
              <a:defRPr sz="900" kern="1200">
                <a:solidFill>
                  <a:schemeClr val="tx1"/>
                </a:solidFill>
                <a:latin typeface="Georgia"/>
                <a:ea typeface="+mn-ea"/>
                <a:cs typeface="Georgia"/>
              </a:defRPr>
            </a:lvl2pPr>
            <a:lvl3pPr marL="914400" indent="0" algn="l" defTabSz="457200" rtl="0" eaLnBrk="1" latinLnBrk="0" hangingPunct="1">
              <a:spcBef>
                <a:spcPct val="20000"/>
              </a:spcBef>
              <a:buFont typeface="Arial"/>
              <a:buNone/>
              <a:defRPr sz="900" kern="1200">
                <a:solidFill>
                  <a:schemeClr val="tx1"/>
                </a:solidFill>
                <a:latin typeface="Georgia"/>
                <a:ea typeface="+mn-ea"/>
                <a:cs typeface="Georgia"/>
              </a:defRPr>
            </a:lvl3pPr>
            <a:lvl4pPr marL="1371600" indent="0" algn="l" defTabSz="457200" rtl="0" eaLnBrk="1" latinLnBrk="0" hangingPunct="1">
              <a:spcBef>
                <a:spcPct val="20000"/>
              </a:spcBef>
              <a:buFont typeface="Arial"/>
              <a:buNone/>
              <a:defRPr sz="900" kern="1200">
                <a:solidFill>
                  <a:schemeClr val="tx1"/>
                </a:solidFill>
                <a:latin typeface="Georgia"/>
                <a:ea typeface="+mn-ea"/>
                <a:cs typeface="Georgia"/>
              </a:defRPr>
            </a:lvl4pPr>
            <a:lvl5pPr marL="1828800" indent="0" algn="l" defTabSz="457200" rtl="0" eaLnBrk="1" latinLnBrk="0" hangingPunct="1">
              <a:spcBef>
                <a:spcPct val="20000"/>
              </a:spcBef>
              <a:buFont typeface="Arial"/>
              <a:buNone/>
              <a:defRPr sz="900" kern="1200">
                <a:solidFill>
                  <a:schemeClr val="tx1"/>
                </a:solidFill>
                <a:latin typeface="Georgia"/>
                <a:ea typeface="+mn-ea"/>
                <a:cs typeface="Georgia"/>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l" defTabSz="609570" rtl="0" eaLnBrk="1" fontAlgn="auto" latinLnBrk="0" hangingPunct="1">
              <a:lnSpc>
                <a:spcPct val="100000"/>
              </a:lnSpc>
              <a:spcBef>
                <a:spcPts val="0"/>
              </a:spcBef>
              <a:spcAft>
                <a:spcPts val="0"/>
              </a:spcAft>
              <a:buClrTx/>
              <a:buSzTx/>
              <a:buFont typeface="Arial"/>
              <a:buNone/>
              <a:tabLst/>
              <a:defRPr/>
            </a:pPr>
            <a:r>
              <a:rPr lang="en-US" sz="933" kern="1200">
                <a:solidFill>
                  <a:schemeClr val="tx1"/>
                </a:solidFill>
                <a:latin typeface="+mn-lt"/>
                <a:ea typeface="+mn-ea"/>
                <a:cs typeface="Calibri" panose="020F0502020204030204" pitchFamily="34" charset="0"/>
              </a:rPr>
              <a:t>The sensor housing, </a:t>
            </a:r>
            <a:r>
              <a:rPr lang="en-US" sz="933" kern="1200" err="1">
                <a:solidFill>
                  <a:schemeClr val="tx1"/>
                </a:solidFill>
                <a:latin typeface="+mn-lt"/>
                <a:ea typeface="+mn-ea"/>
                <a:cs typeface="Calibri" panose="020F0502020204030204" pitchFamily="34" charset="0"/>
              </a:rPr>
              <a:t>FreeStyle</a:t>
            </a:r>
            <a:r>
              <a:rPr lang="en-US" sz="933" kern="1200">
                <a:solidFill>
                  <a:schemeClr val="tx1"/>
                </a:solidFill>
                <a:latin typeface="+mn-lt"/>
                <a:ea typeface="+mn-ea"/>
                <a:cs typeface="Calibri" panose="020F0502020204030204" pitchFamily="34" charset="0"/>
              </a:rPr>
              <a:t>, Libre, and related brand marks are marks of Abbott.</a:t>
            </a:r>
          </a:p>
          <a:p>
            <a:pPr>
              <a:spcBef>
                <a:spcPts val="0"/>
              </a:spcBef>
            </a:pPr>
            <a:r>
              <a:rPr lang="en-US" sz="933" kern="1200">
                <a:solidFill>
                  <a:schemeClr val="tx1"/>
                </a:solidFill>
                <a:latin typeface="+mn-lt"/>
                <a:ea typeface="+mn-ea"/>
                <a:cs typeface="Calibri" panose="020F0502020204030204" pitchFamily="34" charset="0"/>
              </a:rPr>
              <a:t>Proprietary and confidential — do not distribute. ADC-XXXXX v1.0</a:t>
            </a:r>
          </a:p>
        </p:txBody>
      </p:sp>
      <p:sp>
        <p:nvSpPr>
          <p:cNvPr id="5" name="Footer Placeholder 4">
            <a:extLst>
              <a:ext uri="{FF2B5EF4-FFF2-40B4-BE49-F238E27FC236}">
                <a16:creationId xmlns:a16="http://schemas.microsoft.com/office/drawing/2014/main" id="{387876D4-3B9B-57A1-0D4F-6489AE4D1C72}"/>
              </a:ext>
            </a:extLst>
          </p:cNvPr>
          <p:cNvSpPr>
            <a:spLocks noGrp="1"/>
          </p:cNvSpPr>
          <p:nvPr>
            <p:ph type="ftr" sz="quarter" idx="3"/>
          </p:nvPr>
        </p:nvSpPr>
        <p:spPr>
          <a:xfrm>
            <a:off x="8372590" y="6413433"/>
            <a:ext cx="2646393" cy="374235"/>
          </a:xfrm>
          <a:prstGeom prst="rect">
            <a:avLst/>
          </a:prstGeom>
        </p:spPr>
        <p:txBody>
          <a:bodyPr vert="horz" lIns="91440" tIns="45720" rIns="91440" bIns="45720" rtlCol="0" anchor="b" anchorCtr="0"/>
          <a:lstStyle>
            <a:lvl1pPr algn="ctr">
              <a:defRPr lang="en-US" sz="933" kern="1200" dirty="0" smtClean="0">
                <a:solidFill>
                  <a:schemeClr val="tx1"/>
                </a:solidFill>
                <a:latin typeface="+mn-lt"/>
                <a:ea typeface="+mn-ea"/>
                <a:cs typeface="+mn-cs"/>
              </a:defRPr>
            </a:lvl1pPr>
          </a:lstStyle>
          <a:p>
            <a:r>
              <a:rPr lang="en-US"/>
              <a:t>ADC Innovation Pipeline |  1-Aug-25</a:t>
            </a:r>
          </a:p>
        </p:txBody>
      </p:sp>
    </p:spTree>
    <p:extLst>
      <p:ext uri="{BB962C8B-B14F-4D97-AF65-F5344CB8AC3E}">
        <p14:creationId xmlns:p14="http://schemas.microsoft.com/office/powerpoint/2010/main" val="124425757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 id="2147483714" r:id="rId54"/>
    <p:sldLayoutId id="2147483715" r:id="rId55"/>
    <p:sldLayoutId id="2147483716" r:id="rId56"/>
    <p:sldLayoutId id="2147483717" r:id="rId57"/>
    <p:sldLayoutId id="2147483718" r:id="rId58"/>
    <p:sldLayoutId id="2147483719" r:id="rId59"/>
    <p:sldLayoutId id="2147483720" r:id="rId60"/>
    <p:sldLayoutId id="2147483721" r:id="rId61"/>
    <p:sldLayoutId id="2147483722" r:id="rId62"/>
    <p:sldLayoutId id="2147483723" r:id="rId63"/>
    <p:sldLayoutId id="2147483724" r:id="rId64"/>
    <p:sldLayoutId id="2147483725" r:id="rId65"/>
    <p:sldLayoutId id="2147483726" r:id="rId66"/>
    <p:sldLayoutId id="2147483727" r:id="rId67"/>
    <p:sldLayoutId id="2147483728" r:id="rId68"/>
    <p:sldLayoutId id="2147483729" r:id="rId69"/>
    <p:sldLayoutId id="2147483730" r:id="rId70"/>
    <p:sldLayoutId id="2147483731" r:id="rId71"/>
    <p:sldLayoutId id="2147483732" r:id="rId72"/>
    <p:sldLayoutId id="2147483733" r:id="rId73"/>
    <p:sldLayoutId id="2147483734" r:id="rId74"/>
    <p:sldLayoutId id="2147483735" r:id="rId75"/>
    <p:sldLayoutId id="2147483736" r:id="rId76"/>
    <p:sldLayoutId id="2147483737" r:id="rId77"/>
    <p:sldLayoutId id="2147483738" r:id="rId78"/>
    <p:sldLayoutId id="2147483739" r:id="rId79"/>
    <p:sldLayoutId id="2147483740" r:id="rId80"/>
    <p:sldLayoutId id="2147483741" r:id="rId81"/>
    <p:sldLayoutId id="2147483742" r:id="rId82"/>
    <p:sldLayoutId id="2147483743" r:id="rId83"/>
    <p:sldLayoutId id="2147483744" r:id="rId84"/>
    <p:sldLayoutId id="2147483745" r:id="rId85"/>
    <p:sldLayoutId id="2147483746" r:id="rId86"/>
    <p:sldLayoutId id="2147483747" r:id="rId87"/>
    <p:sldLayoutId id="2147483748" r:id="rId88"/>
    <p:sldLayoutId id="2147483749" r:id="rId89"/>
    <p:sldLayoutId id="2147483750" r:id="rId90"/>
    <p:sldLayoutId id="2147483751" r:id="rId91"/>
    <p:sldLayoutId id="2147483752" r:id="rId92"/>
    <p:sldLayoutId id="2147483753" r:id="rId93"/>
    <p:sldLayoutId id="2147483754" r:id="rId94"/>
    <p:sldLayoutId id="2147483755" r:id="rId95"/>
    <p:sldLayoutId id="2147483756" r:id="rId96"/>
    <p:sldLayoutId id="2147483757" r:id="rId97"/>
    <p:sldLayoutId id="2147483758" r:id="rId98"/>
    <p:sldLayoutId id="2147483759" r:id="rId99"/>
    <p:sldLayoutId id="2147483760" r:id="rId100"/>
    <p:sldLayoutId id="2147483761" r:id="rId101"/>
    <p:sldLayoutId id="2147483762" r:id="rId102"/>
    <p:sldLayoutId id="2147483763" r:id="rId103"/>
    <p:sldLayoutId id="2147483764" r:id="rId104"/>
    <p:sldLayoutId id="2147483765" r:id="rId105"/>
    <p:sldLayoutId id="2147483766" r:id="rId106"/>
    <p:sldLayoutId id="2147483767" r:id="rId107"/>
    <p:sldLayoutId id="2147483768" r:id="rId108"/>
    <p:sldLayoutId id="2147483769" r:id="rId109"/>
    <p:sldLayoutId id="2147483770" r:id="rId110"/>
    <p:sldLayoutId id="2147483771" r:id="rId111"/>
    <p:sldLayoutId id="2147483772" r:id="rId112"/>
    <p:sldLayoutId id="2147483773" r:id="rId113"/>
    <p:sldLayoutId id="2147483774" r:id="rId114"/>
    <p:sldLayoutId id="2147483775" r:id="rId115"/>
    <p:sldLayoutId id="2147483776" r:id="rId116"/>
    <p:sldLayoutId id="2147483777" r:id="rId117"/>
    <p:sldLayoutId id="2147483778" r:id="rId118"/>
    <p:sldLayoutId id="2147483779" r:id="rId119"/>
    <p:sldLayoutId id="2147483780" r:id="rId120"/>
    <p:sldLayoutId id="2147483781" r:id="rId121"/>
    <p:sldLayoutId id="2147483782" r:id="rId122"/>
    <p:sldLayoutId id="2147483783" r:id="rId123"/>
    <p:sldLayoutId id="2147483784" r:id="rId124"/>
    <p:sldLayoutId id="2147483785" r:id="rId125"/>
    <p:sldLayoutId id="2147483786" r:id="rId126"/>
  </p:sldLayoutIdLst>
  <mc:AlternateContent xmlns:mc="http://schemas.openxmlformats.org/markup-compatibility/2006" xmlns:p14="http://schemas.microsoft.com/office/powerpoint/2010/main">
    <mc:Choice Requires="p14">
      <p:transition p14:dur="0" advClick="0"/>
    </mc:Choice>
    <mc:Fallback xmlns="">
      <p:transition advClick="0"/>
    </mc:Fallback>
  </mc:AlternateContent>
  <p:hf hdr="0" dt="0"/>
  <p:txStyles>
    <p:titleStyle>
      <a:lvl1pPr algn="l" defTabSz="1219140" rtl="0" eaLnBrk="1" latinLnBrk="0" hangingPunct="1">
        <a:lnSpc>
          <a:spcPct val="90000"/>
        </a:lnSpc>
        <a:spcBef>
          <a:spcPct val="0"/>
        </a:spcBef>
        <a:buNone/>
        <a:defRPr sz="4000" b="0" kern="1200" cap="none" spc="0" baseline="0">
          <a:solidFill>
            <a:schemeClr val="tx1"/>
          </a:solidFill>
          <a:latin typeface="+mj-lt"/>
          <a:ea typeface="+mj-ea"/>
          <a:cs typeface="+mj-cs"/>
        </a:defRPr>
      </a:lvl1pPr>
    </p:titleStyle>
    <p:bodyStyle>
      <a:lvl1pPr marL="0" indent="0" algn="l" defTabSz="1219140" rtl="0" eaLnBrk="1" latinLnBrk="0" hangingPunct="1">
        <a:lnSpc>
          <a:spcPct val="100000"/>
        </a:lnSpc>
        <a:spcBef>
          <a:spcPts val="800"/>
        </a:spcBef>
        <a:buFont typeface="Arial" panose="020B0604020202020204" pitchFamily="34" charset="0"/>
        <a:buNone/>
        <a:defRPr sz="2133" b="0" kern="1200">
          <a:solidFill>
            <a:schemeClr val="tx1"/>
          </a:solidFill>
          <a:latin typeface="+mj-lt"/>
          <a:ea typeface="+mn-ea"/>
          <a:cs typeface="Calibri" panose="020F0502020204030204" pitchFamily="34" charset="0"/>
        </a:defRPr>
      </a:lvl1pPr>
      <a:lvl2pPr marL="226473" indent="-226473" algn="l" defTabSz="1219140" rtl="0" eaLnBrk="1" latinLnBrk="0" hangingPunct="1">
        <a:lnSpc>
          <a:spcPct val="100000"/>
        </a:lnSpc>
        <a:spcBef>
          <a:spcPts val="800"/>
        </a:spcBef>
        <a:buFont typeface="Arial" panose="020B0604020202020204" pitchFamily="34" charset="0"/>
        <a:buChar char="•"/>
        <a:defRPr sz="1867" b="0" kern="1200">
          <a:solidFill>
            <a:schemeClr val="tx1"/>
          </a:solidFill>
          <a:latin typeface="+mj-lt"/>
          <a:ea typeface="+mn-ea"/>
          <a:cs typeface="+mn-cs"/>
        </a:defRPr>
      </a:lvl2pPr>
      <a:lvl3pPr marL="533373" indent="-228589" algn="l" defTabSz="1219140" rtl="0" eaLnBrk="1" latinLnBrk="0" hangingPunct="1">
        <a:lnSpc>
          <a:spcPct val="100000"/>
        </a:lnSpc>
        <a:spcBef>
          <a:spcPts val="800"/>
        </a:spcBef>
        <a:buFont typeface="Arial" panose="020B0604020202020204" pitchFamily="34" charset="0"/>
        <a:buChar char="–"/>
        <a:defRPr sz="1600" b="0" kern="1200">
          <a:solidFill>
            <a:schemeClr val="tx1"/>
          </a:solidFill>
          <a:latin typeface="+mj-lt"/>
          <a:ea typeface="+mn-ea"/>
          <a:cs typeface="+mn-cs"/>
        </a:defRPr>
      </a:lvl3pPr>
      <a:lvl4pPr marL="768311" indent="-226473" algn="l" defTabSz="1219140" rtl="0" eaLnBrk="1" latinLnBrk="0" hangingPunct="1">
        <a:lnSpc>
          <a:spcPct val="100000"/>
        </a:lnSpc>
        <a:spcBef>
          <a:spcPts val="800"/>
        </a:spcBef>
        <a:buFont typeface="Arial" panose="020B0604020202020204" pitchFamily="34" charset="0"/>
        <a:buChar char="•"/>
        <a:defRPr sz="1467" b="0" kern="1200">
          <a:solidFill>
            <a:schemeClr val="tx1"/>
          </a:solidFill>
          <a:latin typeface="+mj-lt"/>
          <a:ea typeface="+mn-ea"/>
          <a:cs typeface="+mn-cs"/>
        </a:defRPr>
      </a:lvl4pPr>
      <a:lvl5pPr marL="992669" indent="-228589" algn="l" defTabSz="1219140" rtl="0" eaLnBrk="1" latinLnBrk="0" hangingPunct="1">
        <a:lnSpc>
          <a:spcPct val="100000"/>
        </a:lnSpc>
        <a:spcBef>
          <a:spcPts val="800"/>
        </a:spcBef>
        <a:buFont typeface="Arial" panose="020B0604020202020204" pitchFamily="34" charset="0"/>
        <a:buChar char="»"/>
        <a:defRPr sz="1467" b="0" kern="1200">
          <a:solidFill>
            <a:schemeClr val="tx1"/>
          </a:solidFill>
          <a:latin typeface="+mj-lt"/>
          <a:ea typeface="+mn-ea"/>
          <a:cs typeface="+mn-cs"/>
        </a:defRPr>
      </a:lvl5pPr>
      <a:lvl6pPr marL="3352632" indent="-304784" algn="l" defTabSz="121914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202" indent="-304784" algn="l" defTabSz="121914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772" indent="-304784" algn="l" defTabSz="121914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341" indent="-304784" algn="l" defTabSz="121914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p:bodyStyle>
    <p:otherStyle>
      <a:defPPr>
        <a:defRPr lang="en-US"/>
      </a:defPPr>
      <a:lvl1pPr marL="0" algn="l" defTabSz="1219140" rtl="0" eaLnBrk="1" latinLnBrk="0" hangingPunct="1">
        <a:defRPr sz="2400" kern="1200">
          <a:solidFill>
            <a:schemeClr val="tx1"/>
          </a:solidFill>
          <a:latin typeface="+mn-lt"/>
          <a:ea typeface="+mn-ea"/>
          <a:cs typeface="+mn-cs"/>
        </a:defRPr>
      </a:lvl1pPr>
      <a:lvl2pPr marL="609570" algn="l" defTabSz="1219140" rtl="0" eaLnBrk="1" latinLnBrk="0" hangingPunct="1">
        <a:defRPr sz="2400" kern="1200">
          <a:solidFill>
            <a:schemeClr val="tx1"/>
          </a:solidFill>
          <a:latin typeface="+mn-lt"/>
          <a:ea typeface="+mn-ea"/>
          <a:cs typeface="+mn-cs"/>
        </a:defRPr>
      </a:lvl2pPr>
      <a:lvl3pPr marL="1219140" algn="l" defTabSz="1219140" rtl="0" eaLnBrk="1" latinLnBrk="0" hangingPunct="1">
        <a:defRPr sz="2400" kern="1200">
          <a:solidFill>
            <a:schemeClr val="tx1"/>
          </a:solidFill>
          <a:latin typeface="+mn-lt"/>
          <a:ea typeface="+mn-ea"/>
          <a:cs typeface="+mn-cs"/>
        </a:defRPr>
      </a:lvl3pPr>
      <a:lvl4pPr marL="1828709" algn="l" defTabSz="1219140" rtl="0" eaLnBrk="1" latinLnBrk="0" hangingPunct="1">
        <a:defRPr sz="2400" kern="1200">
          <a:solidFill>
            <a:schemeClr val="tx1"/>
          </a:solidFill>
          <a:latin typeface="+mn-lt"/>
          <a:ea typeface="+mn-ea"/>
          <a:cs typeface="+mn-cs"/>
        </a:defRPr>
      </a:lvl4pPr>
      <a:lvl5pPr marL="2438278" algn="l" defTabSz="1219140" rtl="0" eaLnBrk="1" latinLnBrk="0" hangingPunct="1">
        <a:defRPr sz="2400" kern="1200">
          <a:solidFill>
            <a:schemeClr val="tx1"/>
          </a:solidFill>
          <a:latin typeface="+mn-lt"/>
          <a:ea typeface="+mn-ea"/>
          <a:cs typeface="+mn-cs"/>
        </a:defRPr>
      </a:lvl5pPr>
      <a:lvl6pPr marL="3047848" algn="l" defTabSz="1219140" rtl="0" eaLnBrk="1" latinLnBrk="0" hangingPunct="1">
        <a:defRPr sz="2400" kern="1200">
          <a:solidFill>
            <a:schemeClr val="tx1"/>
          </a:solidFill>
          <a:latin typeface="+mn-lt"/>
          <a:ea typeface="+mn-ea"/>
          <a:cs typeface="+mn-cs"/>
        </a:defRPr>
      </a:lvl6pPr>
      <a:lvl7pPr marL="3657418" algn="l" defTabSz="1219140" rtl="0" eaLnBrk="1" latinLnBrk="0" hangingPunct="1">
        <a:defRPr sz="2400" kern="1200">
          <a:solidFill>
            <a:schemeClr val="tx1"/>
          </a:solidFill>
          <a:latin typeface="+mn-lt"/>
          <a:ea typeface="+mn-ea"/>
          <a:cs typeface="+mn-cs"/>
        </a:defRPr>
      </a:lvl7pPr>
      <a:lvl8pPr marL="4266987" algn="l" defTabSz="1219140" rtl="0" eaLnBrk="1" latinLnBrk="0" hangingPunct="1">
        <a:defRPr sz="2400" kern="1200">
          <a:solidFill>
            <a:schemeClr val="tx1"/>
          </a:solidFill>
          <a:latin typeface="+mn-lt"/>
          <a:ea typeface="+mn-ea"/>
          <a:cs typeface="+mn-cs"/>
        </a:defRPr>
      </a:lvl8pPr>
      <a:lvl9pPr marL="4876557" algn="l" defTabSz="1219140"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12">
          <p15:clr>
            <a:srgbClr val="F26B43"/>
          </p15:clr>
        </p15:guide>
        <p15:guide id="2" pos="5448">
          <p15:clr>
            <a:srgbClr val="F26B43"/>
          </p15:clr>
        </p15:guide>
        <p15:guide id="3" orient="horz" pos="684">
          <p15:clr>
            <a:srgbClr val="F26B43"/>
          </p15:clr>
        </p15:guide>
        <p15:guide id="4" orient="horz" pos="3156">
          <p15:clr>
            <a:srgbClr val="F26B43"/>
          </p15:clr>
        </p15:guide>
        <p15:guide id="5" orient="horz" pos="2964">
          <p15:clr>
            <a:srgbClr val="F26B43"/>
          </p15:clr>
        </p15:guide>
        <p15:guide id="6" pos="2880">
          <p15:clr>
            <a:srgbClr val="F26B43"/>
          </p15:clr>
        </p15:guide>
        <p15:guide id="7" orient="horz" pos="1620">
          <p15:clr>
            <a:srgbClr val="F26B43"/>
          </p15:clr>
        </p15:guide>
        <p15:guide id="8" orient="horz" pos="840">
          <p15:clr>
            <a:srgbClr val="F26B43"/>
          </p15:clr>
        </p15:guide>
        <p15:guide id="9" orient="horz" pos="1080">
          <p15:clr>
            <a:srgbClr val="F26B43"/>
          </p15:clr>
        </p15:guide>
        <p15:guide id="10" orient="horz" pos="1164">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70560" y="759459"/>
            <a:ext cx="10850880" cy="520701"/>
          </a:xfrm>
          <a:prstGeom prst="rect">
            <a:avLst/>
          </a:prstGeom>
        </p:spPr>
        <p:txBody>
          <a:bodyPr vert="horz" lIns="0" tIns="0" rIns="91440" bIns="45720" rtlCol="0" anchor="t" anchorCtr="0">
            <a:noAutofit/>
          </a:bodyPr>
          <a:lstStyle/>
          <a:p>
            <a:r>
              <a:rPr lang="en-US"/>
              <a:t>Click to edit Master title style</a:t>
            </a:r>
          </a:p>
        </p:txBody>
      </p:sp>
      <p:sp>
        <p:nvSpPr>
          <p:cNvPr id="4" name="Text Placeholder 3">
            <a:extLst>
              <a:ext uri="{FF2B5EF4-FFF2-40B4-BE49-F238E27FC236}">
                <a16:creationId xmlns:a16="http://schemas.microsoft.com/office/drawing/2014/main" id="{80D42C3B-6191-4FCC-892C-38AF4234E0C2}"/>
              </a:ext>
            </a:extLst>
          </p:cNvPr>
          <p:cNvSpPr>
            <a:spLocks noGrp="1"/>
          </p:cNvSpPr>
          <p:nvPr>
            <p:ph type="body" idx="1"/>
          </p:nvPr>
        </p:nvSpPr>
        <p:spPr>
          <a:xfrm>
            <a:off x="660400" y="1482166"/>
            <a:ext cx="10861040" cy="4694268"/>
          </a:xfrm>
          <a:prstGeom prst="rect">
            <a:avLst/>
          </a:prstGeom>
        </p:spPr>
        <p:txBody>
          <a:bodyPr vert="horz" lIns="0" tIns="0" rIns="91440" bIns="45720" rtlCol="0">
            <a:noAutofit/>
          </a:bodyPr>
          <a:lstStyle/>
          <a:p>
            <a:pPr lvl="0"/>
            <a:r>
              <a:rPr lang="en-US"/>
              <a:t>Click to edit Master text styles</a:t>
            </a:r>
          </a:p>
          <a:p>
            <a:pPr lvl="1"/>
            <a:r>
              <a:rPr lang="en-US"/>
              <a:t>First level</a:t>
            </a:r>
          </a:p>
          <a:p>
            <a:pPr lvl="2"/>
            <a:r>
              <a:rPr lang="en-US"/>
              <a:t>Second level</a:t>
            </a:r>
          </a:p>
          <a:p>
            <a:pPr lvl="3"/>
            <a:r>
              <a:rPr lang="en-US"/>
              <a:t>Third level</a:t>
            </a:r>
          </a:p>
          <a:p>
            <a:pPr lvl="4"/>
            <a:r>
              <a:rPr lang="en-US"/>
              <a:t>Fourth level</a:t>
            </a:r>
            <a:endParaRPr lang="en-IN"/>
          </a:p>
        </p:txBody>
      </p:sp>
      <p:sp>
        <p:nvSpPr>
          <p:cNvPr id="8" name="Content Placeholder 2">
            <a:extLst>
              <a:ext uri="{FF2B5EF4-FFF2-40B4-BE49-F238E27FC236}">
                <a16:creationId xmlns:a16="http://schemas.microsoft.com/office/drawing/2014/main" id="{8664E22B-AE9E-442B-AA5F-E8AC6B0E3B7D}"/>
              </a:ext>
            </a:extLst>
          </p:cNvPr>
          <p:cNvSpPr txBox="1">
            <a:spLocks/>
          </p:cNvSpPr>
          <p:nvPr userDrawn="1"/>
        </p:nvSpPr>
        <p:spPr bwMode="gray">
          <a:xfrm>
            <a:off x="670561" y="6427471"/>
            <a:ext cx="4077308" cy="292101"/>
          </a:xfrm>
          <a:prstGeom prst="rect">
            <a:avLst/>
          </a:prstGeom>
        </p:spPr>
        <p:txBody>
          <a:bodyPr vert="horz" lIns="0" rIns="0" anchor="b" anchorCtr="0"/>
          <a:lstStyle>
            <a:lvl1pPr marL="0" indent="0" algn="l" defTabSz="457200" rtl="0" eaLnBrk="1" latinLnBrk="0" hangingPunct="1">
              <a:spcBef>
                <a:spcPct val="20000"/>
              </a:spcBef>
              <a:buFont typeface="Arial"/>
              <a:buNone/>
              <a:defRPr sz="900" kern="1200">
                <a:solidFill>
                  <a:schemeClr val="tx1"/>
                </a:solidFill>
                <a:latin typeface="Georgia"/>
                <a:ea typeface="+mn-ea"/>
                <a:cs typeface="Georgia"/>
              </a:defRPr>
            </a:lvl1pPr>
            <a:lvl2pPr marL="457200" indent="0" algn="l" defTabSz="457200" rtl="0" eaLnBrk="1" latinLnBrk="0" hangingPunct="1">
              <a:spcBef>
                <a:spcPct val="20000"/>
              </a:spcBef>
              <a:buFont typeface="Arial"/>
              <a:buNone/>
              <a:defRPr sz="900" kern="1200">
                <a:solidFill>
                  <a:schemeClr val="tx1"/>
                </a:solidFill>
                <a:latin typeface="Georgia"/>
                <a:ea typeface="+mn-ea"/>
                <a:cs typeface="Georgia"/>
              </a:defRPr>
            </a:lvl2pPr>
            <a:lvl3pPr marL="914400" indent="0" algn="l" defTabSz="457200" rtl="0" eaLnBrk="1" latinLnBrk="0" hangingPunct="1">
              <a:spcBef>
                <a:spcPct val="20000"/>
              </a:spcBef>
              <a:buFont typeface="Arial"/>
              <a:buNone/>
              <a:defRPr sz="900" kern="1200">
                <a:solidFill>
                  <a:schemeClr val="tx1"/>
                </a:solidFill>
                <a:latin typeface="Georgia"/>
                <a:ea typeface="+mn-ea"/>
                <a:cs typeface="Georgia"/>
              </a:defRPr>
            </a:lvl3pPr>
            <a:lvl4pPr marL="1371600" indent="0" algn="l" defTabSz="457200" rtl="0" eaLnBrk="1" latinLnBrk="0" hangingPunct="1">
              <a:spcBef>
                <a:spcPct val="20000"/>
              </a:spcBef>
              <a:buFont typeface="Arial"/>
              <a:buNone/>
              <a:defRPr sz="900" kern="1200">
                <a:solidFill>
                  <a:schemeClr val="tx1"/>
                </a:solidFill>
                <a:latin typeface="Georgia"/>
                <a:ea typeface="+mn-ea"/>
                <a:cs typeface="Georgia"/>
              </a:defRPr>
            </a:lvl4pPr>
            <a:lvl5pPr marL="1828800" indent="0" algn="l" defTabSz="457200" rtl="0" eaLnBrk="1" latinLnBrk="0" hangingPunct="1">
              <a:spcBef>
                <a:spcPct val="20000"/>
              </a:spcBef>
              <a:buFont typeface="Arial"/>
              <a:buNone/>
              <a:defRPr sz="900" kern="1200">
                <a:solidFill>
                  <a:schemeClr val="tx1"/>
                </a:solidFill>
                <a:latin typeface="Georgia"/>
                <a:ea typeface="+mn-ea"/>
                <a:cs typeface="Georgia"/>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1333">
                <a:solidFill>
                  <a:schemeClr val="tx1"/>
                </a:solidFill>
                <a:latin typeface="+mn-lt"/>
                <a:cs typeface="Calibri" panose="020F0502020204030204" pitchFamily="34" charset="0"/>
              </a:rPr>
              <a:t>Proprietary and confidential — do not distribute</a:t>
            </a:r>
          </a:p>
        </p:txBody>
      </p:sp>
      <p:sp>
        <p:nvSpPr>
          <p:cNvPr id="9" name="Footer Placeholder 16">
            <a:extLst>
              <a:ext uri="{FF2B5EF4-FFF2-40B4-BE49-F238E27FC236}">
                <a16:creationId xmlns:a16="http://schemas.microsoft.com/office/drawing/2014/main" id="{BCBFA1EE-BECD-4887-AC0A-41F4CAF816F0}"/>
              </a:ext>
            </a:extLst>
          </p:cNvPr>
          <p:cNvSpPr>
            <a:spLocks noGrp="1"/>
          </p:cNvSpPr>
          <p:nvPr>
            <p:ph type="ftr" sz="quarter" idx="3"/>
          </p:nvPr>
        </p:nvSpPr>
        <p:spPr>
          <a:xfrm>
            <a:off x="4860076" y="6356351"/>
            <a:ext cx="5242561" cy="366183"/>
          </a:xfrm>
          <a:prstGeom prst="rect">
            <a:avLst/>
          </a:prstGeom>
        </p:spPr>
        <p:txBody>
          <a:bodyPr vert="horz" lIns="91440" tIns="45720" rIns="0" bIns="45720" rtlCol="0" anchor="ctr"/>
          <a:lstStyle>
            <a:lvl1pPr algn="r">
              <a:defRPr sz="1333">
                <a:solidFill>
                  <a:schemeClr val="tx1"/>
                </a:solidFill>
                <a:latin typeface="+mn-lt"/>
              </a:defRPr>
            </a:lvl1pPr>
          </a:lstStyle>
          <a:p>
            <a:pPr>
              <a:defRPr/>
            </a:pPr>
            <a:r>
              <a:rPr lang="en-US"/>
              <a:t>Enter title via "insert&gt;header and footer&gt;footer" | </a:t>
            </a:r>
            <a:endParaRPr lang="en-IN"/>
          </a:p>
        </p:txBody>
      </p:sp>
      <p:sp>
        <p:nvSpPr>
          <p:cNvPr id="11" name="Slide Number Placeholder 17">
            <a:extLst>
              <a:ext uri="{FF2B5EF4-FFF2-40B4-BE49-F238E27FC236}">
                <a16:creationId xmlns:a16="http://schemas.microsoft.com/office/drawing/2014/main" id="{B0C0A961-4760-478B-92D9-DFE0D6E8305B}"/>
              </a:ext>
            </a:extLst>
          </p:cNvPr>
          <p:cNvSpPr>
            <a:spLocks noGrp="1"/>
          </p:cNvSpPr>
          <p:nvPr>
            <p:ph type="sldNum" sz="quarter" idx="4"/>
          </p:nvPr>
        </p:nvSpPr>
        <p:spPr>
          <a:xfrm>
            <a:off x="10889411" y="6356351"/>
            <a:ext cx="757469" cy="366183"/>
          </a:xfrm>
          <a:prstGeom prst="rect">
            <a:avLst/>
          </a:prstGeom>
        </p:spPr>
        <p:txBody>
          <a:bodyPr vert="horz" lIns="0" tIns="45720" rIns="91440" bIns="45720" rtlCol="0" anchor="ctr"/>
          <a:lstStyle>
            <a:lvl1pPr algn="r">
              <a:defRPr sz="1333">
                <a:solidFill>
                  <a:schemeClr val="tx1"/>
                </a:solidFill>
                <a:latin typeface="+mn-lt"/>
              </a:defRPr>
            </a:lvl1pPr>
          </a:lstStyle>
          <a:p>
            <a:pPr>
              <a:defRPr/>
            </a:pPr>
            <a:r>
              <a:rPr lang="en-IN"/>
              <a:t>| </a:t>
            </a:r>
            <a:fld id="{7B2119CD-3B2D-4CEB-B404-D2E3F8CD6D69}" type="slidenum">
              <a:rPr lang="en-IN" smtClean="0"/>
              <a:pPr>
                <a:defRPr/>
              </a:pPr>
              <a:t>‹#›</a:t>
            </a:fld>
            <a:endParaRPr lang="en-IN"/>
          </a:p>
        </p:txBody>
      </p:sp>
      <p:sp>
        <p:nvSpPr>
          <p:cNvPr id="3" name="Date Placeholder 2">
            <a:extLst>
              <a:ext uri="{FF2B5EF4-FFF2-40B4-BE49-F238E27FC236}">
                <a16:creationId xmlns:a16="http://schemas.microsoft.com/office/drawing/2014/main" id="{1E9D44F0-9262-4CAF-B936-25EE51300EA2}"/>
              </a:ext>
            </a:extLst>
          </p:cNvPr>
          <p:cNvSpPr>
            <a:spLocks noGrp="1"/>
          </p:cNvSpPr>
          <p:nvPr>
            <p:ph type="dt" sz="half" idx="2"/>
          </p:nvPr>
        </p:nvSpPr>
        <p:spPr>
          <a:xfrm>
            <a:off x="10042016" y="6356351"/>
            <a:ext cx="1050505" cy="366183"/>
          </a:xfrm>
          <a:prstGeom prst="rect">
            <a:avLst/>
          </a:prstGeom>
        </p:spPr>
        <p:txBody>
          <a:bodyPr vert="horz" lIns="91440" tIns="45720" rIns="91440" bIns="45720" rtlCol="0" anchor="ctr"/>
          <a:lstStyle>
            <a:lvl1pPr algn="ctr">
              <a:defRPr sz="1333">
                <a:solidFill>
                  <a:schemeClr val="tx1"/>
                </a:solidFill>
              </a:defRPr>
            </a:lvl1pPr>
          </a:lstStyle>
          <a:p>
            <a:r>
              <a:rPr lang="en-US" sz="1333"/>
              <a:t>17-Dec-24</a:t>
            </a:r>
            <a:endParaRPr lang="en-IN" sz="1333"/>
          </a:p>
        </p:txBody>
      </p:sp>
    </p:spTree>
    <p:extLst>
      <p:ext uri="{BB962C8B-B14F-4D97-AF65-F5344CB8AC3E}">
        <p14:creationId xmlns:p14="http://schemas.microsoft.com/office/powerpoint/2010/main" val="2064825683"/>
      </p:ext>
    </p:extLst>
  </p:cSld>
  <p:clrMap bg1="lt1" tx1="dk1" bg2="lt2" tx2="dk2" accent1="accent1" accent2="accent2" accent3="accent3" accent4="accent4" accent5="accent5" accent6="accent6" hlink="hlink" folHlink="folHlink"/>
  <p:sldLayoutIdLst>
    <p:sldLayoutId id="2147483788" r:id="rId1"/>
    <p:sldLayoutId id="2147483789" r:id="rId2"/>
    <p:sldLayoutId id="2147483790" r:id="rId3"/>
    <p:sldLayoutId id="2147483791" r:id="rId4"/>
    <p:sldLayoutId id="2147483792" r:id="rId5"/>
    <p:sldLayoutId id="2147483793" r:id="rId6"/>
    <p:sldLayoutId id="2147483794" r:id="rId7"/>
    <p:sldLayoutId id="2147483795" r:id="rId8"/>
    <p:sldLayoutId id="2147483796" r:id="rId9"/>
    <p:sldLayoutId id="2147483797" r:id="rId10"/>
    <p:sldLayoutId id="2147483798" r:id="rId11"/>
    <p:sldLayoutId id="2147483799" r:id="rId12"/>
    <p:sldLayoutId id="2147483800" r:id="rId13"/>
    <p:sldLayoutId id="2147483801" r:id="rId14"/>
    <p:sldLayoutId id="2147483802" r:id="rId15"/>
    <p:sldLayoutId id="2147483803" r:id="rId16"/>
    <p:sldLayoutId id="2147483804" r:id="rId17"/>
    <p:sldLayoutId id="2147483805" r:id="rId18"/>
    <p:sldLayoutId id="2147483806" r:id="rId19"/>
    <p:sldLayoutId id="2147483807" r:id="rId20"/>
    <p:sldLayoutId id="2147483808" r:id="rId21"/>
    <p:sldLayoutId id="2147483809" r:id="rId22"/>
    <p:sldLayoutId id="2147483810" r:id="rId23"/>
    <p:sldLayoutId id="2147483811" r:id="rId24"/>
    <p:sldLayoutId id="2147483812" r:id="rId25"/>
    <p:sldLayoutId id="2147483813" r:id="rId26"/>
    <p:sldLayoutId id="2147483814" r:id="rId27"/>
    <p:sldLayoutId id="2147483815" r:id="rId28"/>
    <p:sldLayoutId id="2147483816" r:id="rId29"/>
    <p:sldLayoutId id="2147483817" r:id="rId30"/>
    <p:sldLayoutId id="2147483818" r:id="rId31"/>
    <p:sldLayoutId id="2147483819" r:id="rId32"/>
    <p:sldLayoutId id="2147483820" r:id="rId33"/>
    <p:sldLayoutId id="2147483821" r:id="rId34"/>
    <p:sldLayoutId id="2147483822" r:id="rId35"/>
    <p:sldLayoutId id="2147483823" r:id="rId36"/>
    <p:sldLayoutId id="2147483824" r:id="rId37"/>
    <p:sldLayoutId id="2147483825" r:id="rId38"/>
    <p:sldLayoutId id="2147483826" r:id="rId39"/>
    <p:sldLayoutId id="2147483827" r:id="rId40"/>
    <p:sldLayoutId id="2147483828" r:id="rId41"/>
    <p:sldLayoutId id="2147483829" r:id="rId42"/>
    <p:sldLayoutId id="2147483830" r:id="rId43"/>
    <p:sldLayoutId id="2147483831" r:id="rId44"/>
    <p:sldLayoutId id="2147483832" r:id="rId45"/>
    <p:sldLayoutId id="2147483833" r:id="rId46"/>
    <p:sldLayoutId id="2147483834" r:id="rId47"/>
    <p:sldLayoutId id="2147483835" r:id="rId48"/>
    <p:sldLayoutId id="2147483836" r:id="rId49"/>
    <p:sldLayoutId id="2147483837" r:id="rId50"/>
    <p:sldLayoutId id="2147483838" r:id="rId51"/>
  </p:sldLayoutIdLst>
  <p:hf hdr="0" ftr="0"/>
  <p:txStyles>
    <p:titleStyle>
      <a:lvl1pPr algn="l" defTabSz="1219170" rtl="0" eaLnBrk="1" latinLnBrk="0" hangingPunct="1">
        <a:lnSpc>
          <a:spcPct val="90000"/>
        </a:lnSpc>
        <a:spcBef>
          <a:spcPct val="0"/>
        </a:spcBef>
        <a:buNone/>
        <a:defRPr sz="3467" b="0" kern="1200" cap="none" spc="0" baseline="0">
          <a:solidFill>
            <a:schemeClr val="accent3"/>
          </a:solidFill>
          <a:latin typeface="+mj-lt"/>
          <a:ea typeface="+mj-ea"/>
          <a:cs typeface="+mj-cs"/>
        </a:defRPr>
      </a:lvl1pPr>
    </p:titleStyle>
    <p:bodyStyle>
      <a:lvl1pPr marL="0" indent="0" algn="l" defTabSz="1219170" rtl="0" eaLnBrk="1" latinLnBrk="0" hangingPunct="1">
        <a:lnSpc>
          <a:spcPct val="100000"/>
        </a:lnSpc>
        <a:spcBef>
          <a:spcPts val="800"/>
        </a:spcBef>
        <a:buFont typeface="Arial" panose="020B0604020202020204" pitchFamily="34" charset="0"/>
        <a:buNone/>
        <a:defRPr sz="2133" b="0" kern="1200">
          <a:solidFill>
            <a:schemeClr val="tx1"/>
          </a:solidFill>
          <a:latin typeface="+mj-lt"/>
          <a:ea typeface="+mn-ea"/>
          <a:cs typeface="Calibri" panose="020F0502020204030204" pitchFamily="34" charset="0"/>
        </a:defRPr>
      </a:lvl1pPr>
      <a:lvl2pPr marL="226478" indent="-226478" algn="l" defTabSz="1219170" rtl="0" eaLnBrk="1" latinLnBrk="0" hangingPunct="1">
        <a:lnSpc>
          <a:spcPct val="100000"/>
        </a:lnSpc>
        <a:spcBef>
          <a:spcPts val="800"/>
        </a:spcBef>
        <a:buFont typeface="Arial" panose="020B0604020202020204" pitchFamily="34" charset="0"/>
        <a:buChar char="•"/>
        <a:defRPr sz="1867" b="0" kern="1200">
          <a:solidFill>
            <a:schemeClr val="tx1"/>
          </a:solidFill>
          <a:latin typeface="+mj-lt"/>
          <a:ea typeface="+mn-ea"/>
          <a:cs typeface="+mn-cs"/>
        </a:defRPr>
      </a:lvl2pPr>
      <a:lvl3pPr marL="533387" indent="-228594" algn="l" defTabSz="1219170" rtl="0" eaLnBrk="1" latinLnBrk="0" hangingPunct="1">
        <a:lnSpc>
          <a:spcPct val="100000"/>
        </a:lnSpc>
        <a:spcBef>
          <a:spcPts val="800"/>
        </a:spcBef>
        <a:buFont typeface="Arial" panose="020B0604020202020204" pitchFamily="34" charset="0"/>
        <a:buChar char="–"/>
        <a:defRPr sz="1600" b="0" kern="1200">
          <a:solidFill>
            <a:schemeClr val="tx1"/>
          </a:solidFill>
          <a:latin typeface="+mj-lt"/>
          <a:ea typeface="+mn-ea"/>
          <a:cs typeface="+mn-cs"/>
        </a:defRPr>
      </a:lvl3pPr>
      <a:lvl4pPr marL="768331" indent="-226478" algn="l" defTabSz="1219170" rtl="0" eaLnBrk="1" latinLnBrk="0" hangingPunct="1">
        <a:lnSpc>
          <a:spcPct val="100000"/>
        </a:lnSpc>
        <a:spcBef>
          <a:spcPts val="800"/>
        </a:spcBef>
        <a:buFont typeface="Arial" panose="020B0604020202020204" pitchFamily="34" charset="0"/>
        <a:buChar char="•"/>
        <a:defRPr sz="1467" b="0" kern="1200">
          <a:solidFill>
            <a:schemeClr val="tx1"/>
          </a:solidFill>
          <a:latin typeface="+mj-lt"/>
          <a:ea typeface="+mn-ea"/>
          <a:cs typeface="+mn-cs"/>
        </a:defRPr>
      </a:lvl4pPr>
      <a:lvl5pPr marL="992693" indent="-228594" algn="l" defTabSz="1219170" rtl="0" eaLnBrk="1" latinLnBrk="0" hangingPunct="1">
        <a:lnSpc>
          <a:spcPct val="100000"/>
        </a:lnSpc>
        <a:spcBef>
          <a:spcPts val="800"/>
        </a:spcBef>
        <a:buFont typeface="Arial" panose="020B0604020202020204" pitchFamily="34" charset="0"/>
        <a:buChar char="»"/>
        <a:defRPr sz="1467" b="0" kern="1200">
          <a:solidFill>
            <a:schemeClr val="tx1"/>
          </a:solidFill>
          <a:latin typeface="+mj-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12">
          <p15:clr>
            <a:srgbClr val="F26B43"/>
          </p15:clr>
        </p15:guide>
        <p15:guide id="2" pos="5448">
          <p15:clr>
            <a:srgbClr val="F26B43"/>
          </p15:clr>
        </p15:guide>
        <p15:guide id="3" orient="horz" pos="168">
          <p15:clr>
            <a:srgbClr val="F26B43"/>
          </p15:clr>
        </p15:guide>
        <p15:guide id="4" orient="horz" pos="3060">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20">
            <a:lum/>
          </a:blip>
          <a:srcRect/>
          <a:stretch>
            <a:fillRect/>
          </a:stretch>
        </a:blipFill>
        <a:effectLst/>
      </p:bgPr>
    </p:bg>
    <p:spTree>
      <p:nvGrpSpPr>
        <p:cNvPr id="1" name=""/>
        <p:cNvGrpSpPr/>
        <p:nvPr/>
      </p:nvGrpSpPr>
      <p:grpSpPr>
        <a:xfrm>
          <a:off x="0" y="0"/>
          <a:ext cx="0" cy="0"/>
          <a:chOff x="0" y="0"/>
          <a:chExt cx="0" cy="0"/>
        </a:xfrm>
      </p:grpSpPr>
      <p:sp>
        <p:nvSpPr>
          <p:cNvPr id="10" name="Title Placeholder 1">
            <a:extLst>
              <a:ext uri="{FF2B5EF4-FFF2-40B4-BE49-F238E27FC236}">
                <a16:creationId xmlns:a16="http://schemas.microsoft.com/office/drawing/2014/main" id="{BE926830-E451-47A2-936E-E868C74F296C}"/>
              </a:ext>
            </a:extLst>
          </p:cNvPr>
          <p:cNvSpPr>
            <a:spLocks noGrp="1"/>
          </p:cNvSpPr>
          <p:nvPr>
            <p:ph type="title"/>
          </p:nvPr>
        </p:nvSpPr>
        <p:spPr>
          <a:xfrm>
            <a:off x="670560" y="759456"/>
            <a:ext cx="10850880" cy="520703"/>
          </a:xfrm>
          <a:prstGeom prst="rect">
            <a:avLst/>
          </a:prstGeom>
        </p:spPr>
        <p:txBody>
          <a:bodyPr vert="horz" lIns="0" tIns="0" rIns="91440" bIns="45720" rtlCol="0" anchor="t" anchorCtr="0">
            <a:noAutofit/>
          </a:bodyPr>
          <a:lstStyle/>
          <a:p>
            <a:r>
              <a:rPr lang="en-US"/>
              <a:t>Click to edit master title style</a:t>
            </a:r>
          </a:p>
        </p:txBody>
      </p:sp>
      <p:sp>
        <p:nvSpPr>
          <p:cNvPr id="12" name="Content Placeholder 2">
            <a:extLst>
              <a:ext uri="{FF2B5EF4-FFF2-40B4-BE49-F238E27FC236}">
                <a16:creationId xmlns:a16="http://schemas.microsoft.com/office/drawing/2014/main" id="{788CDD25-57BC-4143-9EE9-D6CC4FB54CDD}"/>
              </a:ext>
            </a:extLst>
          </p:cNvPr>
          <p:cNvSpPr txBox="1">
            <a:spLocks/>
          </p:cNvSpPr>
          <p:nvPr userDrawn="1"/>
        </p:nvSpPr>
        <p:spPr bwMode="gray">
          <a:xfrm>
            <a:off x="670561" y="6427471"/>
            <a:ext cx="4077308" cy="292101"/>
          </a:xfrm>
          <a:prstGeom prst="rect">
            <a:avLst/>
          </a:prstGeom>
        </p:spPr>
        <p:txBody>
          <a:bodyPr vert="horz" lIns="0" rIns="0" anchor="b" anchorCtr="0"/>
          <a:lstStyle>
            <a:lvl1pPr marL="0" indent="0" algn="l" defTabSz="457200" rtl="0" eaLnBrk="1" latinLnBrk="0" hangingPunct="1">
              <a:spcBef>
                <a:spcPct val="20000"/>
              </a:spcBef>
              <a:buFont typeface="Arial"/>
              <a:buNone/>
              <a:defRPr sz="900" kern="1200">
                <a:solidFill>
                  <a:schemeClr val="tx1"/>
                </a:solidFill>
                <a:latin typeface="Georgia"/>
                <a:ea typeface="+mn-ea"/>
                <a:cs typeface="Georgia"/>
              </a:defRPr>
            </a:lvl1pPr>
            <a:lvl2pPr marL="457200" indent="0" algn="l" defTabSz="457200" rtl="0" eaLnBrk="1" latinLnBrk="0" hangingPunct="1">
              <a:spcBef>
                <a:spcPct val="20000"/>
              </a:spcBef>
              <a:buFont typeface="Arial"/>
              <a:buNone/>
              <a:defRPr sz="900" kern="1200">
                <a:solidFill>
                  <a:schemeClr val="tx1"/>
                </a:solidFill>
                <a:latin typeface="Georgia"/>
                <a:ea typeface="+mn-ea"/>
                <a:cs typeface="Georgia"/>
              </a:defRPr>
            </a:lvl2pPr>
            <a:lvl3pPr marL="914400" indent="0" algn="l" defTabSz="457200" rtl="0" eaLnBrk="1" latinLnBrk="0" hangingPunct="1">
              <a:spcBef>
                <a:spcPct val="20000"/>
              </a:spcBef>
              <a:buFont typeface="Arial"/>
              <a:buNone/>
              <a:defRPr sz="900" kern="1200">
                <a:solidFill>
                  <a:schemeClr val="tx1"/>
                </a:solidFill>
                <a:latin typeface="Georgia"/>
                <a:ea typeface="+mn-ea"/>
                <a:cs typeface="Georgia"/>
              </a:defRPr>
            </a:lvl3pPr>
            <a:lvl4pPr marL="1371600" indent="0" algn="l" defTabSz="457200" rtl="0" eaLnBrk="1" latinLnBrk="0" hangingPunct="1">
              <a:spcBef>
                <a:spcPct val="20000"/>
              </a:spcBef>
              <a:buFont typeface="Arial"/>
              <a:buNone/>
              <a:defRPr sz="900" kern="1200">
                <a:solidFill>
                  <a:schemeClr val="tx1"/>
                </a:solidFill>
                <a:latin typeface="Georgia"/>
                <a:ea typeface="+mn-ea"/>
                <a:cs typeface="Georgia"/>
              </a:defRPr>
            </a:lvl4pPr>
            <a:lvl5pPr marL="1828800" indent="0" algn="l" defTabSz="457200" rtl="0" eaLnBrk="1" latinLnBrk="0" hangingPunct="1">
              <a:spcBef>
                <a:spcPct val="20000"/>
              </a:spcBef>
              <a:buFont typeface="Arial"/>
              <a:buNone/>
              <a:defRPr sz="900" kern="1200">
                <a:solidFill>
                  <a:schemeClr val="tx1"/>
                </a:solidFill>
                <a:latin typeface="Georgia"/>
                <a:ea typeface="+mn-ea"/>
                <a:cs typeface="Georgia"/>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1333">
                <a:solidFill>
                  <a:schemeClr val="tx1"/>
                </a:solidFill>
                <a:latin typeface="+mn-lt"/>
                <a:cs typeface="Calibri" panose="020F0502020204030204" pitchFamily="34" charset="0"/>
              </a:rPr>
              <a:t>Proprietary and confidential — do not distribute</a:t>
            </a:r>
          </a:p>
        </p:txBody>
      </p:sp>
      <p:sp>
        <p:nvSpPr>
          <p:cNvPr id="20" name="Text Placeholder 3">
            <a:extLst>
              <a:ext uri="{FF2B5EF4-FFF2-40B4-BE49-F238E27FC236}">
                <a16:creationId xmlns:a16="http://schemas.microsoft.com/office/drawing/2014/main" id="{BA266860-C8E8-4821-86E8-E590638BCE6B}"/>
              </a:ext>
            </a:extLst>
          </p:cNvPr>
          <p:cNvSpPr>
            <a:spLocks noGrp="1"/>
          </p:cNvSpPr>
          <p:nvPr>
            <p:ph type="body" idx="1"/>
          </p:nvPr>
        </p:nvSpPr>
        <p:spPr>
          <a:xfrm>
            <a:off x="660400" y="1482166"/>
            <a:ext cx="10861040" cy="4694268"/>
          </a:xfrm>
          <a:prstGeom prst="rect">
            <a:avLst/>
          </a:prstGeom>
        </p:spPr>
        <p:txBody>
          <a:bodyPr vert="horz" lIns="0" tIns="0" rIns="91440" bIns="45720" rtlCol="0">
            <a:noAutofit/>
          </a:bodyPr>
          <a:lstStyle/>
          <a:p>
            <a:pPr lvl="0"/>
            <a:r>
              <a:rPr lang="en-US"/>
              <a:t>Click to edit Master text styles</a:t>
            </a:r>
          </a:p>
          <a:p>
            <a:pPr lvl="1"/>
            <a:r>
              <a:rPr lang="en-US"/>
              <a:t>First level</a:t>
            </a:r>
          </a:p>
          <a:p>
            <a:pPr lvl="2"/>
            <a:r>
              <a:rPr lang="en-US"/>
              <a:t>Second level</a:t>
            </a:r>
          </a:p>
          <a:p>
            <a:pPr lvl="3"/>
            <a:r>
              <a:rPr lang="en-US"/>
              <a:t>Third level</a:t>
            </a:r>
          </a:p>
          <a:p>
            <a:pPr lvl="4"/>
            <a:r>
              <a:rPr lang="en-US"/>
              <a:t>Fourth level</a:t>
            </a:r>
            <a:endParaRPr lang="en-IN"/>
          </a:p>
        </p:txBody>
      </p:sp>
      <p:sp>
        <p:nvSpPr>
          <p:cNvPr id="8" name="Footer Placeholder 16">
            <a:extLst>
              <a:ext uri="{FF2B5EF4-FFF2-40B4-BE49-F238E27FC236}">
                <a16:creationId xmlns:a16="http://schemas.microsoft.com/office/drawing/2014/main" id="{15264C8D-6D44-47CD-9AB6-2A399BFAE488}"/>
              </a:ext>
            </a:extLst>
          </p:cNvPr>
          <p:cNvSpPr>
            <a:spLocks noGrp="1"/>
          </p:cNvSpPr>
          <p:nvPr>
            <p:ph type="ftr" sz="quarter" idx="3"/>
          </p:nvPr>
        </p:nvSpPr>
        <p:spPr>
          <a:xfrm>
            <a:off x="4860076" y="6356351"/>
            <a:ext cx="5242561" cy="366183"/>
          </a:xfrm>
          <a:prstGeom prst="rect">
            <a:avLst/>
          </a:prstGeom>
        </p:spPr>
        <p:txBody>
          <a:bodyPr vert="horz" lIns="91440" tIns="45720" rIns="0" bIns="45720" rtlCol="0" anchor="ctr"/>
          <a:lstStyle>
            <a:lvl1pPr algn="r">
              <a:defRPr sz="1333">
                <a:solidFill>
                  <a:schemeClr val="tx1"/>
                </a:solidFill>
                <a:latin typeface="+mn-lt"/>
              </a:defRPr>
            </a:lvl1pPr>
          </a:lstStyle>
          <a:p>
            <a:pPr>
              <a:defRPr/>
            </a:pPr>
            <a:r>
              <a:rPr lang="en-US"/>
              <a:t>Enter title via "insert&gt;header and footer&gt;footer"  |  </a:t>
            </a:r>
            <a:endParaRPr lang="en-IN"/>
          </a:p>
        </p:txBody>
      </p:sp>
      <p:sp>
        <p:nvSpPr>
          <p:cNvPr id="13" name="Slide Number Placeholder 17">
            <a:extLst>
              <a:ext uri="{FF2B5EF4-FFF2-40B4-BE49-F238E27FC236}">
                <a16:creationId xmlns:a16="http://schemas.microsoft.com/office/drawing/2014/main" id="{C76C409B-96C3-4C29-964B-C900205FF914}"/>
              </a:ext>
            </a:extLst>
          </p:cNvPr>
          <p:cNvSpPr>
            <a:spLocks noGrp="1"/>
          </p:cNvSpPr>
          <p:nvPr>
            <p:ph type="sldNum" sz="quarter" idx="4"/>
          </p:nvPr>
        </p:nvSpPr>
        <p:spPr>
          <a:xfrm>
            <a:off x="10889411" y="6356351"/>
            <a:ext cx="757469" cy="366183"/>
          </a:xfrm>
          <a:prstGeom prst="rect">
            <a:avLst/>
          </a:prstGeom>
        </p:spPr>
        <p:txBody>
          <a:bodyPr vert="horz" lIns="0" tIns="45720" rIns="91440" bIns="45720" rtlCol="0" anchor="ctr"/>
          <a:lstStyle>
            <a:lvl1pPr algn="r">
              <a:defRPr sz="1333">
                <a:solidFill>
                  <a:schemeClr val="tx1"/>
                </a:solidFill>
                <a:latin typeface="+mn-lt"/>
              </a:defRPr>
            </a:lvl1pPr>
          </a:lstStyle>
          <a:p>
            <a:pPr>
              <a:defRPr/>
            </a:pPr>
            <a:r>
              <a:rPr lang="en-IN"/>
              <a:t>|    </a:t>
            </a:r>
            <a:fld id="{7B2119CD-3B2D-4CEB-B404-D2E3F8CD6D69}" type="slidenum">
              <a:rPr lang="en-IN" smtClean="0"/>
              <a:pPr>
                <a:defRPr/>
              </a:pPr>
              <a:t>‹#›</a:t>
            </a:fld>
            <a:endParaRPr lang="en-IN"/>
          </a:p>
        </p:txBody>
      </p:sp>
      <p:sp>
        <p:nvSpPr>
          <p:cNvPr id="14" name="Date Placeholder 2">
            <a:extLst>
              <a:ext uri="{FF2B5EF4-FFF2-40B4-BE49-F238E27FC236}">
                <a16:creationId xmlns:a16="http://schemas.microsoft.com/office/drawing/2014/main" id="{C1011042-D3C6-4DF8-8232-9CEDA2392197}"/>
              </a:ext>
            </a:extLst>
          </p:cNvPr>
          <p:cNvSpPr>
            <a:spLocks noGrp="1"/>
          </p:cNvSpPr>
          <p:nvPr>
            <p:ph type="dt" sz="half" idx="2"/>
          </p:nvPr>
        </p:nvSpPr>
        <p:spPr>
          <a:xfrm>
            <a:off x="10042016" y="6356351"/>
            <a:ext cx="1050505" cy="366183"/>
          </a:xfrm>
          <a:prstGeom prst="rect">
            <a:avLst/>
          </a:prstGeom>
        </p:spPr>
        <p:txBody>
          <a:bodyPr vert="horz" lIns="91440" tIns="45720" rIns="91440" bIns="45720" rtlCol="0" anchor="ctr"/>
          <a:lstStyle>
            <a:lvl1pPr algn="ctr">
              <a:defRPr sz="1333">
                <a:solidFill>
                  <a:schemeClr val="tx1"/>
                </a:solidFill>
              </a:defRPr>
            </a:lvl1pPr>
          </a:lstStyle>
          <a:p>
            <a:fld id="{41450F69-4F7E-4BDB-ACE6-845AE078D5C6}" type="datetime5">
              <a:rPr lang="en-US" sz="1333" smtClean="0"/>
              <a:t>7-May-26</a:t>
            </a:fld>
            <a:endParaRPr lang="en-IN" sz="1333"/>
          </a:p>
        </p:txBody>
      </p:sp>
    </p:spTree>
    <p:extLst>
      <p:ext uri="{BB962C8B-B14F-4D97-AF65-F5344CB8AC3E}">
        <p14:creationId xmlns:p14="http://schemas.microsoft.com/office/powerpoint/2010/main" val="333825534"/>
      </p:ext>
    </p:extLst>
  </p:cSld>
  <p:clrMap bg1="lt1" tx1="dk1" bg2="lt2" tx2="dk2" accent1="accent1" accent2="accent2" accent3="accent3" accent4="accent4" accent5="accent5" accent6="accent6" hlink="hlink" folHlink="folHlink"/>
  <p:sldLayoutIdLst>
    <p:sldLayoutId id="2147483840" r:id="rId1"/>
    <p:sldLayoutId id="2147483841" r:id="rId2"/>
    <p:sldLayoutId id="2147483842" r:id="rId3"/>
    <p:sldLayoutId id="2147483843" r:id="rId4"/>
    <p:sldLayoutId id="2147483844" r:id="rId5"/>
    <p:sldLayoutId id="2147483845" r:id="rId6"/>
    <p:sldLayoutId id="2147483846" r:id="rId7"/>
    <p:sldLayoutId id="2147483847" r:id="rId8"/>
    <p:sldLayoutId id="2147483848" r:id="rId9"/>
    <p:sldLayoutId id="2147483849" r:id="rId10"/>
    <p:sldLayoutId id="2147483850" r:id="rId11"/>
    <p:sldLayoutId id="2147483851" r:id="rId12"/>
    <p:sldLayoutId id="2147483852" r:id="rId13"/>
    <p:sldLayoutId id="2147483853" r:id="rId14"/>
    <p:sldLayoutId id="2147483854" r:id="rId15"/>
    <p:sldLayoutId id="2147483855" r:id="rId16"/>
    <p:sldLayoutId id="2147483856" r:id="rId17"/>
    <p:sldLayoutId id="2147483857" r:id="rId18"/>
  </p:sldLayoutIdLst>
  <p:hf hdr="0"/>
  <p:txStyles>
    <p:titleStyle>
      <a:lvl1pPr algn="l" defTabSz="1219170" rtl="0" eaLnBrk="1" latinLnBrk="0" hangingPunct="1">
        <a:lnSpc>
          <a:spcPct val="90000"/>
        </a:lnSpc>
        <a:spcBef>
          <a:spcPct val="0"/>
        </a:spcBef>
        <a:buNone/>
        <a:defRPr lang="en-IN" sz="3467" b="0" kern="1200" cap="none" spc="0" baseline="0" smtClean="0">
          <a:solidFill>
            <a:schemeClr val="tx1"/>
          </a:solidFill>
          <a:latin typeface="+mj-lt"/>
          <a:ea typeface="+mj-ea"/>
          <a:cs typeface="+mj-cs"/>
        </a:defRPr>
      </a:lvl1pPr>
    </p:titleStyle>
    <p:bodyStyle>
      <a:lvl1pPr marL="0" indent="0" algn="l" defTabSz="1219170" rtl="0" eaLnBrk="1" latinLnBrk="0" hangingPunct="1">
        <a:lnSpc>
          <a:spcPct val="100000"/>
        </a:lnSpc>
        <a:spcBef>
          <a:spcPts val="800"/>
        </a:spcBef>
        <a:buFont typeface="Arial" panose="020B0604020202020204" pitchFamily="34" charset="0"/>
        <a:buNone/>
        <a:defRPr sz="2133" b="0" kern="1200">
          <a:solidFill>
            <a:schemeClr val="tx1"/>
          </a:solidFill>
          <a:latin typeface="+mj-lt"/>
          <a:ea typeface="+mn-ea"/>
          <a:cs typeface="Calibri" panose="020F0502020204030204" pitchFamily="34" charset="0"/>
        </a:defRPr>
      </a:lvl1pPr>
      <a:lvl2pPr marL="226478" indent="-226478" algn="l" defTabSz="1219170" rtl="0" eaLnBrk="1" latinLnBrk="0" hangingPunct="1">
        <a:lnSpc>
          <a:spcPct val="100000"/>
        </a:lnSpc>
        <a:spcBef>
          <a:spcPts val="800"/>
        </a:spcBef>
        <a:buFont typeface="Arial" panose="020B0604020202020204" pitchFamily="34" charset="0"/>
        <a:buChar char="•"/>
        <a:defRPr sz="1867" b="0" kern="1200">
          <a:solidFill>
            <a:schemeClr val="tx1"/>
          </a:solidFill>
          <a:latin typeface="+mj-lt"/>
          <a:ea typeface="+mn-ea"/>
          <a:cs typeface="+mn-cs"/>
        </a:defRPr>
      </a:lvl2pPr>
      <a:lvl3pPr marL="533387" indent="-228594" algn="l" defTabSz="1219170" rtl="0" eaLnBrk="1" latinLnBrk="0" hangingPunct="1">
        <a:lnSpc>
          <a:spcPct val="100000"/>
        </a:lnSpc>
        <a:spcBef>
          <a:spcPts val="800"/>
        </a:spcBef>
        <a:buFont typeface="Arial" panose="020B0604020202020204" pitchFamily="34" charset="0"/>
        <a:buChar char="–"/>
        <a:defRPr sz="1600" b="0" kern="1200">
          <a:solidFill>
            <a:schemeClr val="tx1"/>
          </a:solidFill>
          <a:latin typeface="+mj-lt"/>
          <a:ea typeface="+mn-ea"/>
          <a:cs typeface="+mn-cs"/>
        </a:defRPr>
      </a:lvl3pPr>
      <a:lvl4pPr marL="761981" indent="-226478" algn="l" defTabSz="1219170" rtl="0" eaLnBrk="1" latinLnBrk="0" hangingPunct="1">
        <a:lnSpc>
          <a:spcPct val="100000"/>
        </a:lnSpc>
        <a:spcBef>
          <a:spcPts val="800"/>
        </a:spcBef>
        <a:buFont typeface="Arial" panose="020B0604020202020204" pitchFamily="34" charset="0"/>
        <a:buChar char="•"/>
        <a:defRPr sz="1467" b="0" kern="1200">
          <a:solidFill>
            <a:schemeClr val="tx1"/>
          </a:solidFill>
          <a:latin typeface="+mj-lt"/>
          <a:ea typeface="+mn-ea"/>
          <a:cs typeface="+mn-cs"/>
        </a:defRPr>
      </a:lvl4pPr>
      <a:lvl5pPr marL="990575" indent="-228594" algn="l" defTabSz="1219170" rtl="0" eaLnBrk="1" latinLnBrk="0" hangingPunct="1">
        <a:lnSpc>
          <a:spcPct val="100000"/>
        </a:lnSpc>
        <a:spcBef>
          <a:spcPts val="800"/>
        </a:spcBef>
        <a:buFont typeface="Arial" panose="020B0604020202020204" pitchFamily="34" charset="0"/>
        <a:buChar char="»"/>
        <a:defRPr sz="1467" b="0" kern="1200">
          <a:solidFill>
            <a:schemeClr val="tx1"/>
          </a:solidFill>
          <a:latin typeface="+mj-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12">
          <p15:clr>
            <a:srgbClr val="F26B43"/>
          </p15:clr>
        </p15:guide>
        <p15:guide id="2" pos="5448">
          <p15:clr>
            <a:srgbClr val="F26B43"/>
          </p15:clr>
        </p15:guide>
        <p15:guide id="3" orient="horz" pos="3060">
          <p15:clr>
            <a:srgbClr val="F26B43"/>
          </p15:clr>
        </p15:guide>
        <p15:guide id="4" orient="horz" pos="180">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70560" y="759459"/>
            <a:ext cx="10850880" cy="520701"/>
          </a:xfrm>
          <a:prstGeom prst="rect">
            <a:avLst/>
          </a:prstGeom>
        </p:spPr>
        <p:txBody>
          <a:bodyPr vert="horz" lIns="0" tIns="0" rIns="91440" bIns="45720" rtlCol="0" anchor="t" anchorCtr="0">
            <a:noAutofit/>
          </a:bodyPr>
          <a:lstStyle/>
          <a:p>
            <a:r>
              <a:rPr lang="en-US"/>
              <a:t>Click to edit Master title style</a:t>
            </a:r>
          </a:p>
        </p:txBody>
      </p:sp>
      <p:sp>
        <p:nvSpPr>
          <p:cNvPr id="4" name="Text Placeholder 3">
            <a:extLst>
              <a:ext uri="{FF2B5EF4-FFF2-40B4-BE49-F238E27FC236}">
                <a16:creationId xmlns:a16="http://schemas.microsoft.com/office/drawing/2014/main" id="{80D42C3B-6191-4FCC-892C-38AF4234E0C2}"/>
              </a:ext>
            </a:extLst>
          </p:cNvPr>
          <p:cNvSpPr>
            <a:spLocks noGrp="1"/>
          </p:cNvSpPr>
          <p:nvPr>
            <p:ph type="body" idx="1"/>
          </p:nvPr>
        </p:nvSpPr>
        <p:spPr>
          <a:xfrm>
            <a:off x="660400" y="1482166"/>
            <a:ext cx="10861040" cy="4694268"/>
          </a:xfrm>
          <a:prstGeom prst="rect">
            <a:avLst/>
          </a:prstGeom>
        </p:spPr>
        <p:txBody>
          <a:bodyPr vert="horz" lIns="0" tIns="0" rIns="91440" bIns="45720" rtlCol="0">
            <a:noAutofit/>
          </a:bodyPr>
          <a:lstStyle/>
          <a:p>
            <a:pPr lvl="0"/>
            <a:r>
              <a:rPr lang="en-US"/>
              <a:t>Click to edit Master text styles</a:t>
            </a:r>
          </a:p>
          <a:p>
            <a:pPr lvl="1"/>
            <a:r>
              <a:rPr lang="en-US"/>
              <a:t>First level</a:t>
            </a:r>
          </a:p>
          <a:p>
            <a:pPr lvl="2"/>
            <a:r>
              <a:rPr lang="en-US"/>
              <a:t>Second level</a:t>
            </a:r>
          </a:p>
          <a:p>
            <a:pPr lvl="3"/>
            <a:r>
              <a:rPr lang="en-US"/>
              <a:t>Third level</a:t>
            </a:r>
          </a:p>
          <a:p>
            <a:pPr lvl="4"/>
            <a:r>
              <a:rPr lang="en-US"/>
              <a:t>Fourth level</a:t>
            </a:r>
            <a:endParaRPr lang="en-IN"/>
          </a:p>
        </p:txBody>
      </p:sp>
      <p:sp>
        <p:nvSpPr>
          <p:cNvPr id="8" name="Content Placeholder 2">
            <a:extLst>
              <a:ext uri="{FF2B5EF4-FFF2-40B4-BE49-F238E27FC236}">
                <a16:creationId xmlns:a16="http://schemas.microsoft.com/office/drawing/2014/main" id="{8664E22B-AE9E-442B-AA5F-E8AC6B0E3B7D}"/>
              </a:ext>
            </a:extLst>
          </p:cNvPr>
          <p:cNvSpPr txBox="1">
            <a:spLocks/>
          </p:cNvSpPr>
          <p:nvPr userDrawn="1"/>
        </p:nvSpPr>
        <p:spPr bwMode="gray">
          <a:xfrm>
            <a:off x="670561" y="6427471"/>
            <a:ext cx="4077308" cy="292101"/>
          </a:xfrm>
          <a:prstGeom prst="rect">
            <a:avLst/>
          </a:prstGeom>
        </p:spPr>
        <p:txBody>
          <a:bodyPr vert="horz" lIns="0" rIns="0" anchor="b" anchorCtr="0"/>
          <a:lstStyle>
            <a:lvl1pPr marL="0" indent="0" algn="l" defTabSz="457200" rtl="0" eaLnBrk="1" latinLnBrk="0" hangingPunct="1">
              <a:spcBef>
                <a:spcPct val="20000"/>
              </a:spcBef>
              <a:buFont typeface="Arial"/>
              <a:buNone/>
              <a:defRPr sz="900" kern="1200">
                <a:solidFill>
                  <a:schemeClr val="tx1"/>
                </a:solidFill>
                <a:latin typeface="Georgia"/>
                <a:ea typeface="+mn-ea"/>
                <a:cs typeface="Georgia"/>
              </a:defRPr>
            </a:lvl1pPr>
            <a:lvl2pPr marL="457200" indent="0" algn="l" defTabSz="457200" rtl="0" eaLnBrk="1" latinLnBrk="0" hangingPunct="1">
              <a:spcBef>
                <a:spcPct val="20000"/>
              </a:spcBef>
              <a:buFont typeface="Arial"/>
              <a:buNone/>
              <a:defRPr sz="900" kern="1200">
                <a:solidFill>
                  <a:schemeClr val="tx1"/>
                </a:solidFill>
                <a:latin typeface="Georgia"/>
                <a:ea typeface="+mn-ea"/>
                <a:cs typeface="Georgia"/>
              </a:defRPr>
            </a:lvl2pPr>
            <a:lvl3pPr marL="914400" indent="0" algn="l" defTabSz="457200" rtl="0" eaLnBrk="1" latinLnBrk="0" hangingPunct="1">
              <a:spcBef>
                <a:spcPct val="20000"/>
              </a:spcBef>
              <a:buFont typeface="Arial"/>
              <a:buNone/>
              <a:defRPr sz="900" kern="1200">
                <a:solidFill>
                  <a:schemeClr val="tx1"/>
                </a:solidFill>
                <a:latin typeface="Georgia"/>
                <a:ea typeface="+mn-ea"/>
                <a:cs typeface="Georgia"/>
              </a:defRPr>
            </a:lvl3pPr>
            <a:lvl4pPr marL="1371600" indent="0" algn="l" defTabSz="457200" rtl="0" eaLnBrk="1" latinLnBrk="0" hangingPunct="1">
              <a:spcBef>
                <a:spcPct val="20000"/>
              </a:spcBef>
              <a:buFont typeface="Arial"/>
              <a:buNone/>
              <a:defRPr sz="900" kern="1200">
                <a:solidFill>
                  <a:schemeClr val="tx1"/>
                </a:solidFill>
                <a:latin typeface="Georgia"/>
                <a:ea typeface="+mn-ea"/>
                <a:cs typeface="Georgia"/>
              </a:defRPr>
            </a:lvl4pPr>
            <a:lvl5pPr marL="1828800" indent="0" algn="l" defTabSz="457200" rtl="0" eaLnBrk="1" latinLnBrk="0" hangingPunct="1">
              <a:spcBef>
                <a:spcPct val="20000"/>
              </a:spcBef>
              <a:buFont typeface="Arial"/>
              <a:buNone/>
              <a:defRPr sz="900" kern="1200">
                <a:solidFill>
                  <a:schemeClr val="tx1"/>
                </a:solidFill>
                <a:latin typeface="Georgia"/>
                <a:ea typeface="+mn-ea"/>
                <a:cs typeface="Georgia"/>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1333">
                <a:solidFill>
                  <a:schemeClr val="tx1"/>
                </a:solidFill>
                <a:latin typeface="+mn-lt"/>
                <a:cs typeface="Calibri" panose="020F0502020204030204" pitchFamily="34" charset="0"/>
              </a:rPr>
              <a:t>Proprietary and confidential — do not distribute</a:t>
            </a:r>
          </a:p>
        </p:txBody>
      </p:sp>
      <p:sp>
        <p:nvSpPr>
          <p:cNvPr id="9" name="Footer Placeholder 16">
            <a:extLst>
              <a:ext uri="{FF2B5EF4-FFF2-40B4-BE49-F238E27FC236}">
                <a16:creationId xmlns:a16="http://schemas.microsoft.com/office/drawing/2014/main" id="{BCBFA1EE-BECD-4887-AC0A-41F4CAF816F0}"/>
              </a:ext>
            </a:extLst>
          </p:cNvPr>
          <p:cNvSpPr>
            <a:spLocks noGrp="1"/>
          </p:cNvSpPr>
          <p:nvPr>
            <p:ph type="ftr" sz="quarter" idx="3"/>
          </p:nvPr>
        </p:nvSpPr>
        <p:spPr>
          <a:xfrm>
            <a:off x="4860076" y="6356351"/>
            <a:ext cx="5242561" cy="366183"/>
          </a:xfrm>
          <a:prstGeom prst="rect">
            <a:avLst/>
          </a:prstGeom>
        </p:spPr>
        <p:txBody>
          <a:bodyPr vert="horz" lIns="91440" tIns="45720" rIns="0" bIns="45720" rtlCol="0" anchor="ctr"/>
          <a:lstStyle>
            <a:lvl1pPr algn="r">
              <a:defRPr sz="1333">
                <a:solidFill>
                  <a:schemeClr val="tx1"/>
                </a:solidFill>
                <a:latin typeface="+mn-lt"/>
              </a:defRPr>
            </a:lvl1pPr>
          </a:lstStyle>
          <a:p>
            <a:pPr>
              <a:defRPr/>
            </a:pPr>
            <a:r>
              <a:rPr lang="en-US"/>
              <a:t>Enter title via "insert&gt;header and footer&gt;footer"  |  </a:t>
            </a:r>
            <a:endParaRPr lang="en-IN"/>
          </a:p>
        </p:txBody>
      </p:sp>
      <p:sp>
        <p:nvSpPr>
          <p:cNvPr id="11" name="Slide Number Placeholder 17">
            <a:extLst>
              <a:ext uri="{FF2B5EF4-FFF2-40B4-BE49-F238E27FC236}">
                <a16:creationId xmlns:a16="http://schemas.microsoft.com/office/drawing/2014/main" id="{B0C0A961-4760-478B-92D9-DFE0D6E8305B}"/>
              </a:ext>
            </a:extLst>
          </p:cNvPr>
          <p:cNvSpPr>
            <a:spLocks noGrp="1"/>
          </p:cNvSpPr>
          <p:nvPr>
            <p:ph type="sldNum" sz="quarter" idx="4"/>
          </p:nvPr>
        </p:nvSpPr>
        <p:spPr>
          <a:xfrm>
            <a:off x="10889411" y="6356351"/>
            <a:ext cx="757469" cy="366183"/>
          </a:xfrm>
          <a:prstGeom prst="rect">
            <a:avLst/>
          </a:prstGeom>
        </p:spPr>
        <p:txBody>
          <a:bodyPr vert="horz" lIns="0" tIns="45720" rIns="91440" bIns="45720" rtlCol="0" anchor="ctr"/>
          <a:lstStyle>
            <a:lvl1pPr algn="r">
              <a:defRPr sz="1333">
                <a:solidFill>
                  <a:schemeClr val="tx1"/>
                </a:solidFill>
                <a:latin typeface="+mn-lt"/>
              </a:defRPr>
            </a:lvl1pPr>
          </a:lstStyle>
          <a:p>
            <a:pPr>
              <a:defRPr/>
            </a:pPr>
            <a:r>
              <a:rPr lang="en-IN"/>
              <a:t>|    </a:t>
            </a:r>
            <a:fld id="{7B2119CD-3B2D-4CEB-B404-D2E3F8CD6D69}" type="slidenum">
              <a:rPr lang="en-IN" smtClean="0"/>
              <a:pPr>
                <a:defRPr/>
              </a:pPr>
              <a:t>‹#›</a:t>
            </a:fld>
            <a:endParaRPr lang="en-IN"/>
          </a:p>
        </p:txBody>
      </p:sp>
      <p:sp>
        <p:nvSpPr>
          <p:cNvPr id="3" name="Date Placeholder 2">
            <a:extLst>
              <a:ext uri="{FF2B5EF4-FFF2-40B4-BE49-F238E27FC236}">
                <a16:creationId xmlns:a16="http://schemas.microsoft.com/office/drawing/2014/main" id="{1E9D44F0-9262-4CAF-B936-25EE51300EA2}"/>
              </a:ext>
            </a:extLst>
          </p:cNvPr>
          <p:cNvSpPr>
            <a:spLocks noGrp="1"/>
          </p:cNvSpPr>
          <p:nvPr>
            <p:ph type="dt" sz="half" idx="2"/>
          </p:nvPr>
        </p:nvSpPr>
        <p:spPr>
          <a:xfrm>
            <a:off x="10042016" y="6356351"/>
            <a:ext cx="1050505" cy="366183"/>
          </a:xfrm>
          <a:prstGeom prst="rect">
            <a:avLst/>
          </a:prstGeom>
        </p:spPr>
        <p:txBody>
          <a:bodyPr vert="horz" lIns="91440" tIns="45720" rIns="91440" bIns="45720" rtlCol="0" anchor="ctr"/>
          <a:lstStyle>
            <a:lvl1pPr algn="ctr">
              <a:defRPr sz="1333">
                <a:solidFill>
                  <a:schemeClr val="tx1"/>
                </a:solidFill>
              </a:defRPr>
            </a:lvl1pPr>
          </a:lstStyle>
          <a:p>
            <a:fld id="{AA47DF73-3C1E-4206-AAAA-3F057212F0E5}" type="datetime5">
              <a:rPr lang="en-US" sz="1333" smtClean="0"/>
              <a:t>7-May-26</a:t>
            </a:fld>
            <a:endParaRPr lang="en-IN" sz="1333"/>
          </a:p>
        </p:txBody>
      </p:sp>
    </p:spTree>
    <p:extLst>
      <p:ext uri="{BB962C8B-B14F-4D97-AF65-F5344CB8AC3E}">
        <p14:creationId xmlns:p14="http://schemas.microsoft.com/office/powerpoint/2010/main" val="1301852628"/>
      </p:ext>
    </p:extLst>
  </p:cSld>
  <p:clrMap bg1="lt1" tx1="dk1" bg2="lt2" tx2="dk2" accent1="accent1" accent2="accent2" accent3="accent3" accent4="accent4" accent5="accent5" accent6="accent6" hlink="hlink" folHlink="folHlink"/>
  <p:sldLayoutIdLst>
    <p:sldLayoutId id="2147483859" r:id="rId1"/>
    <p:sldLayoutId id="2147483860" r:id="rId2"/>
    <p:sldLayoutId id="2147483861" r:id="rId3"/>
    <p:sldLayoutId id="2147483862" r:id="rId4"/>
    <p:sldLayoutId id="2147483863" r:id="rId5"/>
    <p:sldLayoutId id="2147483864" r:id="rId6"/>
    <p:sldLayoutId id="2147483865" r:id="rId7"/>
    <p:sldLayoutId id="2147483866" r:id="rId8"/>
    <p:sldLayoutId id="2147483867" r:id="rId9"/>
    <p:sldLayoutId id="2147483868" r:id="rId10"/>
    <p:sldLayoutId id="2147483869" r:id="rId11"/>
    <p:sldLayoutId id="2147483870" r:id="rId12"/>
    <p:sldLayoutId id="2147483871" r:id="rId13"/>
    <p:sldLayoutId id="2147483872" r:id="rId14"/>
    <p:sldLayoutId id="2147483873" r:id="rId15"/>
    <p:sldLayoutId id="2147483874" r:id="rId16"/>
    <p:sldLayoutId id="2147483875" r:id="rId17"/>
    <p:sldLayoutId id="2147483876" r:id="rId18"/>
    <p:sldLayoutId id="2147483877" r:id="rId19"/>
    <p:sldLayoutId id="2147483878" r:id="rId20"/>
    <p:sldLayoutId id="2147483879" r:id="rId21"/>
    <p:sldLayoutId id="2147483880" r:id="rId22"/>
    <p:sldLayoutId id="2147483881" r:id="rId23"/>
    <p:sldLayoutId id="2147483882" r:id="rId24"/>
    <p:sldLayoutId id="2147483883" r:id="rId25"/>
    <p:sldLayoutId id="2147483884" r:id="rId26"/>
    <p:sldLayoutId id="2147483885" r:id="rId27"/>
  </p:sldLayoutIdLst>
  <p:hf hdr="0"/>
  <p:txStyles>
    <p:titleStyle>
      <a:lvl1pPr algn="l" defTabSz="1219170" rtl="0" eaLnBrk="1" latinLnBrk="0" hangingPunct="1">
        <a:lnSpc>
          <a:spcPct val="90000"/>
        </a:lnSpc>
        <a:spcBef>
          <a:spcPct val="0"/>
        </a:spcBef>
        <a:buNone/>
        <a:defRPr sz="3467" b="0" kern="1200" cap="none" spc="0" baseline="0">
          <a:solidFill>
            <a:schemeClr val="accent3"/>
          </a:solidFill>
          <a:latin typeface="+mj-lt"/>
          <a:ea typeface="+mj-ea"/>
          <a:cs typeface="+mj-cs"/>
        </a:defRPr>
      </a:lvl1pPr>
    </p:titleStyle>
    <p:bodyStyle>
      <a:lvl1pPr marL="0" indent="0" algn="l" defTabSz="1219170" rtl="0" eaLnBrk="1" latinLnBrk="0" hangingPunct="1">
        <a:lnSpc>
          <a:spcPct val="100000"/>
        </a:lnSpc>
        <a:spcBef>
          <a:spcPts val="800"/>
        </a:spcBef>
        <a:buFont typeface="Arial" panose="020B0604020202020204" pitchFamily="34" charset="0"/>
        <a:buNone/>
        <a:defRPr sz="2133" b="0" kern="1200">
          <a:solidFill>
            <a:schemeClr val="tx1"/>
          </a:solidFill>
          <a:latin typeface="+mj-lt"/>
          <a:ea typeface="+mn-ea"/>
          <a:cs typeface="Calibri" panose="020F0502020204030204" pitchFamily="34" charset="0"/>
        </a:defRPr>
      </a:lvl1pPr>
      <a:lvl2pPr marL="226478" indent="-226478" algn="l" defTabSz="1219170" rtl="0" eaLnBrk="1" latinLnBrk="0" hangingPunct="1">
        <a:lnSpc>
          <a:spcPct val="100000"/>
        </a:lnSpc>
        <a:spcBef>
          <a:spcPts val="800"/>
        </a:spcBef>
        <a:buFont typeface="Arial" panose="020B0604020202020204" pitchFamily="34" charset="0"/>
        <a:buChar char="•"/>
        <a:defRPr sz="1867" b="0" kern="1200">
          <a:solidFill>
            <a:schemeClr val="tx1"/>
          </a:solidFill>
          <a:latin typeface="+mj-lt"/>
          <a:ea typeface="+mn-ea"/>
          <a:cs typeface="+mn-cs"/>
        </a:defRPr>
      </a:lvl2pPr>
      <a:lvl3pPr marL="533387" indent="-228594" algn="l" defTabSz="1219170" rtl="0" eaLnBrk="1" latinLnBrk="0" hangingPunct="1">
        <a:lnSpc>
          <a:spcPct val="100000"/>
        </a:lnSpc>
        <a:spcBef>
          <a:spcPts val="800"/>
        </a:spcBef>
        <a:buFont typeface="Arial" panose="020B0604020202020204" pitchFamily="34" charset="0"/>
        <a:buChar char="–"/>
        <a:defRPr sz="1600" b="0" kern="1200">
          <a:solidFill>
            <a:schemeClr val="tx1"/>
          </a:solidFill>
          <a:latin typeface="+mj-lt"/>
          <a:ea typeface="+mn-ea"/>
          <a:cs typeface="+mn-cs"/>
        </a:defRPr>
      </a:lvl3pPr>
      <a:lvl4pPr marL="768331" indent="-226478" algn="l" defTabSz="1219170" rtl="0" eaLnBrk="1" latinLnBrk="0" hangingPunct="1">
        <a:lnSpc>
          <a:spcPct val="100000"/>
        </a:lnSpc>
        <a:spcBef>
          <a:spcPts val="800"/>
        </a:spcBef>
        <a:buFont typeface="Arial" panose="020B0604020202020204" pitchFamily="34" charset="0"/>
        <a:buChar char="•"/>
        <a:defRPr sz="1467" b="0" kern="1200">
          <a:solidFill>
            <a:schemeClr val="tx1"/>
          </a:solidFill>
          <a:latin typeface="+mj-lt"/>
          <a:ea typeface="+mn-ea"/>
          <a:cs typeface="+mn-cs"/>
        </a:defRPr>
      </a:lvl4pPr>
      <a:lvl5pPr marL="992693" indent="-228594" algn="l" defTabSz="1219170" rtl="0" eaLnBrk="1" latinLnBrk="0" hangingPunct="1">
        <a:lnSpc>
          <a:spcPct val="100000"/>
        </a:lnSpc>
        <a:spcBef>
          <a:spcPts val="800"/>
        </a:spcBef>
        <a:buFont typeface="Arial" panose="020B0604020202020204" pitchFamily="34" charset="0"/>
        <a:buChar char="»"/>
        <a:defRPr sz="1467" b="0" kern="1200">
          <a:solidFill>
            <a:schemeClr val="tx1"/>
          </a:solidFill>
          <a:latin typeface="+mj-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12">
          <p15:clr>
            <a:srgbClr val="F26B43"/>
          </p15:clr>
        </p15:guide>
        <p15:guide id="2" pos="5448">
          <p15:clr>
            <a:srgbClr val="F26B43"/>
          </p15:clr>
        </p15:guide>
        <p15:guide id="3" orient="horz" pos="168">
          <p15:clr>
            <a:srgbClr val="F26B43"/>
          </p15:clr>
        </p15:guide>
        <p15:guide id="4" orient="horz" pos="306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78.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00.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00.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09.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09.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0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00.xml"/></Relationships>
</file>

<file path=ppt/slides/_rels/slide8.xml.rels><?xml version="1.0" encoding="UTF-8" standalone="yes"?>
<Relationships xmlns="http://schemas.openxmlformats.org/package/2006/relationships"><Relationship Id="rId8" Type="http://schemas.openxmlformats.org/officeDocument/2006/relationships/hyperlink" Target="https://abbott.sharepoint.com/sites/GLB-BTS-DevExTooling" TargetMode="External"/><Relationship Id="rId3" Type="http://schemas.openxmlformats.org/officeDocument/2006/relationships/image" Target="../media/image25.png"/><Relationship Id="rId7" Type="http://schemas.openxmlformats.org/officeDocument/2006/relationships/hyperlink" Target="https://abbott.sharepoint.com/sites/GLB-BTS-GenAIDeveloper" TargetMode="External"/><Relationship Id="rId2" Type="http://schemas.openxmlformats.org/officeDocument/2006/relationships/notesSlide" Target="../notesSlides/notesSlide7.xml"/><Relationship Id="rId1" Type="http://schemas.openxmlformats.org/officeDocument/2006/relationships/slideLayout" Target="../slideLayouts/slideLayout208.xml"/><Relationship Id="rId6" Type="http://schemas.openxmlformats.org/officeDocument/2006/relationships/hyperlink" Target="https://abbott.sharepoint.com/sites/GLB-BTS-GAI/SitePages/GenAI-Tools1.aspx" TargetMode="External"/><Relationship Id="rId5" Type="http://schemas.openxmlformats.org/officeDocument/2006/relationships/image" Target="../media/image27.png"/><Relationship Id="rId10" Type="http://schemas.openxmlformats.org/officeDocument/2006/relationships/hyperlink" Target="https://teams.microsoft.com/l/team/19%3AiT8v2Se38V0YceUEMZQWHCX5N0PzOoZ21dQAvW2gYEU1%40thread.tacv2/conversations?groupId=fcccc1bf-c94e-4fad-a9fb-a8abcba48b4c&amp;tenantId=5b268d57-2a6f-4e04-b0de-6938583d5ebc" TargetMode="External"/><Relationship Id="rId4" Type="http://schemas.openxmlformats.org/officeDocument/2006/relationships/image" Target="../media/image26.png"/><Relationship Id="rId9" Type="http://schemas.openxmlformats.org/officeDocument/2006/relationships/image" Target="../media/image2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00.xml"/></Relationships>
</file>

<file path=ppt/slides/_rels/slide1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8.xml"/><Relationship Id="rId1" Type="http://schemas.openxmlformats.org/officeDocument/2006/relationships/slideLayout" Target="../slideLayouts/slideLayout200.xml"/></Relationships>
</file>

<file path=ppt/slides/_rels/slide1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9.xml"/><Relationship Id="rId1" Type="http://schemas.openxmlformats.org/officeDocument/2006/relationships/slideLayout" Target="../slideLayouts/slideLayout200.xml"/></Relationships>
</file>

<file path=ppt/slides/_rels/slide1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0.xml"/><Relationship Id="rId1" Type="http://schemas.openxmlformats.org/officeDocument/2006/relationships/slideLayout" Target="../slideLayouts/slideLayout200.xml"/></Relationships>
</file>

<file path=ppt/slides/_rels/slide1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1.xml"/><Relationship Id="rId1" Type="http://schemas.openxmlformats.org/officeDocument/2006/relationships/slideLayout" Target="../slideLayouts/slideLayout200.xml"/></Relationships>
</file>

<file path=ppt/slides/_rels/slide1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2.xml"/><Relationship Id="rId1" Type="http://schemas.openxmlformats.org/officeDocument/2006/relationships/slideLayout" Target="../slideLayouts/slideLayout20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0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p:cNvSpPr>
            <a:spLocks noGrp="1"/>
          </p:cNvSpPr>
          <p:nvPr>
            <p:ph type="ctrTitle"/>
          </p:nvPr>
        </p:nvSpPr>
        <p:spPr>
          <a:xfrm>
            <a:off x="670560" y="3106739"/>
            <a:ext cx="10850880" cy="2416768"/>
          </a:xfrm>
        </p:spPr>
        <p:txBody>
          <a:bodyPr/>
          <a:lstStyle/>
          <a:p>
            <a:r>
              <a:rPr lang="en-US"/>
              <a:t>Developer Experience at Abbott</a:t>
            </a:r>
          </a:p>
        </p:txBody>
      </p:sp>
      <p:sp>
        <p:nvSpPr>
          <p:cNvPr id="13" name="Subtitle 12"/>
          <p:cNvSpPr>
            <a:spLocks noGrp="1"/>
          </p:cNvSpPr>
          <p:nvPr>
            <p:ph type="subTitle" idx="1"/>
          </p:nvPr>
        </p:nvSpPr>
        <p:spPr>
          <a:xfrm>
            <a:off x="670559" y="2333308"/>
            <a:ext cx="10850879" cy="640080"/>
          </a:xfrm>
        </p:spPr>
        <p:txBody>
          <a:bodyPr/>
          <a:lstStyle/>
          <a:p>
            <a:r>
              <a:rPr lang="en-US"/>
              <a:t>Developer Experience and tooling</a:t>
            </a:r>
          </a:p>
        </p:txBody>
      </p:sp>
    </p:spTree>
    <p:extLst>
      <p:ext uri="{BB962C8B-B14F-4D97-AF65-F5344CB8AC3E}">
        <p14:creationId xmlns:p14="http://schemas.microsoft.com/office/powerpoint/2010/main" val="28123403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1D842AB8-3C83-494A-B877-E58A68722447}"/>
              </a:ext>
            </a:extLst>
          </p:cNvPr>
          <p:cNvSpPr>
            <a:spLocks noGrp="1"/>
          </p:cNvSpPr>
          <p:nvPr>
            <p:ph type="body" sz="quarter" idx="10"/>
          </p:nvPr>
        </p:nvSpPr>
        <p:spPr/>
        <p:txBody>
          <a:bodyPr/>
          <a:lstStyle/>
          <a:p>
            <a:r>
              <a:rPr lang="en-US"/>
              <a:t>Developer Experience and tooling</a:t>
            </a:r>
          </a:p>
        </p:txBody>
      </p:sp>
      <p:sp>
        <p:nvSpPr>
          <p:cNvPr id="3" name="Date Placeholder 2">
            <a:extLst>
              <a:ext uri="{FF2B5EF4-FFF2-40B4-BE49-F238E27FC236}">
                <a16:creationId xmlns:a16="http://schemas.microsoft.com/office/drawing/2014/main" id="{1F5D45A2-8664-41E5-9073-5A4D54A078E6}"/>
              </a:ext>
            </a:extLst>
          </p:cNvPr>
          <p:cNvSpPr>
            <a:spLocks noGrp="1"/>
          </p:cNvSpPr>
          <p:nvPr>
            <p:ph type="dt" sz="half" idx="16"/>
          </p:nvPr>
        </p:nvSpPr>
        <p:spPr/>
        <p:txBody>
          <a:bodyPr/>
          <a:lstStyle/>
          <a:p>
            <a:pPr defTabSz="1219170"/>
            <a:fld id="{6C03C840-AF03-4AC7-888F-1B23DCEAB4ED}" type="datetime5">
              <a:rPr lang="en-US">
                <a:solidFill>
                  <a:srgbClr val="000000"/>
                </a:solidFill>
                <a:latin typeface="Calibri"/>
              </a:rPr>
              <a:pPr defTabSz="1219170"/>
              <a:t>7-May-26</a:t>
            </a:fld>
            <a:endParaRPr lang="en-IN">
              <a:solidFill>
                <a:srgbClr val="000000"/>
              </a:solidFill>
              <a:latin typeface="Calibri"/>
            </a:endParaRPr>
          </a:p>
        </p:txBody>
      </p:sp>
      <p:sp>
        <p:nvSpPr>
          <p:cNvPr id="21" name="Slide Number Placeholder 20">
            <a:extLst>
              <a:ext uri="{FF2B5EF4-FFF2-40B4-BE49-F238E27FC236}">
                <a16:creationId xmlns:a16="http://schemas.microsoft.com/office/drawing/2014/main" id="{0136DD46-C3C8-4B36-AD55-D168BDA47B07}"/>
              </a:ext>
            </a:extLst>
          </p:cNvPr>
          <p:cNvSpPr>
            <a:spLocks noGrp="1"/>
          </p:cNvSpPr>
          <p:nvPr>
            <p:ph type="sldNum" sz="quarter" idx="18"/>
          </p:nvPr>
        </p:nvSpPr>
        <p:spPr/>
        <p:txBody>
          <a:bodyPr/>
          <a:lstStyle/>
          <a:p>
            <a:pPr defTabSz="1219170"/>
            <a:r>
              <a:rPr lang="en-IN">
                <a:solidFill>
                  <a:srgbClr val="000000"/>
                </a:solidFill>
                <a:latin typeface="Calibri"/>
              </a:rPr>
              <a:t>|    </a:t>
            </a:r>
            <a:fld id="{7B2119CD-3B2D-4CEB-B404-D2E3F8CD6D69}" type="slidenum">
              <a:rPr lang="en-IN">
                <a:solidFill>
                  <a:srgbClr val="000000"/>
                </a:solidFill>
                <a:latin typeface="Calibri"/>
              </a:rPr>
              <a:pPr defTabSz="1219170"/>
              <a:t>2</a:t>
            </a:fld>
            <a:endParaRPr lang="en-IN">
              <a:solidFill>
                <a:srgbClr val="000000"/>
              </a:solidFill>
              <a:latin typeface="Calibri"/>
            </a:endParaRPr>
          </a:p>
        </p:txBody>
      </p:sp>
      <p:sp>
        <p:nvSpPr>
          <p:cNvPr id="5" name="Title 4">
            <a:extLst>
              <a:ext uri="{FF2B5EF4-FFF2-40B4-BE49-F238E27FC236}">
                <a16:creationId xmlns:a16="http://schemas.microsoft.com/office/drawing/2014/main" id="{060600D3-65C9-485A-AE39-9B6BD672FE18}"/>
              </a:ext>
            </a:extLst>
          </p:cNvPr>
          <p:cNvSpPr>
            <a:spLocks noGrp="1"/>
          </p:cNvSpPr>
          <p:nvPr>
            <p:ph type="title"/>
          </p:nvPr>
        </p:nvSpPr>
        <p:spPr>
          <a:xfrm>
            <a:off x="670560" y="776828"/>
            <a:ext cx="10850880" cy="520701"/>
          </a:xfrm>
        </p:spPr>
        <p:txBody>
          <a:bodyPr/>
          <a:lstStyle/>
          <a:p>
            <a:r>
              <a:rPr lang="en-US"/>
              <a:t>Executive Summary</a:t>
            </a:r>
            <a:endParaRPr lang="en-IN"/>
          </a:p>
        </p:txBody>
      </p:sp>
      <p:sp>
        <p:nvSpPr>
          <p:cNvPr id="4" name="Rectangle 2">
            <a:extLst>
              <a:ext uri="{FF2B5EF4-FFF2-40B4-BE49-F238E27FC236}">
                <a16:creationId xmlns:a16="http://schemas.microsoft.com/office/drawing/2014/main" id="{B577531E-C3F9-FFB7-F68E-E6AB62948432}"/>
              </a:ext>
            </a:extLst>
          </p:cNvPr>
          <p:cNvSpPr>
            <a:spLocks noGrp="1" noChangeArrowheads="1"/>
          </p:cNvSpPr>
          <p:nvPr>
            <p:ph sz="quarter" idx="14"/>
          </p:nvPr>
        </p:nvSpPr>
        <p:spPr bwMode="auto">
          <a:xfrm>
            <a:off x="736300" y="2794804"/>
            <a:ext cx="10597585" cy="27238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21920" tIns="60960" rIns="121920" bIns="60960" numCol="1" rtlCol="0" anchor="ctr" anchorCtr="0" compatLnSpc="1">
            <a:prstTxWarp prst="textNoShape">
              <a:avLst/>
            </a:prstTxWarp>
            <a:spAutoFit/>
          </a:bodyPr>
          <a:lstStyle/>
          <a:p>
            <a:pPr lvl="0" defTabSz="914400" eaLnBrk="0" fontAlgn="base" hangingPunct="0">
              <a:spcBef>
                <a:spcPct val="0"/>
              </a:spcBef>
              <a:spcAft>
                <a:spcPts val="600"/>
              </a:spcAft>
            </a:pPr>
            <a:r>
              <a:rPr lang="en-US" altLang="en-US" sz="1600">
                <a:solidFill>
                  <a:srgbClr val="000000"/>
                </a:solidFill>
              </a:rPr>
              <a:t>Key priorities include:</a:t>
            </a:r>
          </a:p>
          <a:p>
            <a:pPr marL="342900" lvl="0" indent="-342900" defTabSz="914400" eaLnBrk="0" fontAlgn="base" hangingPunct="0">
              <a:spcBef>
                <a:spcPct val="0"/>
              </a:spcBef>
              <a:spcAft>
                <a:spcPts val="600"/>
              </a:spcAft>
              <a:buFont typeface="Arial" panose="020B0604020202020204" pitchFamily="34" charset="0"/>
              <a:buChar char="•"/>
            </a:pPr>
            <a:r>
              <a:rPr lang="en-US" altLang="en-US" sz="1600" b="1">
                <a:solidFill>
                  <a:srgbClr val="000000"/>
                </a:solidFill>
              </a:rPr>
              <a:t>Enabling end-to-end software delivery</a:t>
            </a:r>
            <a:r>
              <a:rPr lang="en-US" altLang="en-US" sz="1600">
                <a:solidFill>
                  <a:srgbClr val="000000"/>
                </a:solidFill>
              </a:rPr>
              <a:t> with AI embedded across planning, building, testing, releasing, and operations. </a:t>
            </a:r>
          </a:p>
          <a:p>
            <a:pPr marL="342900" lvl="0" indent="-342900" defTabSz="914400" eaLnBrk="0" fontAlgn="base" hangingPunct="0">
              <a:spcBef>
                <a:spcPct val="0"/>
              </a:spcBef>
              <a:spcAft>
                <a:spcPts val="600"/>
              </a:spcAft>
              <a:buFont typeface="Arial" panose="020B0604020202020204" pitchFamily="34" charset="0"/>
              <a:buChar char="•"/>
            </a:pPr>
            <a:r>
              <a:rPr lang="en-US" altLang="en-US" sz="1600" b="1">
                <a:solidFill>
                  <a:srgbClr val="000000"/>
                </a:solidFill>
              </a:rPr>
              <a:t>Standardizing enterprise patterns and guardrails</a:t>
            </a:r>
            <a:r>
              <a:rPr lang="en-US" altLang="en-US" sz="1600">
                <a:solidFill>
                  <a:srgbClr val="000000"/>
                </a:solidFill>
              </a:rPr>
              <a:t> for onboarding, governing, and scaling AI capabilities safely and consistently.</a:t>
            </a:r>
          </a:p>
          <a:p>
            <a:pPr marL="342900" lvl="0" indent="-342900" defTabSz="914400" eaLnBrk="0" fontAlgn="base" hangingPunct="0">
              <a:spcBef>
                <a:spcPct val="0"/>
              </a:spcBef>
              <a:spcAft>
                <a:spcPts val="600"/>
              </a:spcAft>
              <a:buFont typeface="Arial" panose="020B0604020202020204" pitchFamily="34" charset="0"/>
              <a:buChar char="•"/>
            </a:pPr>
            <a:r>
              <a:rPr lang="en-US" altLang="en-US" sz="1600" b="1">
                <a:solidFill>
                  <a:srgbClr val="000000"/>
                </a:solidFill>
              </a:rPr>
              <a:t>Driving adoption</a:t>
            </a:r>
            <a:r>
              <a:rPr lang="en-US" altLang="en-US" sz="1600">
                <a:solidFill>
                  <a:srgbClr val="000000"/>
                </a:solidFill>
              </a:rPr>
              <a:t> of enterprise-approved tools while evaluating emerging solutions through structured Assess and Trial processes.</a:t>
            </a:r>
          </a:p>
          <a:p>
            <a:pPr marL="342900" lvl="0" indent="-342900" defTabSz="914400" eaLnBrk="0" fontAlgn="base" hangingPunct="0">
              <a:spcBef>
                <a:spcPct val="0"/>
              </a:spcBef>
              <a:spcAft>
                <a:spcPts val="600"/>
              </a:spcAft>
              <a:buFont typeface="Arial" panose="020B0604020202020204" pitchFamily="34" charset="0"/>
              <a:buChar char="•"/>
            </a:pPr>
            <a:r>
              <a:rPr lang="en-US" altLang="en-US" sz="1600" b="1">
                <a:solidFill>
                  <a:srgbClr val="000000"/>
                </a:solidFill>
              </a:rPr>
              <a:t>Balancing automation with human judgment</a:t>
            </a:r>
            <a:r>
              <a:rPr lang="en-US" altLang="en-US" sz="1600">
                <a:solidFill>
                  <a:srgbClr val="000000"/>
                </a:solidFill>
              </a:rPr>
              <a:t> to ensure accuracy, ethics, and strategic alignment.</a:t>
            </a:r>
          </a:p>
          <a:p>
            <a:pPr marL="342900" indent="-342900" eaLnBrk="0" fontAlgn="base" hangingPunct="0">
              <a:spcBef>
                <a:spcPct val="0"/>
              </a:spcBef>
              <a:spcAft>
                <a:spcPct val="0"/>
              </a:spcAft>
              <a:buFont typeface="Arial" panose="020B0604020202020204" pitchFamily="34" charset="0"/>
              <a:buChar char="•"/>
            </a:pPr>
            <a:endParaRPr lang="en-US" altLang="en-US" sz="1600">
              <a:latin typeface="Arial" panose="020B0604020202020204" pitchFamily="34" charset="0"/>
            </a:endParaRPr>
          </a:p>
        </p:txBody>
      </p:sp>
      <p:sp>
        <p:nvSpPr>
          <p:cNvPr id="8" name="TextBox 7">
            <a:extLst>
              <a:ext uri="{FF2B5EF4-FFF2-40B4-BE49-F238E27FC236}">
                <a16:creationId xmlns:a16="http://schemas.microsoft.com/office/drawing/2014/main" id="{D1EC1E40-0935-3A30-927C-154C7A8EDD63}"/>
              </a:ext>
            </a:extLst>
          </p:cNvPr>
          <p:cNvSpPr txBox="1"/>
          <p:nvPr/>
        </p:nvSpPr>
        <p:spPr>
          <a:xfrm>
            <a:off x="670559" y="1333387"/>
            <a:ext cx="10597585" cy="1323439"/>
          </a:xfrm>
          <a:prstGeom prst="rect">
            <a:avLst/>
          </a:prstGeom>
          <a:noFill/>
        </p:spPr>
        <p:txBody>
          <a:bodyPr wrap="square" rtlCol="0">
            <a:spAutoFit/>
          </a:bodyPr>
          <a:lstStyle/>
          <a:p>
            <a:pPr lvl="0" eaLnBrk="0" fontAlgn="base" hangingPunct="0">
              <a:spcBef>
                <a:spcPct val="0"/>
              </a:spcBef>
              <a:spcAft>
                <a:spcPct val="0"/>
              </a:spcAft>
            </a:pPr>
            <a:r>
              <a:rPr lang="en-US" altLang="en-US" sz="1600">
                <a:solidFill>
                  <a:srgbClr val="000000"/>
                </a:solidFill>
                <a:latin typeface="+mj-lt"/>
              </a:rPr>
              <a:t>Abbott is adopting an increasing AI-native approach to software delivery, embedding AI across the full software lifecycle to support product, engineering, quality, security, and operations.   Automation of routine work and by connecting planning, build, test, release, and compliance through shared context, this model enables faster delivery, higher quality, and stronger governance.  Enabling teams to focus on solving meaningful problems using the best tools possible.</a:t>
            </a:r>
            <a:endParaRPr lang="en-US" altLang="en-US" sz="1600">
              <a:latin typeface="+mj-lt"/>
            </a:endParaRPr>
          </a:p>
        </p:txBody>
      </p:sp>
      <p:sp>
        <p:nvSpPr>
          <p:cNvPr id="12" name="Rectangle 11">
            <a:extLst>
              <a:ext uri="{FF2B5EF4-FFF2-40B4-BE49-F238E27FC236}">
                <a16:creationId xmlns:a16="http://schemas.microsoft.com/office/drawing/2014/main" id="{F70B48A4-E5C6-A8C8-571D-C3A0F65B9CEE}"/>
              </a:ext>
            </a:extLst>
          </p:cNvPr>
          <p:cNvSpPr/>
          <p:nvPr/>
        </p:nvSpPr>
        <p:spPr>
          <a:xfrm>
            <a:off x="670560" y="5437330"/>
            <a:ext cx="10597585" cy="9691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eaLnBrk="0" fontAlgn="base" hangingPunct="0">
              <a:spcBef>
                <a:spcPct val="0"/>
              </a:spcBef>
              <a:spcAft>
                <a:spcPct val="0"/>
              </a:spcAft>
            </a:pPr>
            <a:r>
              <a:rPr lang="en-US" altLang="en-US">
                <a:solidFill>
                  <a:schemeClr val="bg1"/>
                </a:solidFill>
                <a:latin typeface="+mj-lt"/>
              </a:rPr>
              <a:t>This shift positions Abbott to deliver high-quality, compliant, and enterprise-grade software faster and more predictably—using AI as a foundational capability for modern software delivery.</a:t>
            </a:r>
          </a:p>
        </p:txBody>
      </p:sp>
      <p:sp>
        <p:nvSpPr>
          <p:cNvPr id="2" name="Rectangle 1">
            <a:extLst>
              <a:ext uri="{FF2B5EF4-FFF2-40B4-BE49-F238E27FC236}">
                <a16:creationId xmlns:a16="http://schemas.microsoft.com/office/drawing/2014/main" id="{2E018B53-62B1-C272-CFD0-35DFA97566A8}"/>
              </a:ext>
            </a:extLst>
          </p:cNvPr>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 name="TextBox 5">
            <a:extLst>
              <a:ext uri="{FF2B5EF4-FFF2-40B4-BE49-F238E27FC236}">
                <a16:creationId xmlns:a16="http://schemas.microsoft.com/office/drawing/2014/main" id="{8525C4ED-EAC2-5220-AFE9-26535C1D900C}"/>
              </a:ext>
            </a:extLst>
          </p:cNvPr>
          <p:cNvSpPr txBox="1"/>
          <p:nvPr/>
        </p:nvSpPr>
        <p:spPr>
          <a:xfrm>
            <a:off x="35241470" y="-247135"/>
            <a:ext cx="184731" cy="369332"/>
          </a:xfrm>
          <a:prstGeom prst="rect">
            <a:avLst/>
          </a:prstGeom>
          <a:noFill/>
        </p:spPr>
        <p:txBody>
          <a:bodyPr wrap="none" rtlCol="0">
            <a:spAutoFit/>
          </a:bodyPr>
          <a:lstStyle/>
          <a:p>
            <a:pPr algn="l"/>
            <a:endParaRPr lang="en-US">
              <a:latin typeface="+mj-lt"/>
            </a:endParaRPr>
          </a:p>
        </p:txBody>
      </p:sp>
    </p:spTree>
    <p:extLst>
      <p:ext uri="{BB962C8B-B14F-4D97-AF65-F5344CB8AC3E}">
        <p14:creationId xmlns:p14="http://schemas.microsoft.com/office/powerpoint/2010/main" val="34047487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A1C7E8-020D-AA97-126C-33D92FFF0CCE}"/>
            </a:ext>
          </a:extLst>
        </p:cNvPr>
        <p:cNvGrpSpPr/>
        <p:nvPr/>
      </p:nvGrpSpPr>
      <p:grpSpPr>
        <a:xfrm>
          <a:off x="0" y="0"/>
          <a:ext cx="0" cy="0"/>
          <a:chOff x="0" y="0"/>
          <a:chExt cx="0" cy="0"/>
        </a:xfrm>
      </p:grpSpPr>
      <p:sp>
        <p:nvSpPr>
          <p:cNvPr id="7" name="Text Placeholder 6">
            <a:extLst>
              <a:ext uri="{FF2B5EF4-FFF2-40B4-BE49-F238E27FC236}">
                <a16:creationId xmlns:a16="http://schemas.microsoft.com/office/drawing/2014/main" id="{BAFADE74-E7B8-05A0-C05C-6A2B135E0A97}"/>
              </a:ext>
            </a:extLst>
          </p:cNvPr>
          <p:cNvSpPr>
            <a:spLocks noGrp="1"/>
          </p:cNvSpPr>
          <p:nvPr>
            <p:ph type="body" sz="quarter" idx="10"/>
          </p:nvPr>
        </p:nvSpPr>
        <p:spPr>
          <a:xfrm>
            <a:off x="335976" y="213047"/>
            <a:ext cx="6989233" cy="348813"/>
          </a:xfrm>
        </p:spPr>
        <p:txBody>
          <a:bodyPr/>
          <a:lstStyle/>
          <a:p>
            <a:r>
              <a:rPr lang="en-US"/>
              <a:t>Developer Experience and tooling</a:t>
            </a:r>
          </a:p>
        </p:txBody>
      </p:sp>
      <p:sp>
        <p:nvSpPr>
          <p:cNvPr id="5" name="Title 4">
            <a:extLst>
              <a:ext uri="{FF2B5EF4-FFF2-40B4-BE49-F238E27FC236}">
                <a16:creationId xmlns:a16="http://schemas.microsoft.com/office/drawing/2014/main" id="{D7CAA56D-37A4-7ECB-15BB-3BF78054B0A8}"/>
              </a:ext>
            </a:extLst>
          </p:cNvPr>
          <p:cNvSpPr>
            <a:spLocks noGrp="1"/>
          </p:cNvSpPr>
          <p:nvPr>
            <p:ph type="title"/>
          </p:nvPr>
        </p:nvSpPr>
        <p:spPr>
          <a:xfrm>
            <a:off x="345085" y="759459"/>
            <a:ext cx="10850880" cy="520701"/>
          </a:xfrm>
        </p:spPr>
        <p:txBody>
          <a:bodyPr/>
          <a:lstStyle/>
          <a:p>
            <a:r>
              <a:rPr lang="en-US"/>
              <a:t>Software Delivery at Abbott</a:t>
            </a:r>
            <a:endParaRPr lang="en-IN"/>
          </a:p>
        </p:txBody>
      </p:sp>
      <p:sp>
        <p:nvSpPr>
          <p:cNvPr id="14" name="Text Placeholder 13">
            <a:extLst>
              <a:ext uri="{FF2B5EF4-FFF2-40B4-BE49-F238E27FC236}">
                <a16:creationId xmlns:a16="http://schemas.microsoft.com/office/drawing/2014/main" id="{81259B3D-DCF7-6036-F13D-3E9730870972}"/>
              </a:ext>
            </a:extLst>
          </p:cNvPr>
          <p:cNvSpPr>
            <a:spLocks noGrp="1"/>
          </p:cNvSpPr>
          <p:nvPr>
            <p:ph type="body" sz="quarter" idx="15"/>
          </p:nvPr>
        </p:nvSpPr>
        <p:spPr>
          <a:xfrm>
            <a:off x="407528" y="1280160"/>
            <a:ext cx="11553013" cy="520700"/>
          </a:xfrm>
        </p:spPr>
        <p:txBody>
          <a:bodyPr/>
          <a:lstStyle/>
          <a:p>
            <a:r>
              <a:rPr lang="en-US" b="0"/>
              <a:t>An AI-native approach to building, testing, releasing, and operating software with shared context and automation across all roles.</a:t>
            </a:r>
            <a:endParaRPr lang="en-US"/>
          </a:p>
        </p:txBody>
      </p:sp>
      <p:sp>
        <p:nvSpPr>
          <p:cNvPr id="3" name="Date Placeholder 2">
            <a:extLst>
              <a:ext uri="{FF2B5EF4-FFF2-40B4-BE49-F238E27FC236}">
                <a16:creationId xmlns:a16="http://schemas.microsoft.com/office/drawing/2014/main" id="{CC987970-CCE5-EDC7-4209-9E8FEC0FA74D}"/>
              </a:ext>
            </a:extLst>
          </p:cNvPr>
          <p:cNvSpPr>
            <a:spLocks noGrp="1"/>
          </p:cNvSpPr>
          <p:nvPr>
            <p:ph type="dt" sz="half" idx="16"/>
          </p:nvPr>
        </p:nvSpPr>
        <p:spPr/>
        <p:txBody>
          <a:bodyPr/>
          <a:lstStyle/>
          <a:p>
            <a:pPr defTabSz="1219170"/>
            <a:fld id="{6C03C840-AF03-4AC7-888F-1B23DCEAB4ED}" type="datetime5">
              <a:rPr lang="en-US">
                <a:solidFill>
                  <a:srgbClr val="000000"/>
                </a:solidFill>
                <a:latin typeface="Calibri"/>
              </a:rPr>
              <a:pPr defTabSz="1219170"/>
              <a:t>7-May-26</a:t>
            </a:fld>
            <a:endParaRPr lang="en-IN">
              <a:solidFill>
                <a:srgbClr val="000000"/>
              </a:solidFill>
              <a:latin typeface="Calibri"/>
            </a:endParaRPr>
          </a:p>
        </p:txBody>
      </p:sp>
      <p:sp>
        <p:nvSpPr>
          <p:cNvPr id="21" name="Slide Number Placeholder 20">
            <a:extLst>
              <a:ext uri="{FF2B5EF4-FFF2-40B4-BE49-F238E27FC236}">
                <a16:creationId xmlns:a16="http://schemas.microsoft.com/office/drawing/2014/main" id="{40453BEB-D24F-1268-DEE3-41E74B8BD5CE}"/>
              </a:ext>
            </a:extLst>
          </p:cNvPr>
          <p:cNvSpPr>
            <a:spLocks noGrp="1"/>
          </p:cNvSpPr>
          <p:nvPr>
            <p:ph type="sldNum" sz="quarter" idx="18"/>
          </p:nvPr>
        </p:nvSpPr>
        <p:spPr/>
        <p:txBody>
          <a:bodyPr/>
          <a:lstStyle/>
          <a:p>
            <a:pPr defTabSz="1219170"/>
            <a:r>
              <a:rPr lang="en-IN">
                <a:solidFill>
                  <a:srgbClr val="000000"/>
                </a:solidFill>
                <a:latin typeface="Calibri"/>
              </a:rPr>
              <a:t>|    </a:t>
            </a:r>
            <a:fld id="{7B2119CD-3B2D-4CEB-B404-D2E3F8CD6D69}" type="slidenum">
              <a:rPr lang="en-IN">
                <a:solidFill>
                  <a:srgbClr val="000000"/>
                </a:solidFill>
                <a:latin typeface="Calibri"/>
              </a:rPr>
              <a:pPr defTabSz="1219170"/>
              <a:t>3</a:t>
            </a:fld>
            <a:endParaRPr lang="en-IN">
              <a:solidFill>
                <a:srgbClr val="000000"/>
              </a:solidFill>
              <a:latin typeface="Calibri"/>
            </a:endParaRPr>
          </a:p>
        </p:txBody>
      </p:sp>
      <p:sp>
        <p:nvSpPr>
          <p:cNvPr id="32" name="Rectangle 31">
            <a:extLst>
              <a:ext uri="{FF2B5EF4-FFF2-40B4-BE49-F238E27FC236}">
                <a16:creationId xmlns:a16="http://schemas.microsoft.com/office/drawing/2014/main" id="{8734E73B-5606-8E09-0E5C-4C7DD5795128}"/>
              </a:ext>
            </a:extLst>
          </p:cNvPr>
          <p:cNvSpPr/>
          <p:nvPr/>
        </p:nvSpPr>
        <p:spPr>
          <a:xfrm>
            <a:off x="2571651" y="2988846"/>
            <a:ext cx="2327743" cy="2578608"/>
          </a:xfrm>
          <a:prstGeom prst="rect">
            <a:avLst/>
          </a:prstGeom>
          <a:solidFill>
            <a:srgbClr val="5BC2E7">
              <a:lumMod val="50000"/>
              <a:alpha val="15000"/>
            </a:srgbClr>
          </a:solidFill>
          <a:ln w="25400" cap="flat" cmpd="sng" algn="ctr">
            <a:noFill/>
            <a:prstDash val="solid"/>
          </a:ln>
          <a:effectLst/>
        </p:spPr>
        <p:txBody>
          <a:bodyPr lIns="91440" tIns="121920" rIns="0" bIns="45720" rtlCol="0" anchor="t"/>
          <a:lstStyle/>
          <a:p>
            <a:pPr marL="0" marR="0" lvl="0" indent="0" algn="ctr" defTabSz="121917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a:ln>
                  <a:noFill/>
                </a:ln>
                <a:solidFill>
                  <a:srgbClr val="222731"/>
                </a:solidFill>
                <a:effectLst/>
                <a:uLnTx/>
                <a:uFillTx/>
                <a:latin typeface="Calibri Light"/>
                <a:ea typeface="+mn-ea"/>
                <a:cs typeface="Calibri" panose="020F0502020204030204" pitchFamily="34" charset="0"/>
              </a:rPr>
              <a:t>Engineering / </a:t>
            </a:r>
            <a:br>
              <a:rPr kumimoji="0" lang="en-US" sz="1400" b="1" i="0" u="none" strike="noStrike" kern="0" cap="none" spc="0" normalizeH="0" baseline="0" noProof="0">
                <a:ln>
                  <a:noFill/>
                </a:ln>
                <a:solidFill>
                  <a:srgbClr val="222731"/>
                </a:solidFill>
                <a:effectLst/>
                <a:uLnTx/>
                <a:uFillTx/>
                <a:latin typeface="Calibri Light"/>
                <a:ea typeface="+mn-ea"/>
                <a:cs typeface="Calibri" panose="020F0502020204030204" pitchFamily="34" charset="0"/>
              </a:rPr>
            </a:br>
            <a:r>
              <a:rPr kumimoji="0" lang="en-US" sz="1400" b="1" i="0" u="none" strike="noStrike" kern="0" cap="none" spc="0" normalizeH="0" baseline="0" noProof="0">
                <a:ln>
                  <a:noFill/>
                </a:ln>
                <a:solidFill>
                  <a:srgbClr val="222731"/>
                </a:solidFill>
                <a:effectLst/>
                <a:uLnTx/>
                <a:uFillTx/>
                <a:latin typeface="Calibri Light"/>
                <a:ea typeface="+mn-ea"/>
                <a:cs typeface="Calibri" panose="020F0502020204030204" pitchFamily="34" charset="0"/>
              </a:rPr>
              <a:t>Security</a:t>
            </a:r>
          </a:p>
          <a:p>
            <a:pPr lvl="0" algn="ctr">
              <a:defRPr/>
            </a:pPr>
            <a:br>
              <a:rPr lang="en-US" sz="1400"/>
            </a:br>
            <a:r>
              <a:rPr lang="en-US" sz="1400"/>
              <a:t>AI assists with code creation, explanation, and test scaffolding.</a:t>
            </a:r>
            <a:br>
              <a:rPr lang="en-US" sz="1400"/>
            </a:br>
            <a:br>
              <a:rPr lang="en-US" sz="1400"/>
            </a:br>
            <a:r>
              <a:rPr lang="en-US" sz="1400"/>
              <a:t>Enabled by:</a:t>
            </a:r>
            <a:br>
              <a:rPr lang="en-US" sz="1400"/>
            </a:br>
            <a:r>
              <a:rPr lang="en-US" sz="1400" b="1"/>
              <a:t>GitHub</a:t>
            </a:r>
            <a:r>
              <a:rPr lang="en-US" sz="1400"/>
              <a:t> / </a:t>
            </a:r>
            <a:r>
              <a:rPr lang="en-US" sz="1400" b="1"/>
              <a:t>GitHub Copilot </a:t>
            </a:r>
            <a:r>
              <a:rPr lang="en-US" sz="1400"/>
              <a:t>/ </a:t>
            </a:r>
            <a:r>
              <a:rPr lang="en-US" sz="1400" err="1"/>
              <a:t>jFrog</a:t>
            </a:r>
            <a:r>
              <a:rPr lang="en-US" sz="1400"/>
              <a:t> / </a:t>
            </a:r>
            <a:r>
              <a:rPr lang="en-US" sz="1400" b="1"/>
              <a:t>Claude Code*</a:t>
            </a:r>
            <a:endParaRPr kumimoji="0" lang="en-US" sz="1400" b="1" i="0" u="none" strike="noStrike" kern="0" cap="none" spc="0" normalizeH="0" baseline="0" noProof="0">
              <a:ln>
                <a:noFill/>
              </a:ln>
              <a:solidFill>
                <a:srgbClr val="000000"/>
              </a:solidFill>
              <a:effectLst/>
              <a:uLnTx/>
              <a:uFillTx/>
              <a:latin typeface="Calibri Light"/>
              <a:ea typeface="+mn-ea"/>
              <a:cs typeface="Calibri" charset="0"/>
            </a:endParaRPr>
          </a:p>
        </p:txBody>
      </p:sp>
      <p:sp>
        <p:nvSpPr>
          <p:cNvPr id="33" name="Rectangle 32">
            <a:extLst>
              <a:ext uri="{FF2B5EF4-FFF2-40B4-BE49-F238E27FC236}">
                <a16:creationId xmlns:a16="http://schemas.microsoft.com/office/drawing/2014/main" id="{DF821BF6-C8C4-9814-3C78-F0662898D622}"/>
              </a:ext>
            </a:extLst>
          </p:cNvPr>
          <p:cNvSpPr/>
          <p:nvPr/>
        </p:nvSpPr>
        <p:spPr>
          <a:xfrm>
            <a:off x="9784080" y="2988846"/>
            <a:ext cx="2194560" cy="2603814"/>
          </a:xfrm>
          <a:prstGeom prst="rect">
            <a:avLst/>
          </a:prstGeom>
          <a:solidFill>
            <a:srgbClr val="009CDE">
              <a:alpha val="15000"/>
            </a:srgbClr>
          </a:solidFill>
          <a:ln w="25400" cap="flat" cmpd="sng" algn="ctr">
            <a:noFill/>
            <a:prstDash val="solid"/>
          </a:ln>
          <a:effectLst/>
        </p:spPr>
        <p:txBody>
          <a:bodyPr lIns="91440" tIns="121920" rIns="91440" bIns="45720" rtlCol="0" anchor="t"/>
          <a:lstStyle/>
          <a:p>
            <a:pPr marL="0" marR="0" lvl="0" indent="0" algn="ctr" defTabSz="121917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a:ln>
                  <a:noFill/>
                </a:ln>
                <a:solidFill>
                  <a:srgbClr val="222731"/>
                </a:solidFill>
                <a:effectLst/>
                <a:uLnTx/>
                <a:uFillTx/>
                <a:latin typeface="Calibri Light"/>
                <a:ea typeface="+mn-ea"/>
                <a:cs typeface="+mn-cs"/>
              </a:rPr>
              <a:t>Quality / Engineering</a:t>
            </a:r>
          </a:p>
          <a:p>
            <a:pPr algn="ctr">
              <a:defRPr/>
            </a:pPr>
            <a:endParaRPr lang="en-US" sz="1400"/>
          </a:p>
          <a:p>
            <a:pPr algn="ctr">
              <a:defRPr/>
            </a:pPr>
            <a:endParaRPr lang="en-US" sz="1400"/>
          </a:p>
          <a:p>
            <a:pPr algn="ctr">
              <a:defRPr/>
            </a:pPr>
            <a:r>
              <a:rPr lang="en-US" sz="1400"/>
              <a:t>Automated and AI-assisted testing improves coverage and catches issues earlier.</a:t>
            </a:r>
            <a:br>
              <a:rPr kumimoji="0" lang="en-US" sz="1400" i="0" u="none" strike="noStrike" kern="0" cap="none" spc="0" normalizeH="0" baseline="0" noProof="0">
                <a:ln>
                  <a:noFill/>
                </a:ln>
                <a:solidFill>
                  <a:srgbClr val="222731"/>
                </a:solidFill>
                <a:effectLst/>
                <a:uLnTx/>
                <a:uFillTx/>
                <a:latin typeface="Calibri Light"/>
                <a:ea typeface="Calibri" charset="0"/>
                <a:cs typeface="Calibri" charset="0"/>
              </a:rPr>
            </a:br>
            <a:endParaRPr kumimoji="0" lang="en-US" sz="1400" i="0" u="none" strike="noStrike" kern="0" cap="none" spc="0" normalizeH="0" baseline="0" noProof="0">
              <a:ln>
                <a:noFill/>
              </a:ln>
              <a:solidFill>
                <a:srgbClr val="222731"/>
              </a:solidFill>
              <a:effectLst/>
              <a:uLnTx/>
              <a:uFillTx/>
              <a:latin typeface="Calibri Light"/>
              <a:ea typeface="Calibri" charset="0"/>
              <a:cs typeface="Calibri" charset="0"/>
            </a:endParaRPr>
          </a:p>
          <a:p>
            <a:pPr algn="ctr">
              <a:defRPr/>
            </a:pPr>
            <a:r>
              <a:rPr lang="en-US" sz="1400"/>
              <a:t>Enabled by:</a:t>
            </a:r>
            <a:br>
              <a:rPr lang="en-US" sz="1400"/>
            </a:br>
            <a:r>
              <a:rPr lang="en-US" sz="1400"/>
              <a:t>Browser Stack / Tosca / Selenium </a:t>
            </a: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srgbClr val="000000"/>
              </a:solidFill>
              <a:effectLst/>
              <a:uLnTx/>
              <a:uFillTx/>
              <a:latin typeface="Calibri Light"/>
              <a:ea typeface="Calibri" charset="0"/>
              <a:cs typeface="Calibri" charset="0"/>
            </a:endParaRPr>
          </a:p>
        </p:txBody>
      </p:sp>
      <p:sp>
        <p:nvSpPr>
          <p:cNvPr id="34" name="Rectangle 33">
            <a:extLst>
              <a:ext uri="{FF2B5EF4-FFF2-40B4-BE49-F238E27FC236}">
                <a16:creationId xmlns:a16="http://schemas.microsoft.com/office/drawing/2014/main" id="{ECEF7DCE-A308-6A13-DFC7-C28DAC8EC87E}"/>
              </a:ext>
            </a:extLst>
          </p:cNvPr>
          <p:cNvSpPr/>
          <p:nvPr/>
        </p:nvSpPr>
        <p:spPr>
          <a:xfrm>
            <a:off x="7424331" y="2988846"/>
            <a:ext cx="2194560" cy="2603814"/>
          </a:xfrm>
          <a:prstGeom prst="rect">
            <a:avLst/>
          </a:prstGeom>
          <a:solidFill>
            <a:srgbClr val="009CDE">
              <a:alpha val="15000"/>
            </a:srgbClr>
          </a:solidFill>
          <a:ln w="25400" cap="flat" cmpd="sng" algn="ctr">
            <a:noFill/>
            <a:prstDash val="solid"/>
          </a:ln>
          <a:effectLst/>
        </p:spPr>
        <p:txBody>
          <a:bodyPr lIns="91440" tIns="121920" rIns="91440" bIns="45720" rtlCol="0" anchor="t"/>
          <a:lstStyle/>
          <a:p>
            <a:pPr marL="0" marR="0" lvl="0" indent="0" algn="ctr" defTabSz="121917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a:ln>
                  <a:noFill/>
                </a:ln>
                <a:solidFill>
                  <a:srgbClr val="222731"/>
                </a:solidFill>
                <a:effectLst/>
                <a:uLnTx/>
                <a:uFillTx/>
                <a:latin typeface="Calibri Light"/>
                <a:ea typeface="Calibri"/>
                <a:cs typeface="Calibri"/>
              </a:rPr>
              <a:t>Quality / Security / Regulatory</a:t>
            </a:r>
            <a:endParaRPr kumimoji="0" lang="en-US" sz="1600" b="1" i="0" u="none" strike="noStrike" kern="0" cap="none" spc="0" normalizeH="0" baseline="0" noProof="0">
              <a:ln>
                <a:noFill/>
              </a:ln>
              <a:solidFill>
                <a:srgbClr val="222731"/>
              </a:solidFill>
              <a:effectLst/>
              <a:uLnTx/>
              <a:uFillTx/>
              <a:latin typeface="Calibri Light"/>
              <a:ea typeface="Calibri"/>
              <a:cs typeface="Calibri" panose="020F0502020204030204" pitchFamily="34" charset="0"/>
            </a:endParaRPr>
          </a:p>
          <a:p>
            <a:pPr marL="0" marR="0" lvl="0" indent="0" algn="ctr" defTabSz="121917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222731"/>
              </a:solidFill>
              <a:effectLst/>
              <a:uLnTx/>
              <a:uFillTx/>
              <a:latin typeface="Calibri Light"/>
              <a:ea typeface="+mn-ea"/>
              <a:cs typeface="+mn-cs"/>
            </a:endParaRPr>
          </a:p>
          <a:p>
            <a:pPr lvl="0" algn="ctr">
              <a:defRPr/>
            </a:pPr>
            <a:r>
              <a:rPr lang="en-US" sz="1400"/>
              <a:t>Continuous scanning and evidence generation reduce risk and audit effort.</a:t>
            </a:r>
          </a:p>
          <a:p>
            <a:pPr lvl="0" algn="ctr">
              <a:defRPr/>
            </a:pPr>
            <a:endParaRPr kumimoji="0" lang="en-US" sz="1400" b="0" i="0" u="none" strike="noStrike" kern="0" cap="none" spc="0" normalizeH="0" baseline="0" noProof="0">
              <a:ln>
                <a:noFill/>
              </a:ln>
              <a:solidFill>
                <a:srgbClr val="000000"/>
              </a:solidFill>
              <a:effectLst/>
              <a:uLnTx/>
              <a:uFillTx/>
              <a:latin typeface="Calibri Light"/>
              <a:ea typeface="Calibri" charset="0"/>
              <a:cs typeface="Calibri" charset="0"/>
            </a:endParaRPr>
          </a:p>
          <a:p>
            <a:pPr lvl="0" algn="ctr">
              <a:defRPr/>
            </a:pPr>
            <a:r>
              <a:rPr lang="en-US" sz="1400"/>
              <a:t>Enabled by:</a:t>
            </a:r>
            <a:br>
              <a:rPr lang="en-US" sz="1400"/>
            </a:br>
            <a:r>
              <a:rPr lang="en-US" sz="1400"/>
              <a:t>GitHub Advanced Security</a:t>
            </a:r>
            <a:endParaRPr kumimoji="0" lang="en-US" sz="1400" b="0" i="0" u="none" strike="noStrike" kern="0" cap="none" spc="0" normalizeH="0" baseline="0" noProof="0">
              <a:ln>
                <a:noFill/>
              </a:ln>
              <a:solidFill>
                <a:srgbClr val="000000"/>
              </a:solidFill>
              <a:effectLst/>
              <a:uLnTx/>
              <a:uFillTx/>
              <a:latin typeface="Calibri Light"/>
              <a:ea typeface="Calibri" charset="0"/>
              <a:cs typeface="Calibri" charset="0"/>
            </a:endParaRPr>
          </a:p>
        </p:txBody>
      </p:sp>
      <p:sp>
        <p:nvSpPr>
          <p:cNvPr id="35" name="TextBox 34">
            <a:extLst>
              <a:ext uri="{FF2B5EF4-FFF2-40B4-BE49-F238E27FC236}">
                <a16:creationId xmlns:a16="http://schemas.microsoft.com/office/drawing/2014/main" id="{FED0F29D-370D-D9C8-4762-17F1D6F06BF1}"/>
              </a:ext>
            </a:extLst>
          </p:cNvPr>
          <p:cNvSpPr txBox="1"/>
          <p:nvPr/>
        </p:nvSpPr>
        <p:spPr>
          <a:xfrm>
            <a:off x="345087" y="2239360"/>
            <a:ext cx="2048299" cy="707886"/>
          </a:xfrm>
          <a:prstGeom prst="rect">
            <a:avLst/>
          </a:prstGeom>
          <a:solidFill>
            <a:srgbClr val="001489"/>
          </a:solidFill>
        </p:spPr>
        <p:txBody>
          <a:bodyPr wrap="square" lIns="0" rtlCol="0">
            <a:spAutoFit/>
          </a:bodyPr>
          <a:lstStyle/>
          <a:p>
            <a:pPr marL="0" marR="0" lvl="0" indent="0" algn="ctr" defTabSz="121917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a:ln>
                  <a:noFill/>
                </a:ln>
                <a:solidFill>
                  <a:prstClr val="white"/>
                </a:solidFill>
                <a:effectLst/>
                <a:uLnTx/>
                <a:uFillTx/>
              </a:rPr>
              <a:t>Planning &amp; Requirements</a:t>
            </a:r>
          </a:p>
        </p:txBody>
      </p:sp>
      <p:sp>
        <p:nvSpPr>
          <p:cNvPr id="36" name="TextBox 35">
            <a:extLst>
              <a:ext uri="{FF2B5EF4-FFF2-40B4-BE49-F238E27FC236}">
                <a16:creationId xmlns:a16="http://schemas.microsoft.com/office/drawing/2014/main" id="{BC76D738-DFC2-3544-A758-DA29D76ADF88}"/>
              </a:ext>
            </a:extLst>
          </p:cNvPr>
          <p:cNvSpPr txBox="1"/>
          <p:nvPr/>
        </p:nvSpPr>
        <p:spPr>
          <a:xfrm>
            <a:off x="2573109" y="2238373"/>
            <a:ext cx="2327743" cy="704088"/>
          </a:xfrm>
          <a:prstGeom prst="rect">
            <a:avLst/>
          </a:prstGeom>
          <a:solidFill>
            <a:srgbClr val="5BC2E7">
              <a:lumMod val="50000"/>
            </a:srgbClr>
          </a:solidFill>
        </p:spPr>
        <p:txBody>
          <a:bodyPr wrap="square" lIns="0" rtlCol="0">
            <a:spAutoFit/>
          </a:bodyPr>
          <a:lstStyle/>
          <a:p>
            <a:pPr marL="0" marR="0" lvl="0" indent="0" algn="ctr" defTabSz="121917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a:ln>
                  <a:noFill/>
                </a:ln>
                <a:solidFill>
                  <a:prstClr val="white"/>
                </a:solidFill>
                <a:effectLst/>
                <a:uLnTx/>
                <a:uFillTx/>
              </a:rPr>
              <a:t>Build &amp; Implement</a:t>
            </a:r>
            <a:r>
              <a:rPr kumimoji="0" lang="en-US" sz="2400" b="0" i="0" u="none" strike="noStrike" kern="0" cap="none" spc="0" normalizeH="0" baseline="0" noProof="0">
                <a:ln>
                  <a:noFill/>
                </a:ln>
                <a:solidFill>
                  <a:prstClr val="white"/>
                </a:solidFill>
                <a:effectLst/>
                <a:uLnTx/>
                <a:uFillTx/>
              </a:rPr>
              <a:t> </a:t>
            </a:r>
          </a:p>
        </p:txBody>
      </p:sp>
      <p:sp>
        <p:nvSpPr>
          <p:cNvPr id="37" name="TextBox 36">
            <a:extLst>
              <a:ext uri="{FF2B5EF4-FFF2-40B4-BE49-F238E27FC236}">
                <a16:creationId xmlns:a16="http://schemas.microsoft.com/office/drawing/2014/main" id="{1845D648-BFA4-9939-67E4-3C6A7A9D3E52}"/>
              </a:ext>
            </a:extLst>
          </p:cNvPr>
          <p:cNvSpPr txBox="1"/>
          <p:nvPr/>
        </p:nvSpPr>
        <p:spPr>
          <a:xfrm>
            <a:off x="5082680" y="2211826"/>
            <a:ext cx="2194560" cy="707886"/>
          </a:xfrm>
          <a:prstGeom prst="rect">
            <a:avLst/>
          </a:prstGeom>
          <a:solidFill>
            <a:srgbClr val="009CDE">
              <a:lumMod val="75000"/>
            </a:srgbClr>
          </a:solidFill>
        </p:spPr>
        <p:txBody>
          <a:bodyPr wrap="square" lIns="0" rtlCol="0">
            <a:spAutoFit/>
          </a:bodyPr>
          <a:lstStyle/>
          <a:p>
            <a:pPr marL="0" marR="0" lvl="0" indent="0" algn="ctr" defTabSz="121917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a:ln>
                  <a:noFill/>
                </a:ln>
                <a:solidFill>
                  <a:prstClr val="white"/>
                </a:solidFill>
                <a:effectLst/>
                <a:uLnTx/>
                <a:uFillTx/>
              </a:rPr>
              <a:t>Releasing &amp; Operations </a:t>
            </a:r>
          </a:p>
        </p:txBody>
      </p:sp>
      <p:sp>
        <p:nvSpPr>
          <p:cNvPr id="38" name="TextBox 37">
            <a:extLst>
              <a:ext uri="{FF2B5EF4-FFF2-40B4-BE49-F238E27FC236}">
                <a16:creationId xmlns:a16="http://schemas.microsoft.com/office/drawing/2014/main" id="{D304096A-94CD-3267-6A58-AE447A562830}"/>
              </a:ext>
            </a:extLst>
          </p:cNvPr>
          <p:cNvSpPr txBox="1"/>
          <p:nvPr/>
        </p:nvSpPr>
        <p:spPr>
          <a:xfrm>
            <a:off x="7424331" y="2211825"/>
            <a:ext cx="2194560" cy="704088"/>
          </a:xfrm>
          <a:prstGeom prst="rect">
            <a:avLst/>
          </a:prstGeom>
          <a:solidFill>
            <a:srgbClr val="009CDE"/>
          </a:solidFill>
        </p:spPr>
        <p:txBody>
          <a:bodyPr wrap="square" lIns="0" rtlCol="0">
            <a:spAutoFit/>
          </a:bodyPr>
          <a:lstStyle/>
          <a:p>
            <a:pPr marL="0" marR="0" lvl="0" indent="0" algn="ctr" defTabSz="1219170" eaLnBrk="1" fontAlgn="auto" latinLnBrk="0" hangingPunct="1">
              <a:lnSpc>
                <a:spcPct val="100000"/>
              </a:lnSpc>
              <a:spcBef>
                <a:spcPts val="0"/>
              </a:spcBef>
              <a:spcAft>
                <a:spcPts val="0"/>
              </a:spcAft>
              <a:buClrTx/>
              <a:buSzTx/>
              <a:buFontTx/>
              <a:buNone/>
              <a:tabLst/>
              <a:defRPr/>
            </a:pPr>
            <a:r>
              <a:rPr kumimoji="0" lang="en-US" b="0" i="0" u="none" strike="noStrike" kern="0" cap="none" spc="0" normalizeH="0" baseline="0" noProof="0">
                <a:ln>
                  <a:noFill/>
                </a:ln>
                <a:solidFill>
                  <a:prstClr val="white"/>
                </a:solidFill>
                <a:effectLst/>
                <a:uLnTx/>
                <a:uFillTx/>
              </a:rPr>
              <a:t>Security &amp; </a:t>
            </a:r>
            <a:br>
              <a:rPr kumimoji="0" lang="en-US" b="0" i="0" u="none" strike="noStrike" kern="0" cap="none" spc="0" normalizeH="0" baseline="0" noProof="0">
                <a:ln>
                  <a:noFill/>
                </a:ln>
                <a:solidFill>
                  <a:prstClr val="white"/>
                </a:solidFill>
                <a:effectLst/>
                <a:uLnTx/>
                <a:uFillTx/>
              </a:rPr>
            </a:br>
            <a:r>
              <a:rPr kumimoji="0" lang="en-US" b="0" i="0" u="none" strike="noStrike" kern="0" cap="none" spc="0" normalizeH="0" baseline="0" noProof="0">
                <a:ln>
                  <a:noFill/>
                </a:ln>
                <a:solidFill>
                  <a:prstClr val="white"/>
                </a:solidFill>
                <a:effectLst/>
                <a:uLnTx/>
                <a:uFillTx/>
              </a:rPr>
              <a:t>Compliance </a:t>
            </a:r>
          </a:p>
        </p:txBody>
      </p:sp>
      <p:sp>
        <p:nvSpPr>
          <p:cNvPr id="39" name="Rectangle 38">
            <a:extLst>
              <a:ext uri="{FF2B5EF4-FFF2-40B4-BE49-F238E27FC236}">
                <a16:creationId xmlns:a16="http://schemas.microsoft.com/office/drawing/2014/main" id="{F351C987-322C-D865-0B47-814C33DBA65C}"/>
              </a:ext>
            </a:extLst>
          </p:cNvPr>
          <p:cNvSpPr/>
          <p:nvPr/>
        </p:nvSpPr>
        <p:spPr>
          <a:xfrm>
            <a:off x="5064583" y="2988846"/>
            <a:ext cx="2194560" cy="2603814"/>
          </a:xfrm>
          <a:prstGeom prst="rect">
            <a:avLst/>
          </a:prstGeom>
          <a:solidFill>
            <a:srgbClr val="5BC2E7">
              <a:alpha val="38000"/>
            </a:srgbClr>
          </a:solidFill>
          <a:ln w="25400" cap="flat" cmpd="sng" algn="ctr">
            <a:noFill/>
            <a:prstDash val="solid"/>
          </a:ln>
          <a:effectLst/>
        </p:spPr>
        <p:txBody>
          <a:bodyPr tIns="121920" rtlCol="0" anchor="t"/>
          <a:lstStyle/>
          <a:p>
            <a:pPr marL="0" marR="0" lvl="0" indent="0" algn="ctr" defTabSz="121917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a:ln>
                  <a:noFill/>
                </a:ln>
                <a:solidFill>
                  <a:srgbClr val="222731"/>
                </a:solidFill>
                <a:effectLst/>
                <a:uLnTx/>
                <a:uFillTx/>
                <a:latin typeface="Calibri Light"/>
                <a:ea typeface="+mn-ea"/>
                <a:cs typeface="Calibri" panose="020F0502020204030204" pitchFamily="34" charset="0"/>
              </a:rPr>
              <a:t>Engineering / Operations</a:t>
            </a: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000000"/>
              </a:solidFill>
              <a:effectLst/>
              <a:uLnTx/>
              <a:uFillTx/>
              <a:latin typeface="Calibri Light"/>
              <a:ea typeface="+mn-ea"/>
              <a:cs typeface="Calibri" charset="0"/>
            </a:endParaRPr>
          </a:p>
          <a:p>
            <a:pPr lvl="0" algn="ctr">
              <a:defRPr/>
            </a:pPr>
            <a:r>
              <a:rPr lang="en-US" sz="1400"/>
              <a:t>Automated pipelines and AI insights improve reliability and recovery.</a:t>
            </a:r>
            <a:br>
              <a:rPr lang="en-US" sz="1400"/>
            </a:br>
            <a:br>
              <a:rPr lang="en-US" sz="1400"/>
            </a:br>
            <a:r>
              <a:rPr lang="en-US" sz="1400"/>
              <a:t>Enabled by:</a:t>
            </a:r>
            <a:br>
              <a:rPr lang="en-US" sz="1400"/>
            </a:br>
            <a:r>
              <a:rPr lang="en-US" sz="1400"/>
              <a:t>GitHub Actions / New Relic / Open Telemetry</a:t>
            </a:r>
            <a:endParaRPr kumimoji="0" lang="en-US" sz="1050" b="0" i="0" u="none" strike="noStrike" kern="0" cap="none" spc="0" normalizeH="0" baseline="0" noProof="0">
              <a:ln>
                <a:noFill/>
              </a:ln>
              <a:solidFill>
                <a:srgbClr val="000000"/>
              </a:solidFill>
              <a:effectLst/>
              <a:uLnTx/>
              <a:uFillTx/>
              <a:latin typeface="Calibri Light"/>
              <a:ea typeface="+mn-ea"/>
              <a:cs typeface="Calibri" charset="0"/>
            </a:endParaRPr>
          </a:p>
        </p:txBody>
      </p:sp>
      <p:sp>
        <p:nvSpPr>
          <p:cNvPr id="40" name="L-Shape 39">
            <a:extLst>
              <a:ext uri="{FF2B5EF4-FFF2-40B4-BE49-F238E27FC236}">
                <a16:creationId xmlns:a16="http://schemas.microsoft.com/office/drawing/2014/main" id="{BE46F245-B6AB-1FA7-44D6-3D998F907F69}"/>
              </a:ext>
            </a:extLst>
          </p:cNvPr>
          <p:cNvSpPr/>
          <p:nvPr/>
        </p:nvSpPr>
        <p:spPr>
          <a:xfrm>
            <a:off x="335976" y="2991811"/>
            <a:ext cx="2061375" cy="2575643"/>
          </a:xfrm>
          <a:prstGeom prst="corner">
            <a:avLst>
              <a:gd name="adj1" fmla="val 20701"/>
              <a:gd name="adj2" fmla="val 322804"/>
            </a:avLst>
          </a:prstGeom>
          <a:solidFill>
            <a:srgbClr val="001489">
              <a:alpha val="15000"/>
            </a:srgbClr>
          </a:solidFill>
          <a:ln w="25400" cap="flat" cmpd="sng" algn="ctr">
            <a:noFill/>
            <a:prstDash val="solid"/>
          </a:ln>
          <a:effectLst/>
        </p:spPr>
        <p:txBody>
          <a:bodyPr rtlCol="0" anchor="t"/>
          <a:lstStyle/>
          <a:p>
            <a:pPr marL="0" marR="0" lvl="0" indent="0" algn="ctr" defTabSz="121917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a:ln>
                  <a:noFill/>
                </a:ln>
                <a:solidFill>
                  <a:srgbClr val="000000"/>
                </a:solidFill>
                <a:effectLst/>
                <a:uLnTx/>
                <a:uFillTx/>
                <a:latin typeface="Calibri Light"/>
                <a:ea typeface="+mn-ea"/>
                <a:cs typeface="Calibri" charset="0"/>
              </a:rPr>
              <a:t>Product / Architecture / Quality</a:t>
            </a:r>
          </a:p>
          <a:p>
            <a:pPr algn="ctr" defTabSz="1219170"/>
            <a:br>
              <a:rPr kumimoji="0" lang="en-US" sz="1200" b="0" i="0" u="none" strike="noStrike" kern="0" cap="none" spc="0" normalizeH="0" baseline="0" noProof="0">
                <a:ln>
                  <a:noFill/>
                </a:ln>
                <a:solidFill>
                  <a:srgbClr val="000000"/>
                </a:solidFill>
                <a:effectLst/>
                <a:uLnTx/>
                <a:uFillTx/>
                <a:latin typeface="Calibri Light"/>
                <a:ea typeface="+mn-ea"/>
                <a:cs typeface="Calibri" charset="0"/>
              </a:rPr>
            </a:br>
            <a:r>
              <a:rPr lang="en-US" sz="1400"/>
              <a:t>AI helps turn ideas and documents into clear, traceable requirements.</a:t>
            </a:r>
            <a:br>
              <a:rPr lang="en-US" sz="1400"/>
            </a:br>
            <a:br>
              <a:rPr lang="en-US" sz="1200"/>
            </a:br>
            <a:r>
              <a:rPr lang="en-US" sz="1400"/>
              <a:t>Enabled by:</a:t>
            </a:r>
            <a:br>
              <a:rPr lang="en-US" sz="1400"/>
            </a:br>
            <a:r>
              <a:rPr lang="en-US" altLang="en-US" sz="1400" b="1">
                <a:solidFill>
                  <a:srgbClr val="000000"/>
                </a:solidFill>
                <a:latin typeface="-webkit-standard"/>
              </a:rPr>
              <a:t>Jira · Confluence </a:t>
            </a:r>
            <a:r>
              <a:rPr lang="en-US" altLang="en-US" sz="1400">
                <a:solidFill>
                  <a:srgbClr val="000000"/>
                </a:solidFill>
                <a:latin typeface="-webkit-standard"/>
              </a:rPr>
              <a:t>· ALM · </a:t>
            </a:r>
            <a:r>
              <a:rPr lang="en-US" altLang="en-US" sz="1400" b="1">
                <a:solidFill>
                  <a:srgbClr val="000000"/>
                </a:solidFill>
                <a:latin typeface="-webkit-standard"/>
              </a:rPr>
              <a:t>ChatGPT Enterprise*</a:t>
            </a:r>
            <a:endParaRPr lang="en-US" altLang="en-US" sz="1200" b="1">
              <a:latin typeface="Arial" panose="020B0604020202020204" pitchFamily="34" charset="0"/>
            </a:endParaRPr>
          </a:p>
          <a:p>
            <a:pPr lvl="0" algn="ctr" defTabSz="1219170"/>
            <a:r>
              <a:rPr lang="en-US" sz="1200"/>
              <a:t> </a:t>
            </a:r>
            <a:endParaRPr kumimoji="0" lang="en-US" sz="1200" b="0" i="0" u="none" strike="noStrike" kern="0" cap="none" spc="0" normalizeH="0" baseline="0" noProof="0">
              <a:ln>
                <a:noFill/>
              </a:ln>
              <a:solidFill>
                <a:srgbClr val="000000"/>
              </a:solidFill>
              <a:effectLst/>
              <a:uLnTx/>
              <a:uFillTx/>
              <a:latin typeface="Calibri Light"/>
              <a:ea typeface="+mn-ea"/>
              <a:cs typeface="Calibri" charset="0"/>
            </a:endParaRPr>
          </a:p>
        </p:txBody>
      </p:sp>
      <p:sp>
        <p:nvSpPr>
          <p:cNvPr id="41" name="TextBox 40">
            <a:extLst>
              <a:ext uri="{FF2B5EF4-FFF2-40B4-BE49-F238E27FC236}">
                <a16:creationId xmlns:a16="http://schemas.microsoft.com/office/drawing/2014/main" id="{03D37B2C-FBED-8577-8D0B-DB6D285255C0}"/>
              </a:ext>
            </a:extLst>
          </p:cNvPr>
          <p:cNvSpPr txBox="1"/>
          <p:nvPr/>
        </p:nvSpPr>
        <p:spPr>
          <a:xfrm>
            <a:off x="9765982" y="2210038"/>
            <a:ext cx="2194560" cy="704088"/>
          </a:xfrm>
          <a:prstGeom prst="rect">
            <a:avLst/>
          </a:prstGeom>
          <a:solidFill>
            <a:srgbClr val="009CDE"/>
          </a:solidFill>
        </p:spPr>
        <p:txBody>
          <a:bodyPr wrap="square" lIns="0" rtlCol="0" anchor="ctr">
            <a:noAutofit/>
          </a:bodyPr>
          <a:lstStyle/>
          <a:p>
            <a:pPr marL="0" marR="0" lvl="0" indent="0" algn="ctr" defTabSz="121917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prstClr val="white"/>
                </a:solidFill>
                <a:effectLst/>
                <a:uLnTx/>
                <a:uFillTx/>
              </a:rPr>
              <a:t>Testing &amp; Quality</a:t>
            </a:r>
          </a:p>
        </p:txBody>
      </p:sp>
      <p:sp>
        <p:nvSpPr>
          <p:cNvPr id="42" name="Rectangle 41">
            <a:extLst>
              <a:ext uri="{FF2B5EF4-FFF2-40B4-BE49-F238E27FC236}">
                <a16:creationId xmlns:a16="http://schemas.microsoft.com/office/drawing/2014/main" id="{EE21C8D7-36A3-0B4D-A88E-8D6C14F210A7}"/>
              </a:ext>
            </a:extLst>
          </p:cNvPr>
          <p:cNvSpPr/>
          <p:nvPr/>
        </p:nvSpPr>
        <p:spPr>
          <a:xfrm>
            <a:off x="345085" y="5688750"/>
            <a:ext cx="11615457" cy="956203"/>
          </a:xfrm>
          <a:prstGeom prst="rect">
            <a:avLst/>
          </a:prstGeom>
          <a:solidFill>
            <a:srgbClr val="001489">
              <a:lumMod val="20000"/>
              <a:lumOff val="80000"/>
            </a:srgbClr>
          </a:solidFill>
          <a:ln w="25400" cap="flat" cmpd="sng" algn="ctr">
            <a:noFill/>
            <a:prstDash val="solid"/>
          </a:ln>
          <a:effectLst/>
        </p:spPr>
        <p:txBody>
          <a:bodyPr lIns="91440" tIns="45720" rIns="91440" bIns="45720" rtlCol="0" anchor="t"/>
          <a:lstStyle/>
          <a:p>
            <a:pPr>
              <a:defRPr/>
            </a:pPr>
            <a:r>
              <a:rPr kumimoji="0" lang="en-US" sz="1600" b="1" i="0" u="none" strike="noStrike" kern="0" cap="none" spc="0" normalizeH="0" baseline="0" noProof="0">
                <a:ln>
                  <a:noFill/>
                </a:ln>
                <a:solidFill>
                  <a:prstClr val="white"/>
                </a:solidFill>
                <a:effectLst/>
                <a:uLnTx/>
                <a:uFillTx/>
                <a:latin typeface="Calibri Light"/>
                <a:ea typeface="+mn-ea"/>
                <a:cs typeface="+mn-cs"/>
              </a:rPr>
              <a:t>AI – Native Platform Foundation (</a:t>
            </a:r>
            <a:r>
              <a:rPr kumimoji="0" lang="en-US" sz="1600" i="0" u="none" strike="noStrike" kern="0" cap="none" spc="0" normalizeH="0" baseline="0" noProof="0">
                <a:ln>
                  <a:noFill/>
                </a:ln>
                <a:solidFill>
                  <a:prstClr val="white"/>
                </a:solidFill>
                <a:effectLst/>
                <a:uLnTx/>
                <a:uFillTx/>
                <a:latin typeface="Calibri Light"/>
                <a:ea typeface="+mn-ea"/>
                <a:cs typeface="+mn-cs"/>
              </a:rPr>
              <a:t>ChatGPT Enterprise </a:t>
            </a:r>
            <a:r>
              <a:rPr lang="en-US" sz="1600" kern="0">
                <a:solidFill>
                  <a:prstClr val="white"/>
                </a:solidFill>
                <a:latin typeface="Calibri Light"/>
              </a:rPr>
              <a:t>/ Claude Enterprise*</a:t>
            </a:r>
            <a:r>
              <a:rPr lang="en-US" sz="1600" b="1" kern="0">
                <a:solidFill>
                  <a:prstClr val="white"/>
                </a:solidFill>
                <a:latin typeface="Calibri Light"/>
              </a:rPr>
              <a:t>)</a:t>
            </a:r>
            <a:br>
              <a:rPr lang="en-US" sz="1600" b="1" i="0" u="none" strike="noStrike" kern="0" cap="none" spc="0" normalizeH="0" baseline="0" noProof="0">
                <a:ln>
                  <a:noFill/>
                </a:ln>
                <a:effectLst/>
                <a:uLnTx/>
                <a:uFillTx/>
                <a:latin typeface="Calibri Light"/>
              </a:rPr>
            </a:br>
            <a:r>
              <a:rPr kumimoji="0" lang="en-US" sz="1400" b="0" i="0" u="none" strike="noStrike" kern="0" cap="none" spc="0" normalizeH="0" baseline="0" noProof="0">
                <a:ln>
                  <a:noFill/>
                </a:ln>
                <a:solidFill>
                  <a:srgbClr val="222731"/>
                </a:solidFill>
                <a:effectLst/>
                <a:uLnTx/>
                <a:uFillTx/>
                <a:latin typeface="Calibri Light"/>
                <a:ea typeface="+mn-ea"/>
                <a:cs typeface="+mn-cs"/>
              </a:rPr>
              <a:t>A shared, enterprise-approved AI platform that spans the full software lifecycle. Provides secure access to frontier models, shared context, reusable prompts, and agent capabilities that integrate across planning, coding, testing, release, and operations.</a:t>
            </a:r>
            <a:endParaRPr kumimoji="0" lang="en-US" sz="1600" b="1" i="0" u="none" strike="noStrike" kern="0" cap="none" spc="0" normalizeH="0" baseline="0" noProof="0">
              <a:ln>
                <a:noFill/>
              </a:ln>
              <a:solidFill>
                <a:srgbClr val="222731"/>
              </a:solidFill>
              <a:effectLst/>
              <a:uLnTx/>
              <a:uFillTx/>
              <a:latin typeface="Calibri Light"/>
              <a:ea typeface="+mn-ea"/>
              <a:cs typeface="+mn-cs"/>
            </a:endParaRPr>
          </a:p>
        </p:txBody>
      </p:sp>
      <p:sp>
        <p:nvSpPr>
          <p:cNvPr id="49" name="Rectangle 5">
            <a:extLst>
              <a:ext uri="{FF2B5EF4-FFF2-40B4-BE49-F238E27FC236}">
                <a16:creationId xmlns:a16="http://schemas.microsoft.com/office/drawing/2014/main" id="{1A3714CF-F5E7-14DA-2889-6FE1C76F416D}"/>
              </a:ext>
            </a:extLst>
          </p:cNvPr>
          <p:cNvSpPr>
            <a:spLocks noChangeArrowheads="1"/>
          </p:cNvSpPr>
          <p:nvPr/>
        </p:nvSpPr>
        <p:spPr bwMode="auto">
          <a:xfrm>
            <a:off x="7126696" y="6610238"/>
            <a:ext cx="7931650"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1" i="0" u="none" strike="noStrike" cap="none" normalizeH="0" baseline="0">
                <a:ln>
                  <a:noFill/>
                </a:ln>
                <a:solidFill>
                  <a:srgbClr val="000000"/>
                </a:solidFill>
                <a:effectLst/>
                <a:latin typeface="Arial" panose="020B0604020202020204" pitchFamily="34" charset="0"/>
              </a:rPr>
              <a:t>Legend:</a:t>
            </a:r>
            <a:r>
              <a:rPr lang="en-US" altLang="en-US" sz="1100"/>
              <a:t> </a:t>
            </a:r>
            <a:r>
              <a:rPr kumimoji="0" lang="en-US" altLang="en-US" sz="1100" b="1" i="0" u="none" strike="noStrike" cap="none" normalizeH="0" baseline="0">
                <a:ln>
                  <a:noFill/>
                </a:ln>
                <a:solidFill>
                  <a:srgbClr val="000000"/>
                </a:solidFill>
                <a:effectLst/>
                <a:latin typeface="Arial" panose="020B0604020202020204" pitchFamily="34" charset="0"/>
              </a:rPr>
              <a:t>Bold</a:t>
            </a:r>
            <a:r>
              <a:rPr kumimoji="0" lang="en-US" altLang="en-US" sz="1100" b="0" i="0" u="none" strike="noStrike" cap="none" normalizeH="0" baseline="0">
                <a:ln>
                  <a:noFill/>
                </a:ln>
                <a:solidFill>
                  <a:srgbClr val="000000"/>
                </a:solidFill>
                <a:effectLst/>
                <a:latin typeface="-webkit-standard"/>
              </a:rPr>
              <a:t> = AI-enabled capability</a:t>
            </a:r>
            <a:r>
              <a:rPr lang="en-US" altLang="en-US" sz="1100">
                <a:latin typeface="-webkit-standard"/>
              </a:rPr>
              <a:t>, </a:t>
            </a:r>
            <a:r>
              <a:rPr kumimoji="0" lang="en-US" altLang="en-US" sz="1100" b="0" i="1" u="none" strike="noStrike" cap="none" normalizeH="0" baseline="0">
                <a:ln>
                  <a:noFill/>
                </a:ln>
                <a:solidFill>
                  <a:srgbClr val="000000"/>
                </a:solidFill>
                <a:effectLst/>
                <a:latin typeface="Arial" panose="020B0604020202020204" pitchFamily="34" charset="0"/>
              </a:rPr>
              <a:t>*</a:t>
            </a:r>
            <a:r>
              <a:rPr kumimoji="0" lang="en-US" altLang="en-US" sz="1100" b="0" i="0" u="none" strike="noStrike" cap="none" normalizeH="0" baseline="0">
                <a:ln>
                  <a:noFill/>
                </a:ln>
                <a:solidFill>
                  <a:srgbClr val="000000"/>
                </a:solidFill>
                <a:effectLst/>
                <a:latin typeface="-webkit-standard"/>
              </a:rPr>
              <a:t> = Agreement in progress (MSA / SOW)</a:t>
            </a:r>
            <a:endParaRPr kumimoji="0" lang="en-US" altLang="en-US" sz="11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9176710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8F914C-933D-80C2-76EE-94EFDAE2082F}"/>
            </a:ext>
          </a:extLst>
        </p:cNvPr>
        <p:cNvGrpSpPr/>
        <p:nvPr/>
      </p:nvGrpSpPr>
      <p:grpSpPr>
        <a:xfrm>
          <a:off x="0" y="0"/>
          <a:ext cx="0" cy="0"/>
          <a:chOff x="0" y="0"/>
          <a:chExt cx="0" cy="0"/>
        </a:xfrm>
      </p:grpSpPr>
      <p:sp>
        <p:nvSpPr>
          <p:cNvPr id="7" name="Text Placeholder 6">
            <a:extLst>
              <a:ext uri="{FF2B5EF4-FFF2-40B4-BE49-F238E27FC236}">
                <a16:creationId xmlns:a16="http://schemas.microsoft.com/office/drawing/2014/main" id="{97877674-591E-C9A0-B0F0-B51A0D704AF9}"/>
              </a:ext>
            </a:extLst>
          </p:cNvPr>
          <p:cNvSpPr>
            <a:spLocks noGrp="1"/>
          </p:cNvSpPr>
          <p:nvPr>
            <p:ph type="body" sz="quarter" idx="10"/>
          </p:nvPr>
        </p:nvSpPr>
        <p:spPr>
          <a:xfrm>
            <a:off x="670562" y="355600"/>
            <a:ext cx="6989233" cy="348813"/>
          </a:xfrm>
        </p:spPr>
        <p:txBody>
          <a:bodyPr>
            <a:normAutofit/>
          </a:bodyPr>
          <a:lstStyle/>
          <a:p>
            <a:r>
              <a:rPr lang="en-US"/>
              <a:t>Developer Experience and tooling</a:t>
            </a:r>
          </a:p>
        </p:txBody>
      </p:sp>
      <p:sp>
        <p:nvSpPr>
          <p:cNvPr id="29" name="Text Placeholder 2">
            <a:extLst>
              <a:ext uri="{FF2B5EF4-FFF2-40B4-BE49-F238E27FC236}">
                <a16:creationId xmlns:a16="http://schemas.microsoft.com/office/drawing/2014/main" id="{5697E6CE-A1A9-A0D7-B92D-8B8847678FAC}"/>
              </a:ext>
            </a:extLst>
          </p:cNvPr>
          <p:cNvSpPr>
            <a:spLocks noGrp="1"/>
          </p:cNvSpPr>
          <p:nvPr>
            <p:ph type="body" sz="quarter" idx="20"/>
          </p:nvPr>
        </p:nvSpPr>
        <p:spPr>
          <a:xfrm>
            <a:off x="663615" y="1463943"/>
            <a:ext cx="10850880" cy="365760"/>
          </a:xfrm>
        </p:spPr>
        <p:txBody>
          <a:bodyPr/>
          <a:lstStyle/>
          <a:p>
            <a:r>
              <a:rPr lang="en-US"/>
              <a:t>Current Enterprise Tools in production</a:t>
            </a:r>
          </a:p>
        </p:txBody>
      </p:sp>
      <p:sp>
        <p:nvSpPr>
          <p:cNvPr id="23" name="Date Placeholder 6">
            <a:extLst>
              <a:ext uri="{FF2B5EF4-FFF2-40B4-BE49-F238E27FC236}">
                <a16:creationId xmlns:a16="http://schemas.microsoft.com/office/drawing/2014/main" id="{28FBF2ED-0C6B-826D-EA1A-1D5C27D43C4C}"/>
              </a:ext>
            </a:extLst>
          </p:cNvPr>
          <p:cNvSpPr>
            <a:spLocks noGrp="1"/>
          </p:cNvSpPr>
          <p:nvPr>
            <p:ph type="dt" sz="half" idx="23"/>
          </p:nvPr>
        </p:nvSpPr>
        <p:spPr>
          <a:xfrm>
            <a:off x="10042016" y="6356351"/>
            <a:ext cx="1050505" cy="366183"/>
          </a:xfrm>
        </p:spPr>
        <p:txBody>
          <a:bodyPr anchor="ctr">
            <a:normAutofit/>
          </a:bodyPr>
          <a:lstStyle/>
          <a:p>
            <a:pPr>
              <a:spcAft>
                <a:spcPts val="600"/>
              </a:spcAft>
            </a:pPr>
            <a:fld id="{D33294C6-A4B9-431B-AA54-6E1412774E9B}" type="datetime5">
              <a:rPr lang="en-US" smtClean="0"/>
              <a:pPr>
                <a:spcAft>
                  <a:spcPts val="600"/>
                </a:spcAft>
              </a:pPr>
              <a:t>7-May-26</a:t>
            </a:fld>
            <a:endParaRPr lang="en-IN"/>
          </a:p>
        </p:txBody>
      </p:sp>
      <p:sp>
        <p:nvSpPr>
          <p:cNvPr id="27" name="Slide Number Placeholder 8">
            <a:extLst>
              <a:ext uri="{FF2B5EF4-FFF2-40B4-BE49-F238E27FC236}">
                <a16:creationId xmlns:a16="http://schemas.microsoft.com/office/drawing/2014/main" id="{70227DCB-4C77-78E5-4A65-4336E9478223}"/>
              </a:ext>
            </a:extLst>
          </p:cNvPr>
          <p:cNvSpPr>
            <a:spLocks noGrp="1"/>
          </p:cNvSpPr>
          <p:nvPr>
            <p:ph type="sldNum" sz="quarter" idx="25"/>
          </p:nvPr>
        </p:nvSpPr>
        <p:spPr>
          <a:xfrm>
            <a:off x="10889411" y="6356351"/>
            <a:ext cx="757469" cy="366183"/>
          </a:xfrm>
        </p:spPr>
        <p:txBody>
          <a:bodyPr anchor="ctr">
            <a:normAutofit/>
          </a:bodyPr>
          <a:lstStyle/>
          <a:p>
            <a:pPr>
              <a:spcAft>
                <a:spcPts val="600"/>
              </a:spcAft>
              <a:defRPr/>
            </a:pPr>
            <a:r>
              <a:rPr lang="en-IN"/>
              <a:t>|    </a:t>
            </a:r>
            <a:fld id="{7B2119CD-3B2D-4CEB-B404-D2E3F8CD6D69}" type="slidenum">
              <a:rPr lang="en-IN" smtClean="0"/>
              <a:pPr>
                <a:spcAft>
                  <a:spcPts val="600"/>
                </a:spcAft>
                <a:defRPr/>
              </a:pPr>
              <a:t>4</a:t>
            </a:fld>
            <a:endParaRPr lang="en-IN"/>
          </a:p>
        </p:txBody>
      </p:sp>
      <p:sp>
        <p:nvSpPr>
          <p:cNvPr id="5" name="Title 4">
            <a:extLst>
              <a:ext uri="{FF2B5EF4-FFF2-40B4-BE49-F238E27FC236}">
                <a16:creationId xmlns:a16="http://schemas.microsoft.com/office/drawing/2014/main" id="{286F8EA4-7E6C-066D-977E-F94CEFCB4B01}"/>
              </a:ext>
            </a:extLst>
          </p:cNvPr>
          <p:cNvSpPr>
            <a:spLocks noGrp="1"/>
          </p:cNvSpPr>
          <p:nvPr>
            <p:ph type="title"/>
          </p:nvPr>
        </p:nvSpPr>
        <p:spPr>
          <a:xfrm>
            <a:off x="670560" y="759459"/>
            <a:ext cx="10850880" cy="520701"/>
          </a:xfrm>
        </p:spPr>
        <p:txBody>
          <a:bodyPr anchor="t">
            <a:normAutofit/>
          </a:bodyPr>
          <a:lstStyle/>
          <a:p>
            <a:r>
              <a:rPr lang="en-US" sz="3200"/>
              <a:t>Software Delivery</a:t>
            </a:r>
            <a:endParaRPr lang="en-IN" sz="3200"/>
          </a:p>
        </p:txBody>
      </p:sp>
      <p:graphicFrame>
        <p:nvGraphicFramePr>
          <p:cNvPr id="4" name="Table 3">
            <a:extLst>
              <a:ext uri="{FF2B5EF4-FFF2-40B4-BE49-F238E27FC236}">
                <a16:creationId xmlns:a16="http://schemas.microsoft.com/office/drawing/2014/main" id="{03BFF5F2-ED13-4E49-4763-E2A4C9EEEA73}"/>
              </a:ext>
            </a:extLst>
          </p:cNvPr>
          <p:cNvGraphicFramePr>
            <a:graphicFrameLocks noGrp="1"/>
          </p:cNvGraphicFramePr>
          <p:nvPr>
            <p:extLst>
              <p:ext uri="{D42A27DB-BD31-4B8C-83A1-F6EECF244321}">
                <p14:modId xmlns:p14="http://schemas.microsoft.com/office/powerpoint/2010/main" val="3993269766"/>
              </p:ext>
            </p:extLst>
          </p:nvPr>
        </p:nvGraphicFramePr>
        <p:xfrm>
          <a:off x="646505" y="1940315"/>
          <a:ext cx="10850880" cy="3740724"/>
        </p:xfrm>
        <a:graphic>
          <a:graphicData uri="http://schemas.openxmlformats.org/drawingml/2006/table">
            <a:tbl>
              <a:tblPr>
                <a:tableStyleId>{8799B23B-EC83-4686-B30A-512413B5E67A}</a:tableStyleId>
              </a:tblPr>
              <a:tblGrid>
                <a:gridCol w="1346155">
                  <a:extLst>
                    <a:ext uri="{9D8B030D-6E8A-4147-A177-3AD203B41FA5}">
                      <a16:colId xmlns:a16="http://schemas.microsoft.com/office/drawing/2014/main" val="2163605862"/>
                    </a:ext>
                  </a:extLst>
                </a:gridCol>
                <a:gridCol w="2888629">
                  <a:extLst>
                    <a:ext uri="{9D8B030D-6E8A-4147-A177-3AD203B41FA5}">
                      <a16:colId xmlns:a16="http://schemas.microsoft.com/office/drawing/2014/main" val="1608011941"/>
                    </a:ext>
                  </a:extLst>
                </a:gridCol>
                <a:gridCol w="1766384">
                  <a:extLst>
                    <a:ext uri="{9D8B030D-6E8A-4147-A177-3AD203B41FA5}">
                      <a16:colId xmlns:a16="http://schemas.microsoft.com/office/drawing/2014/main" val="427309902"/>
                    </a:ext>
                  </a:extLst>
                </a:gridCol>
                <a:gridCol w="2424856">
                  <a:extLst>
                    <a:ext uri="{9D8B030D-6E8A-4147-A177-3AD203B41FA5}">
                      <a16:colId xmlns:a16="http://schemas.microsoft.com/office/drawing/2014/main" val="3119126656"/>
                    </a:ext>
                  </a:extLst>
                </a:gridCol>
                <a:gridCol w="2424856">
                  <a:extLst>
                    <a:ext uri="{9D8B030D-6E8A-4147-A177-3AD203B41FA5}">
                      <a16:colId xmlns:a16="http://schemas.microsoft.com/office/drawing/2014/main" val="396112022"/>
                    </a:ext>
                  </a:extLst>
                </a:gridCol>
              </a:tblGrid>
              <a:tr h="253410">
                <a:tc>
                  <a:txBody>
                    <a:bodyPr/>
                    <a:lstStyle/>
                    <a:p>
                      <a:pPr algn="l" fontAlgn="ctr">
                        <a:buNone/>
                      </a:pPr>
                      <a:r>
                        <a:rPr lang="en-US" sz="1200" b="0" u="none" strike="noStrike" dirty="0">
                          <a:effectLst/>
                        </a:rPr>
                        <a:t>Tool / Platform</a:t>
                      </a:r>
                      <a:endParaRPr lang="en-US" sz="1200" b="0" i="0" u="none" strike="noStrike" dirty="0">
                        <a:effectLst/>
                        <a:latin typeface="Arial" panose="020B0604020202020204" pitchFamily="34" charset="0"/>
                      </a:endParaRPr>
                    </a:p>
                  </a:txBody>
                  <a:tcPr marL="57593" marR="57593" marT="28797" marB="28797" anchor="ctr"/>
                </a:tc>
                <a:tc>
                  <a:txBody>
                    <a:bodyPr/>
                    <a:lstStyle/>
                    <a:p>
                      <a:pPr algn="l" fontAlgn="ctr">
                        <a:buNone/>
                      </a:pPr>
                      <a:r>
                        <a:rPr lang="en-US" sz="1200" b="0" u="none" strike="noStrike">
                          <a:effectLst/>
                        </a:rPr>
                        <a:t>Primary Usage</a:t>
                      </a:r>
                      <a:endParaRPr lang="en-US" sz="1200" b="0" i="0" u="none" strike="noStrike">
                        <a:effectLst/>
                        <a:latin typeface="Arial" panose="020B0604020202020204" pitchFamily="34" charset="0"/>
                      </a:endParaRPr>
                    </a:p>
                  </a:txBody>
                  <a:tcPr marL="57593" marR="57593" marT="28797" marB="28797" anchor="ctr"/>
                </a:tc>
                <a:tc>
                  <a:txBody>
                    <a:bodyPr/>
                    <a:lstStyle/>
                    <a:p>
                      <a:pPr algn="l" fontAlgn="ctr">
                        <a:buNone/>
                      </a:pPr>
                      <a:r>
                        <a:rPr lang="en-US" sz="1200" b="0" u="none" strike="noStrike">
                          <a:effectLst/>
                        </a:rPr>
                        <a:t>Cost Model</a:t>
                      </a:r>
                      <a:endParaRPr lang="en-US" sz="1200" b="0" i="0" u="none" strike="noStrike">
                        <a:effectLst/>
                        <a:latin typeface="Arial" panose="020B0604020202020204" pitchFamily="34" charset="0"/>
                      </a:endParaRPr>
                    </a:p>
                  </a:txBody>
                  <a:tcPr marL="57593" marR="57593" marT="28797" marB="28797" anchor="ctr"/>
                </a:tc>
                <a:tc>
                  <a:txBody>
                    <a:bodyPr/>
                    <a:lstStyle/>
                    <a:p>
                      <a:pPr algn="l" fontAlgn="ctr">
                        <a:buNone/>
                      </a:pPr>
                      <a:r>
                        <a:rPr lang="en-US" sz="1200" b="0" u="none" strike="noStrike">
                          <a:effectLst/>
                        </a:rPr>
                        <a:t>Support &amp; Ownership</a:t>
                      </a:r>
                      <a:endParaRPr lang="en-US" sz="1200" b="0" i="0" u="none" strike="noStrike">
                        <a:effectLst/>
                        <a:latin typeface="Arial" panose="020B0604020202020204" pitchFamily="34" charset="0"/>
                      </a:endParaRPr>
                    </a:p>
                  </a:txBody>
                  <a:tcPr marL="57593" marR="57593" marT="28797" marB="28797" anchor="ctr"/>
                </a:tc>
                <a:tc>
                  <a:txBody>
                    <a:bodyPr/>
                    <a:lstStyle/>
                    <a:p>
                      <a:pPr algn="l" fontAlgn="ctr">
                        <a:buNone/>
                      </a:pPr>
                      <a:r>
                        <a:rPr lang="en-US" sz="1200" b="0" u="none" strike="noStrike">
                          <a:effectLst/>
                        </a:rPr>
                        <a:t>How to request Access</a:t>
                      </a:r>
                      <a:endParaRPr lang="en-US" sz="1200" b="0" i="0" u="none" strike="noStrike">
                        <a:effectLst/>
                        <a:latin typeface="Arial" panose="020B0604020202020204" pitchFamily="34" charset="0"/>
                      </a:endParaRPr>
                    </a:p>
                  </a:txBody>
                  <a:tcPr marL="57593" marR="57593" marT="28797" marB="28797" anchor="ctr"/>
                </a:tc>
                <a:extLst>
                  <a:ext uri="{0D108BD9-81ED-4DB2-BD59-A6C34878D82A}">
                    <a16:rowId xmlns:a16="http://schemas.microsoft.com/office/drawing/2014/main" val="3627833216"/>
                  </a:ext>
                </a:extLst>
              </a:tr>
              <a:tr h="426190">
                <a:tc>
                  <a:txBody>
                    <a:bodyPr/>
                    <a:lstStyle/>
                    <a:p>
                      <a:pPr algn="l" fontAlgn="ctr">
                        <a:buNone/>
                      </a:pPr>
                      <a:r>
                        <a:rPr lang="en-US" sz="1200" b="1" u="none" strike="noStrike">
                          <a:effectLst/>
                        </a:rPr>
                        <a:t>GitHub</a:t>
                      </a:r>
                      <a:endParaRPr lang="en-US" sz="1200" b="0" i="0" u="none" strike="noStrike">
                        <a:effectLst/>
                        <a:latin typeface="Arial" panose="020B0604020202020204" pitchFamily="34" charset="0"/>
                      </a:endParaRPr>
                    </a:p>
                  </a:txBody>
                  <a:tcPr marL="57593" marR="57593" marT="28797" marB="28797" anchor="ctr"/>
                </a:tc>
                <a:tc>
                  <a:txBody>
                    <a:bodyPr/>
                    <a:lstStyle/>
                    <a:p>
                      <a:pPr algn="l" fontAlgn="ctr">
                        <a:buNone/>
                      </a:pPr>
                      <a:r>
                        <a:rPr lang="en-US" sz="1200" b="0" u="none" strike="noStrike">
                          <a:effectLst/>
                        </a:rPr>
                        <a:t>Source control, collaboration, code management</a:t>
                      </a:r>
                      <a:endParaRPr lang="en-US" sz="1200" b="0" i="0" u="none" strike="noStrike">
                        <a:effectLst/>
                        <a:latin typeface="Arial" panose="020B0604020202020204" pitchFamily="34" charset="0"/>
                      </a:endParaRPr>
                    </a:p>
                  </a:txBody>
                  <a:tcPr marL="57593" marR="57593" marT="28797" marB="28797" anchor="ctr"/>
                </a:tc>
                <a:tc>
                  <a:txBody>
                    <a:bodyPr/>
                    <a:lstStyle/>
                    <a:p>
                      <a:pPr algn="l" fontAlgn="ctr">
                        <a:buNone/>
                      </a:pPr>
                      <a:r>
                        <a:rPr lang="en-US" sz="1200" b="0" u="none" strike="noStrike">
                          <a:effectLst/>
                        </a:rPr>
                        <a:t>$360/User/Year</a:t>
                      </a:r>
                      <a:endParaRPr lang="en-US" sz="1200" b="0" i="0" u="none" strike="noStrike">
                        <a:effectLst/>
                        <a:latin typeface="Arial" panose="020B0604020202020204" pitchFamily="34" charset="0"/>
                      </a:endParaRPr>
                    </a:p>
                  </a:txBody>
                  <a:tcPr marL="57593" marR="57593" marT="28797" marB="28797" anchor="ctr"/>
                </a:tc>
                <a:tc>
                  <a:txBody>
                    <a:bodyPr/>
                    <a:lstStyle/>
                    <a:p>
                      <a:pPr algn="l" fontAlgn="ctr">
                        <a:buNone/>
                      </a:pPr>
                      <a:r>
                        <a:rPr lang="en-US" sz="1200" b="1" u="none" strike="noStrike">
                          <a:effectLst/>
                        </a:rPr>
                        <a:t>Managed service (DTS)</a:t>
                      </a:r>
                      <a:endParaRPr lang="en-US" sz="1200" b="0" i="0" u="none" strike="noStrike">
                        <a:effectLst/>
                        <a:latin typeface="Arial" panose="020B0604020202020204" pitchFamily="34" charset="0"/>
                      </a:endParaRPr>
                    </a:p>
                  </a:txBody>
                  <a:tcPr marL="57593" marR="57593" marT="28797" marB="28797" anchor="ctr"/>
                </a:tc>
                <a:tc>
                  <a:txBody>
                    <a:bodyPr/>
                    <a:lstStyle/>
                    <a:p>
                      <a:pPr algn="l" fontAlgn="ctr">
                        <a:buNone/>
                      </a:pPr>
                      <a:r>
                        <a:rPr lang="en-US" sz="1200" b="0" u="none" strike="noStrike">
                          <a:effectLst/>
                        </a:rPr>
                        <a:t>IIQ Request</a:t>
                      </a:r>
                      <a:endParaRPr lang="en-US" sz="1200" b="0" i="0" u="none" strike="noStrike">
                        <a:effectLst/>
                        <a:latin typeface="Arial" panose="020B0604020202020204" pitchFamily="34" charset="0"/>
                      </a:endParaRPr>
                    </a:p>
                  </a:txBody>
                  <a:tcPr marL="57593" marR="57593" marT="28797" marB="28797" anchor="ctr"/>
                </a:tc>
                <a:extLst>
                  <a:ext uri="{0D108BD9-81ED-4DB2-BD59-A6C34878D82A}">
                    <a16:rowId xmlns:a16="http://schemas.microsoft.com/office/drawing/2014/main" val="246734541"/>
                  </a:ext>
                </a:extLst>
              </a:tr>
              <a:tr h="426190">
                <a:tc>
                  <a:txBody>
                    <a:bodyPr/>
                    <a:lstStyle/>
                    <a:p>
                      <a:pPr algn="l" fontAlgn="ctr">
                        <a:buNone/>
                      </a:pPr>
                      <a:r>
                        <a:rPr lang="en-US" sz="1200" b="1" u="none" strike="noStrike">
                          <a:effectLst/>
                        </a:rPr>
                        <a:t>GitHub Actions</a:t>
                      </a:r>
                      <a:endParaRPr lang="en-US" sz="1200" b="0" i="0" u="none" strike="noStrike">
                        <a:effectLst/>
                        <a:latin typeface="Arial" panose="020B0604020202020204" pitchFamily="34" charset="0"/>
                      </a:endParaRPr>
                    </a:p>
                  </a:txBody>
                  <a:tcPr marL="57593" marR="57593" marT="28797" marB="28797" anchor="ctr"/>
                </a:tc>
                <a:tc>
                  <a:txBody>
                    <a:bodyPr/>
                    <a:lstStyle/>
                    <a:p>
                      <a:pPr algn="l" fontAlgn="ctr">
                        <a:buNone/>
                      </a:pPr>
                      <a:r>
                        <a:rPr lang="en-US" sz="1200" b="0" u="none" strike="noStrike">
                          <a:effectLst/>
                        </a:rPr>
                        <a:t>CI/CD automation, build and release pipelines</a:t>
                      </a:r>
                      <a:endParaRPr lang="en-US" sz="1200" b="0" i="0" u="none" strike="noStrike">
                        <a:effectLst/>
                        <a:latin typeface="Arial" panose="020B0604020202020204" pitchFamily="34" charset="0"/>
                      </a:endParaRPr>
                    </a:p>
                  </a:txBody>
                  <a:tcPr marL="57593" marR="57593" marT="28797" marB="28797" anchor="ctr"/>
                </a:tc>
                <a:tc>
                  <a:txBody>
                    <a:bodyPr/>
                    <a:lstStyle/>
                    <a:p>
                      <a:pPr algn="l" fontAlgn="ctr">
                        <a:buNone/>
                      </a:pPr>
                      <a:r>
                        <a:rPr lang="en-US" sz="1200" b="0" u="none" strike="noStrike">
                          <a:effectLst/>
                        </a:rPr>
                        <a:t>Included in base GitHub cost</a:t>
                      </a:r>
                      <a:endParaRPr lang="en-US" sz="1200" b="0" i="0" u="none" strike="noStrike">
                        <a:effectLst/>
                        <a:latin typeface="Arial" panose="020B0604020202020204" pitchFamily="34" charset="0"/>
                      </a:endParaRPr>
                    </a:p>
                  </a:txBody>
                  <a:tcPr marL="57593" marR="57593" marT="28797" marB="28797" anchor="ctr"/>
                </a:tc>
                <a:tc>
                  <a:txBody>
                    <a:bodyPr/>
                    <a:lstStyle/>
                    <a:p>
                      <a:pPr algn="l" fontAlgn="ctr">
                        <a:buNone/>
                      </a:pPr>
                      <a:r>
                        <a:rPr lang="en-US" sz="1200" b="1" u="none" strike="noStrike">
                          <a:effectLst/>
                        </a:rPr>
                        <a:t>Managed service (DTS)</a:t>
                      </a:r>
                      <a:endParaRPr lang="en-US" sz="1200" b="0" i="0" u="none" strike="noStrike">
                        <a:effectLst/>
                        <a:latin typeface="Arial" panose="020B0604020202020204" pitchFamily="34" charset="0"/>
                      </a:endParaRPr>
                    </a:p>
                  </a:txBody>
                  <a:tcPr marL="57593" marR="57593" marT="28797" marB="28797" anchor="ctr"/>
                </a:tc>
                <a:tc>
                  <a:txBody>
                    <a:bodyPr/>
                    <a:lstStyle/>
                    <a:p>
                      <a:pPr algn="l" fontAlgn="ctr">
                        <a:buNone/>
                      </a:pPr>
                      <a:r>
                        <a:rPr lang="en-US" sz="1200" b="0" u="none" strike="noStrike">
                          <a:effectLst/>
                        </a:rPr>
                        <a:t>IIQ Request</a:t>
                      </a:r>
                      <a:endParaRPr lang="en-US" sz="1200" b="0" i="0" u="none" strike="noStrike">
                        <a:effectLst/>
                        <a:latin typeface="Arial" panose="020B0604020202020204" pitchFamily="34" charset="0"/>
                      </a:endParaRPr>
                    </a:p>
                  </a:txBody>
                  <a:tcPr marL="57593" marR="57593" marT="28797" marB="28797" anchor="ctr"/>
                </a:tc>
                <a:extLst>
                  <a:ext uri="{0D108BD9-81ED-4DB2-BD59-A6C34878D82A}">
                    <a16:rowId xmlns:a16="http://schemas.microsoft.com/office/drawing/2014/main" val="3651273560"/>
                  </a:ext>
                </a:extLst>
              </a:tr>
              <a:tr h="426190">
                <a:tc>
                  <a:txBody>
                    <a:bodyPr/>
                    <a:lstStyle/>
                    <a:p>
                      <a:pPr algn="l" fontAlgn="ctr">
                        <a:buNone/>
                      </a:pPr>
                      <a:r>
                        <a:rPr lang="en-US" sz="1200" b="1" u="none" strike="noStrike">
                          <a:effectLst/>
                        </a:rPr>
                        <a:t>GitHub Advanced Security</a:t>
                      </a:r>
                      <a:endParaRPr lang="en-US" sz="1200" b="0" i="0" u="none" strike="noStrike">
                        <a:effectLst/>
                        <a:latin typeface="Arial" panose="020B0604020202020204" pitchFamily="34" charset="0"/>
                      </a:endParaRPr>
                    </a:p>
                  </a:txBody>
                  <a:tcPr marL="57593" marR="57593" marT="28797" marB="28797" anchor="ctr"/>
                </a:tc>
                <a:tc>
                  <a:txBody>
                    <a:bodyPr/>
                    <a:lstStyle/>
                    <a:p>
                      <a:pPr algn="l" fontAlgn="ctr">
                        <a:buNone/>
                      </a:pPr>
                      <a:r>
                        <a:rPr lang="en-US" sz="1200" b="0" u="none" strike="noStrike" dirty="0">
                          <a:effectLst/>
                        </a:rPr>
                        <a:t>Code scanning, dependency, secret detection</a:t>
                      </a:r>
                      <a:endParaRPr lang="en-US" sz="1200" b="0" i="0" u="none" strike="noStrike" dirty="0">
                        <a:effectLst/>
                        <a:latin typeface="Arial" panose="020B0604020202020204" pitchFamily="34" charset="0"/>
                      </a:endParaRPr>
                    </a:p>
                  </a:txBody>
                  <a:tcPr marL="57593" marR="57593" marT="28797" marB="28797" anchor="ctr"/>
                </a:tc>
                <a:tc>
                  <a:txBody>
                    <a:bodyPr/>
                    <a:lstStyle/>
                    <a:p>
                      <a:pPr algn="l" fontAlgn="ctr">
                        <a:buNone/>
                      </a:pPr>
                      <a:r>
                        <a:rPr lang="en-US" sz="1200" b="0" u="none" strike="noStrike">
                          <a:effectLst/>
                        </a:rPr>
                        <a:t>$600/User/Year</a:t>
                      </a:r>
                      <a:endParaRPr lang="en-US" sz="1200" b="0" i="0" u="none" strike="noStrike">
                        <a:effectLst/>
                        <a:latin typeface="Arial" panose="020B0604020202020204" pitchFamily="34" charset="0"/>
                      </a:endParaRPr>
                    </a:p>
                  </a:txBody>
                  <a:tcPr marL="57593" marR="57593" marT="28797" marB="28797" anchor="ctr"/>
                </a:tc>
                <a:tc>
                  <a:txBody>
                    <a:bodyPr/>
                    <a:lstStyle/>
                    <a:p>
                      <a:pPr algn="l" fontAlgn="ctr">
                        <a:buNone/>
                      </a:pPr>
                      <a:r>
                        <a:rPr lang="en-US" sz="1200" b="1" u="none" strike="noStrike">
                          <a:effectLst/>
                        </a:rPr>
                        <a:t>Managed service (DTS)</a:t>
                      </a:r>
                      <a:endParaRPr lang="en-US" sz="1200" b="0" i="0" u="none" strike="noStrike">
                        <a:effectLst/>
                        <a:latin typeface="Arial" panose="020B0604020202020204" pitchFamily="34" charset="0"/>
                      </a:endParaRPr>
                    </a:p>
                  </a:txBody>
                  <a:tcPr marL="57593" marR="57593" marT="28797" marB="28797" anchor="ctr"/>
                </a:tc>
                <a:tc>
                  <a:txBody>
                    <a:bodyPr/>
                    <a:lstStyle/>
                    <a:p>
                      <a:pPr algn="l" fontAlgn="ctr">
                        <a:buNone/>
                      </a:pPr>
                      <a:r>
                        <a:rPr lang="en-US" sz="1200" b="0" u="none" strike="noStrike">
                          <a:effectLst/>
                        </a:rPr>
                        <a:t>Service Now Request</a:t>
                      </a:r>
                      <a:endParaRPr lang="en-US" sz="1200" b="0" i="0" u="none" strike="noStrike">
                        <a:effectLst/>
                        <a:latin typeface="Arial" panose="020B0604020202020204" pitchFamily="34" charset="0"/>
                      </a:endParaRPr>
                    </a:p>
                  </a:txBody>
                  <a:tcPr marL="57593" marR="57593" marT="28797" marB="28797" anchor="ctr"/>
                </a:tc>
                <a:extLst>
                  <a:ext uri="{0D108BD9-81ED-4DB2-BD59-A6C34878D82A}">
                    <a16:rowId xmlns:a16="http://schemas.microsoft.com/office/drawing/2014/main" val="2997303157"/>
                  </a:ext>
                </a:extLst>
              </a:tr>
              <a:tr h="426190">
                <a:tc>
                  <a:txBody>
                    <a:bodyPr/>
                    <a:lstStyle/>
                    <a:p>
                      <a:pPr algn="l" fontAlgn="ctr">
                        <a:buNone/>
                      </a:pPr>
                      <a:r>
                        <a:rPr lang="en-US" sz="1200" b="1" u="none" strike="noStrike">
                          <a:effectLst/>
                        </a:rPr>
                        <a:t>Jira</a:t>
                      </a:r>
                      <a:endParaRPr lang="en-US" sz="1200" b="0" i="0" u="none" strike="noStrike">
                        <a:effectLst/>
                        <a:latin typeface="Arial" panose="020B0604020202020204" pitchFamily="34" charset="0"/>
                      </a:endParaRPr>
                    </a:p>
                  </a:txBody>
                  <a:tcPr marL="57593" marR="57593" marT="28797" marB="28797" anchor="ctr"/>
                </a:tc>
                <a:tc>
                  <a:txBody>
                    <a:bodyPr/>
                    <a:lstStyle/>
                    <a:p>
                      <a:pPr algn="l" fontAlgn="ctr">
                        <a:buNone/>
                      </a:pPr>
                      <a:r>
                        <a:rPr lang="en-US" sz="1200" b="0" u="none" strike="noStrike" dirty="0">
                          <a:effectLst/>
                        </a:rPr>
                        <a:t>Planning, work tracking, workflow management</a:t>
                      </a:r>
                      <a:endParaRPr lang="en-US" sz="1200" b="0" i="0" u="none" strike="noStrike" dirty="0">
                        <a:effectLst/>
                        <a:latin typeface="Arial" panose="020B0604020202020204" pitchFamily="34" charset="0"/>
                      </a:endParaRPr>
                    </a:p>
                  </a:txBody>
                  <a:tcPr marL="57593" marR="57593" marT="28797" marB="28797" anchor="ctr"/>
                </a:tc>
                <a:tc>
                  <a:txBody>
                    <a:bodyPr/>
                    <a:lstStyle/>
                    <a:p>
                      <a:pPr algn="l" fontAlgn="ctr">
                        <a:buNone/>
                      </a:pPr>
                      <a:r>
                        <a:rPr lang="en-US" sz="1200" b="0" u="none" strike="noStrike">
                          <a:effectLst/>
                        </a:rPr>
                        <a:t>$200/User/Year</a:t>
                      </a:r>
                      <a:endParaRPr lang="en-US" sz="1200" b="0" i="0" u="none" strike="noStrike">
                        <a:effectLst/>
                        <a:latin typeface="Arial" panose="020B0604020202020204" pitchFamily="34" charset="0"/>
                      </a:endParaRPr>
                    </a:p>
                  </a:txBody>
                  <a:tcPr marL="57593" marR="57593" marT="28797" marB="28797" anchor="ctr"/>
                </a:tc>
                <a:tc>
                  <a:txBody>
                    <a:bodyPr/>
                    <a:lstStyle/>
                    <a:p>
                      <a:pPr algn="l" fontAlgn="ctr">
                        <a:buNone/>
                      </a:pPr>
                      <a:r>
                        <a:rPr lang="en-US" sz="1200" b="1" u="none" strike="noStrike">
                          <a:effectLst/>
                        </a:rPr>
                        <a:t>Managed service (DTS)</a:t>
                      </a:r>
                      <a:endParaRPr lang="en-US" sz="1200" b="0" i="0" u="none" strike="noStrike">
                        <a:effectLst/>
                        <a:latin typeface="Arial" panose="020B0604020202020204" pitchFamily="34" charset="0"/>
                      </a:endParaRPr>
                    </a:p>
                  </a:txBody>
                  <a:tcPr marL="57593" marR="57593" marT="28797" marB="28797" anchor="ctr"/>
                </a:tc>
                <a:tc>
                  <a:txBody>
                    <a:bodyPr/>
                    <a:lstStyle/>
                    <a:p>
                      <a:pPr algn="l" fontAlgn="ctr">
                        <a:buNone/>
                      </a:pPr>
                      <a:r>
                        <a:rPr lang="en-US" sz="1200" b="0" u="none" strike="noStrike">
                          <a:effectLst/>
                        </a:rPr>
                        <a:t>Service Now Request</a:t>
                      </a:r>
                      <a:endParaRPr lang="en-US" sz="1200" b="0" i="0" u="none" strike="noStrike">
                        <a:effectLst/>
                        <a:latin typeface="Arial" panose="020B0604020202020204" pitchFamily="34" charset="0"/>
                      </a:endParaRPr>
                    </a:p>
                  </a:txBody>
                  <a:tcPr marL="57593" marR="57593" marT="28797" marB="28797" anchor="ctr"/>
                </a:tc>
                <a:extLst>
                  <a:ext uri="{0D108BD9-81ED-4DB2-BD59-A6C34878D82A}">
                    <a16:rowId xmlns:a16="http://schemas.microsoft.com/office/drawing/2014/main" val="1493225669"/>
                  </a:ext>
                </a:extLst>
              </a:tr>
              <a:tr h="426190">
                <a:tc>
                  <a:txBody>
                    <a:bodyPr/>
                    <a:lstStyle/>
                    <a:p>
                      <a:pPr algn="l" fontAlgn="ctr">
                        <a:buNone/>
                      </a:pPr>
                      <a:r>
                        <a:rPr lang="en-US" sz="1200" b="1" u="none" strike="noStrike">
                          <a:effectLst/>
                        </a:rPr>
                        <a:t>Confluence</a:t>
                      </a:r>
                      <a:endParaRPr lang="en-US" sz="1200" b="0" i="0" u="none" strike="noStrike">
                        <a:effectLst/>
                        <a:latin typeface="Arial" panose="020B0604020202020204" pitchFamily="34" charset="0"/>
                      </a:endParaRPr>
                    </a:p>
                  </a:txBody>
                  <a:tcPr marL="57593" marR="57593" marT="28797" marB="28797" anchor="ctr"/>
                </a:tc>
                <a:tc>
                  <a:txBody>
                    <a:bodyPr/>
                    <a:lstStyle/>
                    <a:p>
                      <a:pPr algn="l" fontAlgn="ctr">
                        <a:buNone/>
                      </a:pPr>
                      <a:r>
                        <a:rPr lang="en-US" sz="1200" b="0" u="none" strike="noStrike" dirty="0">
                          <a:effectLst/>
                        </a:rPr>
                        <a:t>Documentation, knowledge management</a:t>
                      </a:r>
                      <a:endParaRPr lang="en-US" sz="1200" b="0" i="0" u="none" strike="noStrike" dirty="0">
                        <a:effectLst/>
                        <a:latin typeface="Arial" panose="020B0604020202020204" pitchFamily="34" charset="0"/>
                      </a:endParaRPr>
                    </a:p>
                  </a:txBody>
                  <a:tcPr marL="57593" marR="57593" marT="28797" marB="28797" anchor="ctr"/>
                </a:tc>
                <a:tc>
                  <a:txBody>
                    <a:bodyPr/>
                    <a:lstStyle/>
                    <a:p>
                      <a:pPr algn="l" fontAlgn="ctr">
                        <a:buNone/>
                      </a:pPr>
                      <a:r>
                        <a:rPr lang="en-US" sz="1200" b="0" u="none" strike="noStrike">
                          <a:effectLst/>
                        </a:rPr>
                        <a:t>$200/User/Year</a:t>
                      </a:r>
                      <a:endParaRPr lang="en-US" sz="1200" b="0" i="0" u="none" strike="noStrike">
                        <a:effectLst/>
                        <a:latin typeface="Arial" panose="020B0604020202020204" pitchFamily="34" charset="0"/>
                      </a:endParaRPr>
                    </a:p>
                  </a:txBody>
                  <a:tcPr marL="57593" marR="57593" marT="28797" marB="28797" anchor="ctr"/>
                </a:tc>
                <a:tc>
                  <a:txBody>
                    <a:bodyPr/>
                    <a:lstStyle/>
                    <a:p>
                      <a:pPr algn="l" fontAlgn="ctr">
                        <a:buNone/>
                      </a:pPr>
                      <a:r>
                        <a:rPr lang="en-US" sz="1200" b="1" u="none" strike="noStrike">
                          <a:effectLst/>
                        </a:rPr>
                        <a:t>Managed service (DTS)</a:t>
                      </a:r>
                      <a:endParaRPr lang="en-US" sz="1200" b="0" i="0" u="none" strike="noStrike">
                        <a:effectLst/>
                        <a:latin typeface="Arial" panose="020B0604020202020204" pitchFamily="34" charset="0"/>
                      </a:endParaRPr>
                    </a:p>
                  </a:txBody>
                  <a:tcPr marL="57593" marR="57593" marT="28797" marB="28797" anchor="ctr"/>
                </a:tc>
                <a:tc>
                  <a:txBody>
                    <a:bodyPr/>
                    <a:lstStyle/>
                    <a:p>
                      <a:pPr algn="l" fontAlgn="ctr">
                        <a:buNone/>
                      </a:pPr>
                      <a:r>
                        <a:rPr lang="en-US" sz="1200" b="0" u="none" strike="noStrike">
                          <a:effectLst/>
                        </a:rPr>
                        <a:t>Service Now Request</a:t>
                      </a:r>
                      <a:endParaRPr lang="en-US" sz="1200" b="0" i="0" u="none" strike="noStrike">
                        <a:effectLst/>
                        <a:latin typeface="Arial" panose="020B0604020202020204" pitchFamily="34" charset="0"/>
                      </a:endParaRPr>
                    </a:p>
                  </a:txBody>
                  <a:tcPr marL="57593" marR="57593" marT="28797" marB="28797" anchor="ctr"/>
                </a:tc>
                <a:extLst>
                  <a:ext uri="{0D108BD9-81ED-4DB2-BD59-A6C34878D82A}">
                    <a16:rowId xmlns:a16="http://schemas.microsoft.com/office/drawing/2014/main" val="1475118457"/>
                  </a:ext>
                </a:extLst>
              </a:tr>
              <a:tr h="426190">
                <a:tc>
                  <a:txBody>
                    <a:bodyPr/>
                    <a:lstStyle/>
                    <a:p>
                      <a:pPr algn="l" fontAlgn="ctr">
                        <a:buNone/>
                      </a:pPr>
                      <a:r>
                        <a:rPr lang="en-US" sz="1200" b="1" u="none" strike="noStrike">
                          <a:effectLst/>
                        </a:rPr>
                        <a:t>ALM</a:t>
                      </a:r>
                      <a:endParaRPr lang="en-US" sz="1200" b="0" i="0" u="none" strike="noStrike">
                        <a:effectLst/>
                        <a:latin typeface="Arial" panose="020B0604020202020204" pitchFamily="34" charset="0"/>
                      </a:endParaRPr>
                    </a:p>
                  </a:txBody>
                  <a:tcPr marL="57593" marR="57593" marT="28797" marB="28797" anchor="ctr"/>
                </a:tc>
                <a:tc>
                  <a:txBody>
                    <a:bodyPr/>
                    <a:lstStyle/>
                    <a:p>
                      <a:pPr algn="l" fontAlgn="ctr">
                        <a:buNone/>
                      </a:pPr>
                      <a:r>
                        <a:rPr lang="en-US" sz="1200" b="0" u="none" strike="noStrike" dirty="0">
                          <a:effectLst/>
                        </a:rPr>
                        <a:t>Traceability, lifecycle governance, regulated delivery</a:t>
                      </a:r>
                      <a:endParaRPr lang="en-US" sz="1200" b="0" i="0" u="none" strike="noStrike" dirty="0">
                        <a:effectLst/>
                        <a:latin typeface="Arial" panose="020B0604020202020204" pitchFamily="34" charset="0"/>
                      </a:endParaRPr>
                    </a:p>
                  </a:txBody>
                  <a:tcPr marL="57593" marR="57593" marT="28797" marB="28797" anchor="ctr"/>
                </a:tc>
                <a:tc>
                  <a:txBody>
                    <a:bodyPr/>
                    <a:lstStyle/>
                    <a:p>
                      <a:pPr algn="l" fontAlgn="ctr">
                        <a:buNone/>
                      </a:pPr>
                      <a:r>
                        <a:rPr lang="en-US" sz="1200" b="0" u="none" strike="noStrike">
                          <a:effectLst/>
                        </a:rPr>
                        <a:t>$300/User/Year</a:t>
                      </a:r>
                      <a:br>
                        <a:rPr lang="en-US" sz="1200" b="0" u="none" strike="noStrike">
                          <a:effectLst/>
                        </a:rPr>
                      </a:br>
                      <a:r>
                        <a:rPr lang="en-US" sz="1200" b="0" u="none" strike="noStrike">
                          <a:effectLst/>
                        </a:rPr>
                        <a:t>Concurrent users</a:t>
                      </a:r>
                      <a:endParaRPr lang="en-US" sz="1200" b="0" i="0" u="none" strike="noStrike">
                        <a:effectLst/>
                        <a:latin typeface="Arial" panose="020B0604020202020204" pitchFamily="34" charset="0"/>
                      </a:endParaRPr>
                    </a:p>
                  </a:txBody>
                  <a:tcPr marL="57593" marR="57593" marT="28797" marB="28797" anchor="ctr"/>
                </a:tc>
                <a:tc>
                  <a:txBody>
                    <a:bodyPr/>
                    <a:lstStyle/>
                    <a:p>
                      <a:pPr algn="l" fontAlgn="ctr">
                        <a:buNone/>
                      </a:pPr>
                      <a:r>
                        <a:rPr lang="en-US" sz="1200" b="1" u="none" strike="noStrike">
                          <a:effectLst/>
                        </a:rPr>
                        <a:t>Managed service (DTS)</a:t>
                      </a:r>
                      <a:endParaRPr lang="en-US" sz="1200" b="0" i="0" u="none" strike="noStrike">
                        <a:effectLst/>
                        <a:latin typeface="Arial" panose="020B0604020202020204" pitchFamily="34" charset="0"/>
                      </a:endParaRPr>
                    </a:p>
                  </a:txBody>
                  <a:tcPr marL="57593" marR="57593" marT="28797" marB="28797" anchor="ctr"/>
                </a:tc>
                <a:tc>
                  <a:txBody>
                    <a:bodyPr/>
                    <a:lstStyle/>
                    <a:p>
                      <a:pPr algn="l" fontAlgn="ctr">
                        <a:buNone/>
                      </a:pPr>
                      <a:r>
                        <a:rPr lang="en-US" sz="1200" b="0" u="none" strike="noStrike">
                          <a:effectLst/>
                        </a:rPr>
                        <a:t>ESAM Request</a:t>
                      </a:r>
                      <a:endParaRPr lang="en-US" sz="1200" b="0" i="0" u="none" strike="noStrike">
                        <a:effectLst/>
                        <a:latin typeface="Arial" panose="020B0604020202020204" pitchFamily="34" charset="0"/>
                      </a:endParaRPr>
                    </a:p>
                  </a:txBody>
                  <a:tcPr marL="57593" marR="57593" marT="28797" marB="28797" anchor="ctr"/>
                </a:tc>
                <a:extLst>
                  <a:ext uri="{0D108BD9-81ED-4DB2-BD59-A6C34878D82A}">
                    <a16:rowId xmlns:a16="http://schemas.microsoft.com/office/drawing/2014/main" val="1538004281"/>
                  </a:ext>
                </a:extLst>
              </a:tr>
              <a:tr h="253410">
                <a:tc>
                  <a:txBody>
                    <a:bodyPr/>
                    <a:lstStyle/>
                    <a:p>
                      <a:pPr algn="l" fontAlgn="ctr">
                        <a:buNone/>
                      </a:pPr>
                      <a:r>
                        <a:rPr lang="en-US" sz="1200" b="1" u="none" strike="noStrike" err="1">
                          <a:effectLst/>
                        </a:rPr>
                        <a:t>BrowserStack</a:t>
                      </a:r>
                      <a:endParaRPr lang="en-US" sz="1200" b="0" i="0" u="none" strike="noStrike">
                        <a:effectLst/>
                        <a:latin typeface="Arial" panose="020B0604020202020204" pitchFamily="34" charset="0"/>
                      </a:endParaRPr>
                    </a:p>
                  </a:txBody>
                  <a:tcPr marL="57593" marR="57593" marT="28797" marB="28797" anchor="ctr"/>
                </a:tc>
                <a:tc>
                  <a:txBody>
                    <a:bodyPr/>
                    <a:lstStyle/>
                    <a:p>
                      <a:pPr algn="l" fontAlgn="ctr">
                        <a:buNone/>
                      </a:pPr>
                      <a:r>
                        <a:rPr lang="en-US" sz="1200" b="0" u="none" strike="noStrike" dirty="0">
                          <a:effectLst/>
                        </a:rPr>
                        <a:t>Cross-browser and device testing</a:t>
                      </a:r>
                      <a:endParaRPr lang="en-US" sz="1200" b="0" i="0" u="none" strike="noStrike" dirty="0">
                        <a:effectLst/>
                        <a:latin typeface="Arial" panose="020B0604020202020204" pitchFamily="34" charset="0"/>
                      </a:endParaRPr>
                    </a:p>
                  </a:txBody>
                  <a:tcPr marL="57593" marR="57593" marT="28797" marB="28797" anchor="ctr"/>
                </a:tc>
                <a:tc>
                  <a:txBody>
                    <a:bodyPr/>
                    <a:lstStyle/>
                    <a:p>
                      <a:pPr algn="l" fontAlgn="ctr">
                        <a:buNone/>
                      </a:pPr>
                      <a:r>
                        <a:rPr lang="en-US" sz="1200" b="0" u="none" strike="noStrike">
                          <a:effectLst/>
                        </a:rPr>
                        <a:t>Usage-based</a:t>
                      </a:r>
                      <a:endParaRPr lang="en-US" sz="1200" b="0" i="0" u="none" strike="noStrike">
                        <a:effectLst/>
                        <a:latin typeface="Arial" panose="020B0604020202020204" pitchFamily="34" charset="0"/>
                      </a:endParaRPr>
                    </a:p>
                  </a:txBody>
                  <a:tcPr marL="57593" marR="57593" marT="28797" marB="28797" anchor="ctr"/>
                </a:tc>
                <a:tc>
                  <a:txBody>
                    <a:bodyPr/>
                    <a:lstStyle/>
                    <a:p>
                      <a:pPr marL="0" marR="0" lvl="0" indent="0" algn="l" defTabSz="1219170" rtl="0" eaLnBrk="1" fontAlgn="ctr" latinLnBrk="0" hangingPunct="1">
                        <a:lnSpc>
                          <a:spcPct val="100000"/>
                        </a:lnSpc>
                        <a:spcBef>
                          <a:spcPts val="0"/>
                        </a:spcBef>
                        <a:spcAft>
                          <a:spcPts val="0"/>
                        </a:spcAft>
                        <a:buClrTx/>
                        <a:buSzTx/>
                        <a:buFontTx/>
                        <a:buNone/>
                        <a:tabLst/>
                        <a:defRPr/>
                      </a:pPr>
                      <a:r>
                        <a:rPr lang="en-US" sz="1200" b="1" u="none" strike="noStrike">
                          <a:effectLst/>
                        </a:rPr>
                        <a:t>Managed service (DTS)</a:t>
                      </a:r>
                      <a:endParaRPr lang="en-US" sz="1200" b="0" i="0" u="none" strike="noStrike">
                        <a:effectLst/>
                        <a:latin typeface="Arial" panose="020B0604020202020204" pitchFamily="34" charset="0"/>
                      </a:endParaRPr>
                    </a:p>
                  </a:txBody>
                  <a:tcPr marL="57593" marR="57593" marT="28797" marB="28797" anchor="ctr"/>
                </a:tc>
                <a:tc>
                  <a:txBody>
                    <a:bodyPr/>
                    <a:lstStyle/>
                    <a:p>
                      <a:pPr marL="0" marR="0" lvl="0" indent="0" algn="l" defTabSz="1219170" rtl="0" eaLnBrk="1" fontAlgn="ctr" latinLnBrk="0" hangingPunct="1">
                        <a:lnSpc>
                          <a:spcPct val="100000"/>
                        </a:lnSpc>
                        <a:spcBef>
                          <a:spcPts val="0"/>
                        </a:spcBef>
                        <a:spcAft>
                          <a:spcPts val="0"/>
                        </a:spcAft>
                        <a:buClrTx/>
                        <a:buSzTx/>
                        <a:buFontTx/>
                        <a:buNone/>
                        <a:tabLst/>
                        <a:defRPr/>
                      </a:pPr>
                      <a:r>
                        <a:rPr lang="en-US" sz="1200" b="0" u="none" strike="noStrike">
                          <a:effectLst/>
                        </a:rPr>
                        <a:t>IIQ Request</a:t>
                      </a:r>
                      <a:endParaRPr lang="en-US" sz="1200" b="0" i="0" u="none" strike="noStrike">
                        <a:effectLst/>
                        <a:latin typeface="Arial" panose="020B0604020202020204" pitchFamily="34" charset="0"/>
                      </a:endParaRPr>
                    </a:p>
                  </a:txBody>
                  <a:tcPr marL="57593" marR="57593" marT="28797" marB="28797" anchor="ctr"/>
                </a:tc>
                <a:extLst>
                  <a:ext uri="{0D108BD9-81ED-4DB2-BD59-A6C34878D82A}">
                    <a16:rowId xmlns:a16="http://schemas.microsoft.com/office/drawing/2014/main" val="2478450566"/>
                  </a:ext>
                </a:extLst>
              </a:tr>
              <a:tr h="253410">
                <a:tc>
                  <a:txBody>
                    <a:bodyPr/>
                    <a:lstStyle/>
                    <a:p>
                      <a:pPr algn="l" fontAlgn="ctr">
                        <a:buNone/>
                      </a:pPr>
                      <a:r>
                        <a:rPr lang="en-US" sz="1200" b="1" u="none" strike="noStrike">
                          <a:effectLst/>
                        </a:rPr>
                        <a:t>Tosca</a:t>
                      </a:r>
                      <a:endParaRPr lang="en-US" sz="1200" b="0" i="0" u="none" strike="noStrike">
                        <a:effectLst/>
                        <a:latin typeface="Arial" panose="020B0604020202020204" pitchFamily="34" charset="0"/>
                      </a:endParaRPr>
                    </a:p>
                  </a:txBody>
                  <a:tcPr marL="57593" marR="57593" marT="28797" marB="28797" anchor="ctr"/>
                </a:tc>
                <a:tc>
                  <a:txBody>
                    <a:bodyPr/>
                    <a:lstStyle/>
                    <a:p>
                      <a:pPr algn="l" fontAlgn="ctr">
                        <a:buNone/>
                      </a:pPr>
                      <a:r>
                        <a:rPr lang="en-US" sz="1200" b="0" u="none" strike="noStrike" dirty="0">
                          <a:effectLst/>
                        </a:rPr>
                        <a:t>Automated functional and regression testing</a:t>
                      </a:r>
                      <a:endParaRPr lang="en-US" sz="1200" b="0" i="0" u="none" strike="noStrike" dirty="0">
                        <a:effectLst/>
                        <a:latin typeface="Arial" panose="020B0604020202020204" pitchFamily="34" charset="0"/>
                      </a:endParaRPr>
                    </a:p>
                  </a:txBody>
                  <a:tcPr marL="57593" marR="57593" marT="28797" marB="28797" anchor="ctr"/>
                </a:tc>
                <a:tc>
                  <a:txBody>
                    <a:bodyPr/>
                    <a:lstStyle/>
                    <a:p>
                      <a:pPr algn="l" fontAlgn="ctr">
                        <a:buNone/>
                      </a:pPr>
                      <a:r>
                        <a:rPr lang="en-US" sz="1200" b="0" u="none" strike="noStrike">
                          <a:effectLst/>
                        </a:rPr>
                        <a:t>$7000/User/year </a:t>
                      </a:r>
                      <a:br>
                        <a:rPr lang="en-US" sz="1200" b="0" u="none" strike="noStrike">
                          <a:effectLst/>
                        </a:rPr>
                      </a:br>
                      <a:r>
                        <a:rPr lang="en-US" sz="1200" b="0" u="none" strike="noStrike">
                          <a:effectLst/>
                        </a:rPr>
                        <a:t>Concurrent users</a:t>
                      </a:r>
                      <a:endParaRPr lang="en-US" sz="1200" b="0" i="0" u="none" strike="noStrike">
                        <a:effectLst/>
                        <a:latin typeface="Arial" panose="020B0604020202020204" pitchFamily="34" charset="0"/>
                      </a:endParaRPr>
                    </a:p>
                  </a:txBody>
                  <a:tcPr marL="57593" marR="57593" marT="28797" marB="28797" anchor="ctr"/>
                </a:tc>
                <a:tc>
                  <a:txBody>
                    <a:bodyPr/>
                    <a:lstStyle/>
                    <a:p>
                      <a:pPr marL="0" marR="0" lvl="0" indent="0" algn="l" defTabSz="1219170" rtl="0" eaLnBrk="1" fontAlgn="ctr" latinLnBrk="0" hangingPunct="1">
                        <a:lnSpc>
                          <a:spcPct val="100000"/>
                        </a:lnSpc>
                        <a:spcBef>
                          <a:spcPts val="0"/>
                        </a:spcBef>
                        <a:spcAft>
                          <a:spcPts val="0"/>
                        </a:spcAft>
                        <a:buClrTx/>
                        <a:buSzTx/>
                        <a:buFontTx/>
                        <a:buNone/>
                        <a:tabLst/>
                        <a:defRPr/>
                      </a:pPr>
                      <a:r>
                        <a:rPr lang="en-US" sz="1200" b="1" u="none" strike="noStrike">
                          <a:effectLst/>
                        </a:rPr>
                        <a:t>Managed service (DTS)</a:t>
                      </a:r>
                      <a:endParaRPr lang="en-US" sz="1200" b="0" i="0" u="none" strike="noStrike">
                        <a:effectLst/>
                        <a:latin typeface="Arial" panose="020B0604020202020204" pitchFamily="34" charset="0"/>
                      </a:endParaRPr>
                    </a:p>
                  </a:txBody>
                  <a:tcPr marL="57593" marR="57593" marT="28797" marB="28797" anchor="ctr"/>
                </a:tc>
                <a:tc>
                  <a:txBody>
                    <a:bodyPr/>
                    <a:lstStyle/>
                    <a:p>
                      <a:pPr marL="0" marR="0" lvl="0" indent="0" algn="l" defTabSz="1219170" rtl="0" eaLnBrk="1" fontAlgn="ctr" latinLnBrk="0" hangingPunct="1">
                        <a:lnSpc>
                          <a:spcPct val="100000"/>
                        </a:lnSpc>
                        <a:spcBef>
                          <a:spcPts val="0"/>
                        </a:spcBef>
                        <a:spcAft>
                          <a:spcPts val="0"/>
                        </a:spcAft>
                        <a:buClrTx/>
                        <a:buSzTx/>
                        <a:buFontTx/>
                        <a:buNone/>
                        <a:tabLst/>
                        <a:defRPr/>
                      </a:pPr>
                      <a:r>
                        <a:rPr lang="en-US" sz="1200" b="0" u="none" strike="noStrike">
                          <a:effectLst/>
                        </a:rPr>
                        <a:t>IIQ Request</a:t>
                      </a:r>
                      <a:endParaRPr lang="en-US" sz="1200" b="0" i="0" u="none" strike="noStrike">
                        <a:effectLst/>
                        <a:latin typeface="Arial" panose="020B0604020202020204" pitchFamily="34" charset="0"/>
                      </a:endParaRPr>
                    </a:p>
                  </a:txBody>
                  <a:tcPr marL="57593" marR="57593" marT="28797" marB="28797" anchor="ctr"/>
                </a:tc>
                <a:extLst>
                  <a:ext uri="{0D108BD9-81ED-4DB2-BD59-A6C34878D82A}">
                    <a16:rowId xmlns:a16="http://schemas.microsoft.com/office/drawing/2014/main" val="3125790374"/>
                  </a:ext>
                </a:extLst>
              </a:tr>
              <a:tr h="253410">
                <a:tc>
                  <a:txBody>
                    <a:bodyPr/>
                    <a:lstStyle/>
                    <a:p>
                      <a:pPr algn="l" fontAlgn="ctr">
                        <a:buNone/>
                      </a:pPr>
                      <a:r>
                        <a:rPr lang="en-US" sz="1200" b="1" u="none" strike="noStrike">
                          <a:effectLst/>
                        </a:rPr>
                        <a:t>Selenium</a:t>
                      </a:r>
                      <a:endParaRPr lang="en-US" sz="1200" b="0" i="0" u="none" strike="noStrike">
                        <a:effectLst/>
                        <a:latin typeface="Arial" panose="020B0604020202020204" pitchFamily="34" charset="0"/>
                      </a:endParaRPr>
                    </a:p>
                  </a:txBody>
                  <a:tcPr marL="57593" marR="57593" marT="28797" marB="28797" anchor="ctr"/>
                </a:tc>
                <a:tc>
                  <a:txBody>
                    <a:bodyPr/>
                    <a:lstStyle/>
                    <a:p>
                      <a:pPr algn="l" fontAlgn="ctr">
                        <a:buNone/>
                      </a:pPr>
                      <a:r>
                        <a:rPr lang="en-US" sz="1200" b="0" u="none" strike="noStrike" dirty="0">
                          <a:effectLst/>
                        </a:rPr>
                        <a:t>Test automation framework</a:t>
                      </a:r>
                      <a:endParaRPr lang="en-US" sz="1200" b="0" i="0" u="none" strike="noStrike" dirty="0">
                        <a:effectLst/>
                        <a:latin typeface="Arial" panose="020B0604020202020204" pitchFamily="34" charset="0"/>
                      </a:endParaRPr>
                    </a:p>
                  </a:txBody>
                  <a:tcPr marL="57593" marR="57593" marT="28797" marB="28797" anchor="ctr"/>
                </a:tc>
                <a:tc>
                  <a:txBody>
                    <a:bodyPr/>
                    <a:lstStyle/>
                    <a:p>
                      <a:pPr algn="l" fontAlgn="ctr">
                        <a:buNone/>
                      </a:pPr>
                      <a:r>
                        <a:rPr lang="en-US" sz="1200" b="0" u="none" strike="noStrike">
                          <a:effectLst/>
                        </a:rPr>
                        <a:t>Open source</a:t>
                      </a:r>
                      <a:endParaRPr lang="en-US" sz="1200" b="0" i="0" u="none" strike="noStrike">
                        <a:effectLst/>
                        <a:latin typeface="Arial" panose="020B0604020202020204" pitchFamily="34" charset="0"/>
                      </a:endParaRPr>
                    </a:p>
                  </a:txBody>
                  <a:tcPr marL="57593" marR="57593" marT="28797" marB="28797" anchor="ctr"/>
                </a:tc>
                <a:tc>
                  <a:txBody>
                    <a:bodyPr/>
                    <a:lstStyle/>
                    <a:p>
                      <a:pPr algn="l" fontAlgn="ctr">
                        <a:buNone/>
                      </a:pPr>
                      <a:r>
                        <a:rPr lang="en-US" sz="1200" b="1" u="none" strike="noStrike">
                          <a:effectLst/>
                        </a:rPr>
                        <a:t>Team-managed (within standards)</a:t>
                      </a:r>
                      <a:endParaRPr lang="en-US" sz="1200" b="0" i="0" u="none" strike="noStrike">
                        <a:effectLst/>
                        <a:latin typeface="Arial" panose="020B0604020202020204" pitchFamily="34" charset="0"/>
                      </a:endParaRPr>
                    </a:p>
                  </a:txBody>
                  <a:tcPr marL="57593" marR="57593" marT="28797" marB="28797" anchor="ctr"/>
                </a:tc>
                <a:tc>
                  <a:txBody>
                    <a:bodyPr/>
                    <a:lstStyle/>
                    <a:p>
                      <a:pPr algn="l" fontAlgn="ctr">
                        <a:buNone/>
                      </a:pPr>
                      <a:r>
                        <a:rPr lang="en-US" sz="1200" b="0" u="none" strike="noStrike" dirty="0">
                          <a:effectLst/>
                        </a:rPr>
                        <a:t>Open Source team managed</a:t>
                      </a:r>
                      <a:endParaRPr lang="en-US" sz="1200" b="0" i="0" u="none" strike="noStrike" dirty="0">
                        <a:effectLst/>
                        <a:latin typeface="Arial" panose="020B0604020202020204" pitchFamily="34" charset="0"/>
                      </a:endParaRPr>
                    </a:p>
                  </a:txBody>
                  <a:tcPr marL="57593" marR="57593" marT="28797" marB="28797" anchor="ctr"/>
                </a:tc>
                <a:extLst>
                  <a:ext uri="{0D108BD9-81ED-4DB2-BD59-A6C34878D82A}">
                    <a16:rowId xmlns:a16="http://schemas.microsoft.com/office/drawing/2014/main" val="1371296068"/>
                  </a:ext>
                </a:extLst>
              </a:tr>
            </a:tbl>
          </a:graphicData>
        </a:graphic>
      </p:graphicFrame>
    </p:spTree>
    <p:extLst>
      <p:ext uri="{BB962C8B-B14F-4D97-AF65-F5344CB8AC3E}">
        <p14:creationId xmlns:p14="http://schemas.microsoft.com/office/powerpoint/2010/main" val="33967427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51C7F1-7273-4FF2-B2D5-6148EF28EE16}"/>
            </a:ext>
          </a:extLst>
        </p:cNvPr>
        <p:cNvGrpSpPr/>
        <p:nvPr/>
      </p:nvGrpSpPr>
      <p:grpSpPr>
        <a:xfrm>
          <a:off x="0" y="0"/>
          <a:ext cx="0" cy="0"/>
          <a:chOff x="0" y="0"/>
          <a:chExt cx="0" cy="0"/>
        </a:xfrm>
      </p:grpSpPr>
      <p:sp>
        <p:nvSpPr>
          <p:cNvPr id="7" name="Text Placeholder 6">
            <a:extLst>
              <a:ext uri="{FF2B5EF4-FFF2-40B4-BE49-F238E27FC236}">
                <a16:creationId xmlns:a16="http://schemas.microsoft.com/office/drawing/2014/main" id="{07E4FD74-5B71-AB8E-55A1-CE9BB5D56482}"/>
              </a:ext>
            </a:extLst>
          </p:cNvPr>
          <p:cNvSpPr>
            <a:spLocks noGrp="1"/>
          </p:cNvSpPr>
          <p:nvPr>
            <p:ph type="body" sz="quarter" idx="10"/>
          </p:nvPr>
        </p:nvSpPr>
        <p:spPr>
          <a:xfrm>
            <a:off x="670562" y="355600"/>
            <a:ext cx="6989233" cy="348813"/>
          </a:xfrm>
        </p:spPr>
        <p:txBody>
          <a:bodyPr>
            <a:normAutofit/>
          </a:bodyPr>
          <a:lstStyle/>
          <a:p>
            <a:r>
              <a:rPr lang="en-US"/>
              <a:t>Developer Experience and tooling</a:t>
            </a:r>
          </a:p>
        </p:txBody>
      </p:sp>
      <p:sp>
        <p:nvSpPr>
          <p:cNvPr id="29" name="Text Placeholder 2">
            <a:extLst>
              <a:ext uri="{FF2B5EF4-FFF2-40B4-BE49-F238E27FC236}">
                <a16:creationId xmlns:a16="http://schemas.microsoft.com/office/drawing/2014/main" id="{D26053CF-4119-DED2-03A6-B637D62F517D}"/>
              </a:ext>
            </a:extLst>
          </p:cNvPr>
          <p:cNvSpPr>
            <a:spLocks noGrp="1"/>
          </p:cNvSpPr>
          <p:nvPr>
            <p:ph type="body" sz="quarter" idx="20"/>
          </p:nvPr>
        </p:nvSpPr>
        <p:spPr>
          <a:xfrm>
            <a:off x="671479" y="1280160"/>
            <a:ext cx="3836466" cy="348813"/>
          </a:xfrm>
        </p:spPr>
        <p:txBody>
          <a:bodyPr/>
          <a:lstStyle/>
          <a:p>
            <a:r>
              <a:rPr lang="en-US"/>
              <a:t>Abbott Enterprise GitHub</a:t>
            </a:r>
          </a:p>
        </p:txBody>
      </p:sp>
      <p:sp>
        <p:nvSpPr>
          <p:cNvPr id="23" name="Date Placeholder 6">
            <a:extLst>
              <a:ext uri="{FF2B5EF4-FFF2-40B4-BE49-F238E27FC236}">
                <a16:creationId xmlns:a16="http://schemas.microsoft.com/office/drawing/2014/main" id="{DE1D0734-EF33-B552-A207-9EEFEE9FB685}"/>
              </a:ext>
            </a:extLst>
          </p:cNvPr>
          <p:cNvSpPr>
            <a:spLocks noGrp="1"/>
          </p:cNvSpPr>
          <p:nvPr>
            <p:ph type="dt" sz="half" idx="23"/>
          </p:nvPr>
        </p:nvSpPr>
        <p:spPr>
          <a:xfrm>
            <a:off x="10042016" y="6356351"/>
            <a:ext cx="1050505" cy="366183"/>
          </a:xfrm>
        </p:spPr>
        <p:txBody>
          <a:bodyPr anchor="ctr">
            <a:normAutofit/>
          </a:bodyPr>
          <a:lstStyle/>
          <a:p>
            <a:pPr>
              <a:spcAft>
                <a:spcPts val="600"/>
              </a:spcAft>
            </a:pPr>
            <a:fld id="{D33294C6-A4B9-431B-AA54-6E1412774E9B}" type="datetime5">
              <a:rPr lang="en-US" smtClean="0"/>
              <a:pPr>
                <a:spcAft>
                  <a:spcPts val="600"/>
                </a:spcAft>
              </a:pPr>
              <a:t>7-May-26</a:t>
            </a:fld>
            <a:endParaRPr lang="en-IN"/>
          </a:p>
        </p:txBody>
      </p:sp>
      <p:sp>
        <p:nvSpPr>
          <p:cNvPr id="27" name="Slide Number Placeholder 8">
            <a:extLst>
              <a:ext uri="{FF2B5EF4-FFF2-40B4-BE49-F238E27FC236}">
                <a16:creationId xmlns:a16="http://schemas.microsoft.com/office/drawing/2014/main" id="{C1DEC71B-CBA3-0CD0-1C87-A593EE423B9E}"/>
              </a:ext>
            </a:extLst>
          </p:cNvPr>
          <p:cNvSpPr>
            <a:spLocks noGrp="1"/>
          </p:cNvSpPr>
          <p:nvPr>
            <p:ph type="sldNum" sz="quarter" idx="25"/>
          </p:nvPr>
        </p:nvSpPr>
        <p:spPr>
          <a:xfrm>
            <a:off x="10889411" y="6356351"/>
            <a:ext cx="757469" cy="366183"/>
          </a:xfrm>
        </p:spPr>
        <p:txBody>
          <a:bodyPr anchor="ctr">
            <a:normAutofit/>
          </a:bodyPr>
          <a:lstStyle/>
          <a:p>
            <a:pPr>
              <a:spcAft>
                <a:spcPts val="600"/>
              </a:spcAft>
              <a:defRPr/>
            </a:pPr>
            <a:r>
              <a:rPr lang="en-IN"/>
              <a:t>|    </a:t>
            </a:r>
            <a:fld id="{7B2119CD-3B2D-4CEB-B404-D2E3F8CD6D69}" type="slidenum">
              <a:rPr lang="en-IN" smtClean="0"/>
              <a:pPr>
                <a:spcAft>
                  <a:spcPts val="600"/>
                </a:spcAft>
                <a:defRPr/>
              </a:pPr>
              <a:t>5</a:t>
            </a:fld>
            <a:endParaRPr lang="en-IN"/>
          </a:p>
        </p:txBody>
      </p:sp>
      <p:sp>
        <p:nvSpPr>
          <p:cNvPr id="5" name="Title 4">
            <a:extLst>
              <a:ext uri="{FF2B5EF4-FFF2-40B4-BE49-F238E27FC236}">
                <a16:creationId xmlns:a16="http://schemas.microsoft.com/office/drawing/2014/main" id="{7A9FC8E7-F943-6CA1-8757-3D35D8B306E3}"/>
              </a:ext>
            </a:extLst>
          </p:cNvPr>
          <p:cNvSpPr>
            <a:spLocks noGrp="1"/>
          </p:cNvSpPr>
          <p:nvPr>
            <p:ph type="title"/>
          </p:nvPr>
        </p:nvSpPr>
        <p:spPr>
          <a:xfrm>
            <a:off x="670560" y="759459"/>
            <a:ext cx="10850880" cy="520701"/>
          </a:xfrm>
        </p:spPr>
        <p:txBody>
          <a:bodyPr anchor="t">
            <a:normAutofit/>
          </a:bodyPr>
          <a:lstStyle/>
          <a:p>
            <a:r>
              <a:rPr lang="en-US" sz="3200"/>
              <a:t>Divisional Usage of BTS Tools </a:t>
            </a:r>
            <a:endParaRPr lang="en-IN" sz="3200"/>
          </a:p>
        </p:txBody>
      </p:sp>
      <p:sp>
        <p:nvSpPr>
          <p:cNvPr id="3" name="Rectangle 1">
            <a:extLst>
              <a:ext uri="{FF2B5EF4-FFF2-40B4-BE49-F238E27FC236}">
                <a16:creationId xmlns:a16="http://schemas.microsoft.com/office/drawing/2014/main" id="{0EC7D009-CE76-165D-3F46-B7250F76A0E4}"/>
              </a:ext>
            </a:extLst>
          </p:cNvPr>
          <p:cNvSpPr>
            <a:spLocks noChangeArrowheads="1"/>
          </p:cNvSpPr>
          <p:nvPr/>
        </p:nvSpPr>
        <p:spPr bwMode="auto">
          <a:xfrm>
            <a:off x="434368" y="3362888"/>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6" name="Table 5">
            <a:extLst>
              <a:ext uri="{FF2B5EF4-FFF2-40B4-BE49-F238E27FC236}">
                <a16:creationId xmlns:a16="http://schemas.microsoft.com/office/drawing/2014/main" id="{212FF993-8EA3-9542-5B7E-A5226BBB82DB}"/>
              </a:ext>
            </a:extLst>
          </p:cNvPr>
          <p:cNvGraphicFramePr>
            <a:graphicFrameLocks noGrp="1"/>
          </p:cNvGraphicFramePr>
          <p:nvPr>
            <p:extLst>
              <p:ext uri="{D42A27DB-BD31-4B8C-83A1-F6EECF244321}">
                <p14:modId xmlns:p14="http://schemas.microsoft.com/office/powerpoint/2010/main" val="1424709899"/>
              </p:ext>
            </p:extLst>
          </p:nvPr>
        </p:nvGraphicFramePr>
        <p:xfrm>
          <a:off x="492738" y="1855907"/>
          <a:ext cx="4193949" cy="4663440"/>
        </p:xfrm>
        <a:graphic>
          <a:graphicData uri="http://schemas.openxmlformats.org/drawingml/2006/table">
            <a:tbl>
              <a:tblPr firstRow="1" bandRow="1">
                <a:tableStyleId>{5C22544A-7EE6-4342-B048-85BDC9FD1C3A}</a:tableStyleId>
              </a:tblPr>
              <a:tblGrid>
                <a:gridCol w="1260793">
                  <a:extLst>
                    <a:ext uri="{9D8B030D-6E8A-4147-A177-3AD203B41FA5}">
                      <a16:colId xmlns:a16="http://schemas.microsoft.com/office/drawing/2014/main" val="2195413660"/>
                    </a:ext>
                  </a:extLst>
                </a:gridCol>
                <a:gridCol w="1407560">
                  <a:extLst>
                    <a:ext uri="{9D8B030D-6E8A-4147-A177-3AD203B41FA5}">
                      <a16:colId xmlns:a16="http://schemas.microsoft.com/office/drawing/2014/main" val="308701085"/>
                    </a:ext>
                  </a:extLst>
                </a:gridCol>
                <a:gridCol w="1525596">
                  <a:extLst>
                    <a:ext uri="{9D8B030D-6E8A-4147-A177-3AD203B41FA5}">
                      <a16:colId xmlns:a16="http://schemas.microsoft.com/office/drawing/2014/main" val="3536390175"/>
                    </a:ext>
                  </a:extLst>
                </a:gridCol>
              </a:tblGrid>
              <a:tr h="370840">
                <a:tc>
                  <a:txBody>
                    <a:bodyPr/>
                    <a:lstStyle/>
                    <a:p>
                      <a:r>
                        <a:rPr lang="en-US" sz="2000"/>
                        <a:t>Division</a:t>
                      </a:r>
                    </a:p>
                  </a:txBody>
                  <a:tcPr/>
                </a:tc>
                <a:tc>
                  <a:txBody>
                    <a:bodyPr/>
                    <a:lstStyle/>
                    <a:p>
                      <a:r>
                        <a:rPr lang="en-US" sz="2000"/>
                        <a:t>GitHub</a:t>
                      </a:r>
                    </a:p>
                    <a:p>
                      <a:r>
                        <a:rPr lang="en-US" sz="2000"/>
                        <a:t>Users</a:t>
                      </a:r>
                    </a:p>
                  </a:txBody>
                  <a:tcPr/>
                </a:tc>
                <a:tc>
                  <a:txBody>
                    <a:bodyPr/>
                    <a:lstStyle/>
                    <a:p>
                      <a:r>
                        <a:rPr lang="en-US" sz="2000"/>
                        <a:t>Copilot Users</a:t>
                      </a:r>
                    </a:p>
                  </a:txBody>
                  <a:tcPr/>
                </a:tc>
                <a:extLst>
                  <a:ext uri="{0D108BD9-81ED-4DB2-BD59-A6C34878D82A}">
                    <a16:rowId xmlns:a16="http://schemas.microsoft.com/office/drawing/2014/main" val="237314090"/>
                  </a:ext>
                </a:extLst>
              </a:tr>
              <a:tr h="370840">
                <a:tc>
                  <a:txBody>
                    <a:bodyPr/>
                    <a:lstStyle/>
                    <a:p>
                      <a:r>
                        <a:rPr lang="en-US" sz="2000"/>
                        <a:t>ADC</a:t>
                      </a:r>
                    </a:p>
                  </a:txBody>
                  <a:tcPr/>
                </a:tc>
                <a:tc>
                  <a:txBody>
                    <a:bodyPr/>
                    <a:lstStyle/>
                    <a:p>
                      <a:r>
                        <a:rPr lang="en-US" sz="2000"/>
                        <a:t>262</a:t>
                      </a:r>
                    </a:p>
                  </a:txBody>
                  <a:tcPr/>
                </a:tc>
                <a:tc>
                  <a:txBody>
                    <a:bodyPr/>
                    <a:lstStyle/>
                    <a:p>
                      <a:r>
                        <a:rPr lang="en-US" sz="2000"/>
                        <a:t>182</a:t>
                      </a:r>
                    </a:p>
                  </a:txBody>
                  <a:tcPr/>
                </a:tc>
                <a:extLst>
                  <a:ext uri="{0D108BD9-81ED-4DB2-BD59-A6C34878D82A}">
                    <a16:rowId xmlns:a16="http://schemas.microsoft.com/office/drawing/2014/main" val="2865616538"/>
                  </a:ext>
                </a:extLst>
              </a:tr>
              <a:tr h="370840">
                <a:tc>
                  <a:txBody>
                    <a:bodyPr/>
                    <a:lstStyle/>
                    <a:p>
                      <a:r>
                        <a:rPr lang="en-US" sz="2000"/>
                        <a:t>ADD</a:t>
                      </a:r>
                    </a:p>
                  </a:txBody>
                  <a:tcPr/>
                </a:tc>
                <a:tc>
                  <a:txBody>
                    <a:bodyPr/>
                    <a:lstStyle/>
                    <a:p>
                      <a:r>
                        <a:rPr lang="en-US" sz="2000"/>
                        <a:t>368</a:t>
                      </a:r>
                    </a:p>
                  </a:txBody>
                  <a:tcPr/>
                </a:tc>
                <a:tc>
                  <a:txBody>
                    <a:bodyPr/>
                    <a:lstStyle/>
                    <a:p>
                      <a:r>
                        <a:rPr lang="en-US" sz="2000"/>
                        <a:t>203</a:t>
                      </a:r>
                    </a:p>
                  </a:txBody>
                  <a:tcPr/>
                </a:tc>
                <a:extLst>
                  <a:ext uri="{0D108BD9-81ED-4DB2-BD59-A6C34878D82A}">
                    <a16:rowId xmlns:a16="http://schemas.microsoft.com/office/drawing/2014/main" val="777518442"/>
                  </a:ext>
                </a:extLst>
              </a:tr>
              <a:tr h="370840">
                <a:tc>
                  <a:txBody>
                    <a:bodyPr/>
                    <a:lstStyle/>
                    <a:p>
                      <a:r>
                        <a:rPr lang="en-US" sz="2000"/>
                        <a:t>AN</a:t>
                      </a:r>
                    </a:p>
                  </a:txBody>
                  <a:tcPr/>
                </a:tc>
                <a:tc>
                  <a:txBody>
                    <a:bodyPr/>
                    <a:lstStyle/>
                    <a:p>
                      <a:r>
                        <a:rPr lang="en-US" sz="2000"/>
                        <a:t>174</a:t>
                      </a:r>
                    </a:p>
                  </a:txBody>
                  <a:tcPr/>
                </a:tc>
                <a:tc>
                  <a:txBody>
                    <a:bodyPr/>
                    <a:lstStyle/>
                    <a:p>
                      <a:r>
                        <a:rPr lang="en-US" sz="2000"/>
                        <a:t>46</a:t>
                      </a:r>
                    </a:p>
                  </a:txBody>
                  <a:tcPr/>
                </a:tc>
                <a:extLst>
                  <a:ext uri="{0D108BD9-81ED-4DB2-BD59-A6C34878D82A}">
                    <a16:rowId xmlns:a16="http://schemas.microsoft.com/office/drawing/2014/main" val="2344156524"/>
                  </a:ext>
                </a:extLst>
              </a:tr>
              <a:tr h="370840">
                <a:tc>
                  <a:txBody>
                    <a:bodyPr/>
                    <a:lstStyle/>
                    <a:p>
                      <a:r>
                        <a:rPr lang="en-US" sz="2000"/>
                        <a:t>ARDx</a:t>
                      </a:r>
                    </a:p>
                  </a:txBody>
                  <a:tcPr/>
                </a:tc>
                <a:tc>
                  <a:txBody>
                    <a:bodyPr/>
                    <a:lstStyle/>
                    <a:p>
                      <a:r>
                        <a:rPr lang="en-US" sz="2000"/>
                        <a:t>189</a:t>
                      </a:r>
                    </a:p>
                  </a:txBody>
                  <a:tcPr/>
                </a:tc>
                <a:tc>
                  <a:txBody>
                    <a:bodyPr/>
                    <a:lstStyle/>
                    <a:p>
                      <a:r>
                        <a:rPr lang="en-US" sz="2000"/>
                        <a:t>112</a:t>
                      </a:r>
                    </a:p>
                  </a:txBody>
                  <a:tcPr/>
                </a:tc>
                <a:extLst>
                  <a:ext uri="{0D108BD9-81ED-4DB2-BD59-A6C34878D82A}">
                    <a16:rowId xmlns:a16="http://schemas.microsoft.com/office/drawing/2014/main" val="1513786285"/>
                  </a:ext>
                </a:extLst>
              </a:tr>
              <a:tr h="370840">
                <a:tc>
                  <a:txBody>
                    <a:bodyPr/>
                    <a:lstStyle/>
                    <a:p>
                      <a:r>
                        <a:rPr lang="en-US" sz="2000"/>
                        <a:t>AV</a:t>
                      </a:r>
                    </a:p>
                  </a:txBody>
                  <a:tcPr/>
                </a:tc>
                <a:tc>
                  <a:txBody>
                    <a:bodyPr/>
                    <a:lstStyle/>
                    <a:p>
                      <a:r>
                        <a:rPr lang="en-US" sz="2000"/>
                        <a:t>44</a:t>
                      </a:r>
                    </a:p>
                  </a:txBody>
                  <a:tcPr/>
                </a:tc>
                <a:tc>
                  <a:txBody>
                    <a:bodyPr/>
                    <a:lstStyle/>
                    <a:p>
                      <a:r>
                        <a:rPr lang="en-US" sz="2000"/>
                        <a:t>23</a:t>
                      </a:r>
                    </a:p>
                  </a:txBody>
                  <a:tcPr/>
                </a:tc>
                <a:extLst>
                  <a:ext uri="{0D108BD9-81ED-4DB2-BD59-A6C34878D82A}">
                    <a16:rowId xmlns:a16="http://schemas.microsoft.com/office/drawing/2014/main" val="2317710970"/>
                  </a:ext>
                </a:extLst>
              </a:tr>
              <a:tr h="370840">
                <a:tc>
                  <a:txBody>
                    <a:bodyPr/>
                    <a:lstStyle/>
                    <a:p>
                      <a:r>
                        <a:rPr lang="en-US" sz="2000"/>
                        <a:t>EPD</a:t>
                      </a:r>
                    </a:p>
                  </a:txBody>
                  <a:tcPr/>
                </a:tc>
                <a:tc>
                  <a:txBody>
                    <a:bodyPr/>
                    <a:lstStyle/>
                    <a:p>
                      <a:r>
                        <a:rPr lang="en-US" sz="2000"/>
                        <a:t>55</a:t>
                      </a:r>
                    </a:p>
                  </a:txBody>
                  <a:tcPr/>
                </a:tc>
                <a:tc>
                  <a:txBody>
                    <a:bodyPr/>
                    <a:lstStyle/>
                    <a:p>
                      <a:r>
                        <a:rPr lang="en-US" sz="2000"/>
                        <a:t>40</a:t>
                      </a:r>
                    </a:p>
                  </a:txBody>
                  <a:tcPr/>
                </a:tc>
                <a:extLst>
                  <a:ext uri="{0D108BD9-81ED-4DB2-BD59-A6C34878D82A}">
                    <a16:rowId xmlns:a16="http://schemas.microsoft.com/office/drawing/2014/main" val="3546672024"/>
                  </a:ext>
                </a:extLst>
              </a:tr>
              <a:tr h="370840">
                <a:tc>
                  <a:txBody>
                    <a:bodyPr/>
                    <a:lstStyle/>
                    <a:p>
                      <a:r>
                        <a:rPr lang="en-US" sz="2000"/>
                        <a:t>Lingo</a:t>
                      </a:r>
                    </a:p>
                  </a:txBody>
                  <a:tcPr/>
                </a:tc>
                <a:tc>
                  <a:txBody>
                    <a:bodyPr/>
                    <a:lstStyle/>
                    <a:p>
                      <a:r>
                        <a:rPr lang="en-US" sz="2000"/>
                        <a:t>158</a:t>
                      </a:r>
                    </a:p>
                  </a:txBody>
                  <a:tcPr/>
                </a:tc>
                <a:tc>
                  <a:txBody>
                    <a:bodyPr/>
                    <a:lstStyle/>
                    <a:p>
                      <a:r>
                        <a:rPr lang="en-US" sz="2000"/>
                        <a:t>49</a:t>
                      </a:r>
                    </a:p>
                  </a:txBody>
                  <a:tcPr/>
                </a:tc>
                <a:extLst>
                  <a:ext uri="{0D108BD9-81ED-4DB2-BD59-A6C34878D82A}">
                    <a16:rowId xmlns:a16="http://schemas.microsoft.com/office/drawing/2014/main" val="639699691"/>
                  </a:ext>
                </a:extLst>
              </a:tr>
              <a:tr h="370840">
                <a:tc>
                  <a:txBody>
                    <a:bodyPr/>
                    <a:lstStyle/>
                    <a:p>
                      <a:r>
                        <a:rPr lang="en-US" sz="2000"/>
                        <a:t>MD</a:t>
                      </a:r>
                    </a:p>
                  </a:txBody>
                  <a:tcPr/>
                </a:tc>
                <a:tc>
                  <a:txBody>
                    <a:bodyPr/>
                    <a:lstStyle/>
                    <a:p>
                      <a:r>
                        <a:rPr lang="en-US" sz="2000"/>
                        <a:t>350</a:t>
                      </a:r>
                    </a:p>
                  </a:txBody>
                  <a:tcPr/>
                </a:tc>
                <a:tc>
                  <a:txBody>
                    <a:bodyPr/>
                    <a:lstStyle/>
                    <a:p>
                      <a:r>
                        <a:rPr lang="en-US" sz="2000"/>
                        <a:t>320</a:t>
                      </a:r>
                    </a:p>
                  </a:txBody>
                  <a:tcPr/>
                </a:tc>
                <a:extLst>
                  <a:ext uri="{0D108BD9-81ED-4DB2-BD59-A6C34878D82A}">
                    <a16:rowId xmlns:a16="http://schemas.microsoft.com/office/drawing/2014/main" val="3124256685"/>
                  </a:ext>
                </a:extLst>
              </a:tr>
              <a:tr h="370840">
                <a:tc>
                  <a:txBody>
                    <a:bodyPr/>
                    <a:lstStyle/>
                    <a:p>
                      <a:r>
                        <a:rPr lang="en-US" sz="2000"/>
                        <a:t>BTS</a:t>
                      </a:r>
                    </a:p>
                  </a:txBody>
                  <a:tcPr/>
                </a:tc>
                <a:tc>
                  <a:txBody>
                    <a:bodyPr/>
                    <a:lstStyle/>
                    <a:p>
                      <a:r>
                        <a:rPr lang="en-US" sz="2000"/>
                        <a:t>600</a:t>
                      </a:r>
                    </a:p>
                  </a:txBody>
                  <a:tcPr/>
                </a:tc>
                <a:tc>
                  <a:txBody>
                    <a:bodyPr/>
                    <a:lstStyle/>
                    <a:p>
                      <a:r>
                        <a:rPr lang="en-US" sz="2000"/>
                        <a:t>300</a:t>
                      </a:r>
                    </a:p>
                  </a:txBody>
                  <a:tcPr/>
                </a:tc>
                <a:extLst>
                  <a:ext uri="{0D108BD9-81ED-4DB2-BD59-A6C34878D82A}">
                    <a16:rowId xmlns:a16="http://schemas.microsoft.com/office/drawing/2014/main" val="2202730627"/>
                  </a:ext>
                </a:extLst>
              </a:tr>
              <a:tr h="370840">
                <a:tc>
                  <a:txBody>
                    <a:bodyPr/>
                    <a:lstStyle/>
                    <a:p>
                      <a:r>
                        <a:rPr lang="en-US" sz="2000" b="1"/>
                        <a:t>Total</a:t>
                      </a:r>
                    </a:p>
                  </a:txBody>
                  <a:tcPr/>
                </a:tc>
                <a:tc>
                  <a:txBody>
                    <a:bodyPr/>
                    <a:lstStyle/>
                    <a:p>
                      <a:r>
                        <a:rPr lang="en-US" sz="2000" b="1"/>
                        <a:t>2200</a:t>
                      </a:r>
                    </a:p>
                  </a:txBody>
                  <a:tcPr/>
                </a:tc>
                <a:tc>
                  <a:txBody>
                    <a:bodyPr/>
                    <a:lstStyle/>
                    <a:p>
                      <a:r>
                        <a:rPr lang="en-US" sz="2000" b="1"/>
                        <a:t>1275</a:t>
                      </a:r>
                    </a:p>
                  </a:txBody>
                  <a:tcPr/>
                </a:tc>
                <a:extLst>
                  <a:ext uri="{0D108BD9-81ED-4DB2-BD59-A6C34878D82A}">
                    <a16:rowId xmlns:a16="http://schemas.microsoft.com/office/drawing/2014/main" val="3558587566"/>
                  </a:ext>
                </a:extLst>
              </a:tr>
            </a:tbl>
          </a:graphicData>
        </a:graphic>
      </p:graphicFrame>
      <p:sp>
        <p:nvSpPr>
          <p:cNvPr id="9" name="Text Placeholder 2">
            <a:extLst>
              <a:ext uri="{FF2B5EF4-FFF2-40B4-BE49-F238E27FC236}">
                <a16:creationId xmlns:a16="http://schemas.microsoft.com/office/drawing/2014/main" id="{749430B1-1786-DDA2-5A3D-853354A1081E}"/>
              </a:ext>
            </a:extLst>
          </p:cNvPr>
          <p:cNvSpPr txBox="1">
            <a:spLocks/>
          </p:cNvSpPr>
          <p:nvPr/>
        </p:nvSpPr>
        <p:spPr>
          <a:xfrm>
            <a:off x="5484450" y="1280161"/>
            <a:ext cx="4350690" cy="348813"/>
          </a:xfrm>
          <a:prstGeom prst="rect">
            <a:avLst/>
          </a:prstGeom>
        </p:spPr>
        <p:txBody>
          <a:bodyPr vert="horz" lIns="0" tIns="0" rIns="91440" bIns="45720" rtlCol="0">
            <a:noAutofit/>
          </a:bodyPr>
          <a:lstStyle>
            <a:lvl1pPr marL="0" indent="0" algn="l" defTabSz="1219170" rtl="0" eaLnBrk="1" latinLnBrk="0" hangingPunct="1">
              <a:lnSpc>
                <a:spcPct val="100000"/>
              </a:lnSpc>
              <a:spcBef>
                <a:spcPts val="800"/>
              </a:spcBef>
              <a:buFont typeface="Arial" panose="020B0604020202020204" pitchFamily="34" charset="0"/>
              <a:buNone/>
              <a:defRPr sz="2400" b="1" kern="1200" cap="all" baseline="0">
                <a:solidFill>
                  <a:schemeClr val="accent3"/>
                </a:solidFill>
                <a:latin typeface="+mn-lt"/>
                <a:ea typeface="+mn-ea"/>
                <a:cs typeface="Calibri" panose="020F0502020204030204" pitchFamily="34" charset="0"/>
              </a:defRPr>
            </a:lvl1pPr>
            <a:lvl2pPr marL="226478" indent="-226478" algn="l" defTabSz="1219170" rtl="0" eaLnBrk="1" latinLnBrk="0" hangingPunct="1">
              <a:lnSpc>
                <a:spcPct val="100000"/>
              </a:lnSpc>
              <a:spcBef>
                <a:spcPts val="800"/>
              </a:spcBef>
              <a:buFont typeface="Arial" panose="020B0604020202020204" pitchFamily="34" charset="0"/>
              <a:buChar char="•"/>
              <a:defRPr sz="1867" b="0" kern="1200">
                <a:solidFill>
                  <a:schemeClr val="tx1"/>
                </a:solidFill>
                <a:latin typeface="+mj-lt"/>
                <a:ea typeface="+mn-ea"/>
                <a:cs typeface="+mn-cs"/>
              </a:defRPr>
            </a:lvl2pPr>
            <a:lvl3pPr marL="533387" indent="-228594" algn="l" defTabSz="1219170" rtl="0" eaLnBrk="1" latinLnBrk="0" hangingPunct="1">
              <a:lnSpc>
                <a:spcPct val="100000"/>
              </a:lnSpc>
              <a:spcBef>
                <a:spcPts val="800"/>
              </a:spcBef>
              <a:buFont typeface="Arial" panose="020B0604020202020204" pitchFamily="34" charset="0"/>
              <a:buChar char="–"/>
              <a:defRPr sz="1600" b="0" kern="1200">
                <a:solidFill>
                  <a:schemeClr val="tx1"/>
                </a:solidFill>
                <a:latin typeface="+mj-lt"/>
                <a:ea typeface="+mn-ea"/>
                <a:cs typeface="+mn-cs"/>
              </a:defRPr>
            </a:lvl3pPr>
            <a:lvl4pPr marL="768331" indent="-226478" algn="l" defTabSz="1219170" rtl="0" eaLnBrk="1" latinLnBrk="0" hangingPunct="1">
              <a:lnSpc>
                <a:spcPct val="100000"/>
              </a:lnSpc>
              <a:spcBef>
                <a:spcPts val="800"/>
              </a:spcBef>
              <a:buFont typeface="Arial" panose="020B0604020202020204" pitchFamily="34" charset="0"/>
              <a:buChar char="•"/>
              <a:defRPr sz="1467" b="0" kern="1200">
                <a:solidFill>
                  <a:schemeClr val="tx1"/>
                </a:solidFill>
                <a:latin typeface="+mj-lt"/>
                <a:ea typeface="+mn-ea"/>
                <a:cs typeface="+mn-cs"/>
              </a:defRPr>
            </a:lvl4pPr>
            <a:lvl5pPr marL="992693" indent="-228594" algn="l" defTabSz="1219170" rtl="0" eaLnBrk="1" latinLnBrk="0" hangingPunct="1">
              <a:lnSpc>
                <a:spcPct val="100000"/>
              </a:lnSpc>
              <a:spcBef>
                <a:spcPts val="800"/>
              </a:spcBef>
              <a:buFont typeface="Arial" panose="020B0604020202020204" pitchFamily="34" charset="0"/>
              <a:buChar char="»"/>
              <a:defRPr sz="1467" b="0" kern="1200">
                <a:solidFill>
                  <a:schemeClr val="tx1"/>
                </a:solidFill>
                <a:latin typeface="+mj-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en-US"/>
              <a:t>Abbott Enterprise Atlassian</a:t>
            </a:r>
          </a:p>
        </p:txBody>
      </p:sp>
      <p:graphicFrame>
        <p:nvGraphicFramePr>
          <p:cNvPr id="10" name="Table 9">
            <a:extLst>
              <a:ext uri="{FF2B5EF4-FFF2-40B4-BE49-F238E27FC236}">
                <a16:creationId xmlns:a16="http://schemas.microsoft.com/office/drawing/2014/main" id="{C494C176-E468-68DE-255E-31A7AB975344}"/>
              </a:ext>
            </a:extLst>
          </p:cNvPr>
          <p:cNvGraphicFramePr>
            <a:graphicFrameLocks noGrp="1"/>
          </p:cNvGraphicFramePr>
          <p:nvPr>
            <p:extLst>
              <p:ext uri="{D42A27DB-BD31-4B8C-83A1-F6EECF244321}">
                <p14:modId xmlns:p14="http://schemas.microsoft.com/office/powerpoint/2010/main" val="2173533762"/>
              </p:ext>
            </p:extLst>
          </p:nvPr>
        </p:nvGraphicFramePr>
        <p:xfrm>
          <a:off x="5610454" y="1855907"/>
          <a:ext cx="4098681" cy="4663440"/>
        </p:xfrm>
        <a:graphic>
          <a:graphicData uri="http://schemas.openxmlformats.org/drawingml/2006/table">
            <a:tbl>
              <a:tblPr firstRow="1" bandRow="1">
                <a:tableStyleId>{5C22544A-7EE6-4342-B048-85BDC9FD1C3A}</a:tableStyleId>
              </a:tblPr>
              <a:tblGrid>
                <a:gridCol w="1839157">
                  <a:extLst>
                    <a:ext uri="{9D8B030D-6E8A-4147-A177-3AD203B41FA5}">
                      <a16:colId xmlns:a16="http://schemas.microsoft.com/office/drawing/2014/main" val="2195413660"/>
                    </a:ext>
                  </a:extLst>
                </a:gridCol>
                <a:gridCol w="2259524">
                  <a:extLst>
                    <a:ext uri="{9D8B030D-6E8A-4147-A177-3AD203B41FA5}">
                      <a16:colId xmlns:a16="http://schemas.microsoft.com/office/drawing/2014/main" val="308701085"/>
                    </a:ext>
                  </a:extLst>
                </a:gridCol>
              </a:tblGrid>
              <a:tr h="682959">
                <a:tc>
                  <a:txBody>
                    <a:bodyPr/>
                    <a:lstStyle/>
                    <a:p>
                      <a:r>
                        <a:rPr lang="en-US" sz="2000"/>
                        <a:t>Division</a:t>
                      </a:r>
                    </a:p>
                  </a:txBody>
                  <a:tcPr/>
                </a:tc>
                <a:tc>
                  <a:txBody>
                    <a:bodyPr/>
                    <a:lstStyle/>
                    <a:p>
                      <a:r>
                        <a:rPr lang="en-US" sz="2000"/>
                        <a:t>Jira/Confluence Users</a:t>
                      </a:r>
                    </a:p>
                  </a:txBody>
                  <a:tcPr/>
                </a:tc>
                <a:extLst>
                  <a:ext uri="{0D108BD9-81ED-4DB2-BD59-A6C34878D82A}">
                    <a16:rowId xmlns:a16="http://schemas.microsoft.com/office/drawing/2014/main" val="237314090"/>
                  </a:ext>
                </a:extLst>
              </a:tr>
              <a:tr h="370840">
                <a:tc>
                  <a:txBody>
                    <a:bodyPr/>
                    <a:lstStyle/>
                    <a:p>
                      <a:r>
                        <a:rPr lang="en-US" sz="2000"/>
                        <a:t>ADC</a:t>
                      </a:r>
                    </a:p>
                  </a:txBody>
                  <a:tcPr/>
                </a:tc>
                <a:tc>
                  <a:txBody>
                    <a:bodyPr/>
                    <a:lstStyle/>
                    <a:p>
                      <a:r>
                        <a:rPr lang="en-US" sz="2000"/>
                        <a:t>100</a:t>
                      </a:r>
                    </a:p>
                  </a:txBody>
                  <a:tcPr/>
                </a:tc>
                <a:extLst>
                  <a:ext uri="{0D108BD9-81ED-4DB2-BD59-A6C34878D82A}">
                    <a16:rowId xmlns:a16="http://schemas.microsoft.com/office/drawing/2014/main" val="2865616538"/>
                  </a:ext>
                </a:extLst>
              </a:tr>
              <a:tr h="370840">
                <a:tc>
                  <a:txBody>
                    <a:bodyPr/>
                    <a:lstStyle/>
                    <a:p>
                      <a:r>
                        <a:rPr lang="en-US" sz="2000"/>
                        <a:t>ADD</a:t>
                      </a:r>
                    </a:p>
                  </a:txBody>
                  <a:tcPr/>
                </a:tc>
                <a:tc>
                  <a:txBody>
                    <a:bodyPr/>
                    <a:lstStyle/>
                    <a:p>
                      <a:r>
                        <a:rPr lang="en-US" sz="2000"/>
                        <a:t>250</a:t>
                      </a:r>
                    </a:p>
                  </a:txBody>
                  <a:tcPr/>
                </a:tc>
                <a:extLst>
                  <a:ext uri="{0D108BD9-81ED-4DB2-BD59-A6C34878D82A}">
                    <a16:rowId xmlns:a16="http://schemas.microsoft.com/office/drawing/2014/main" val="777518442"/>
                  </a:ext>
                </a:extLst>
              </a:tr>
              <a:tr h="370840">
                <a:tc>
                  <a:txBody>
                    <a:bodyPr/>
                    <a:lstStyle/>
                    <a:p>
                      <a:r>
                        <a:rPr lang="en-US" sz="2000"/>
                        <a:t>AN</a:t>
                      </a:r>
                    </a:p>
                  </a:txBody>
                  <a:tcPr/>
                </a:tc>
                <a:tc>
                  <a:txBody>
                    <a:bodyPr/>
                    <a:lstStyle/>
                    <a:p>
                      <a:r>
                        <a:rPr lang="en-US" sz="2000"/>
                        <a:t>38</a:t>
                      </a:r>
                    </a:p>
                  </a:txBody>
                  <a:tcPr/>
                </a:tc>
                <a:extLst>
                  <a:ext uri="{0D108BD9-81ED-4DB2-BD59-A6C34878D82A}">
                    <a16:rowId xmlns:a16="http://schemas.microsoft.com/office/drawing/2014/main" val="2344156524"/>
                  </a:ext>
                </a:extLst>
              </a:tr>
              <a:tr h="370840">
                <a:tc>
                  <a:txBody>
                    <a:bodyPr/>
                    <a:lstStyle/>
                    <a:p>
                      <a:r>
                        <a:rPr lang="en-US" sz="2000"/>
                        <a:t>ARDx</a:t>
                      </a:r>
                    </a:p>
                  </a:txBody>
                  <a:tcPr/>
                </a:tc>
                <a:tc>
                  <a:txBody>
                    <a:bodyPr/>
                    <a:lstStyle/>
                    <a:p>
                      <a:r>
                        <a:rPr lang="en-US" sz="2000"/>
                        <a:t>50</a:t>
                      </a:r>
                    </a:p>
                  </a:txBody>
                  <a:tcPr/>
                </a:tc>
                <a:extLst>
                  <a:ext uri="{0D108BD9-81ED-4DB2-BD59-A6C34878D82A}">
                    <a16:rowId xmlns:a16="http://schemas.microsoft.com/office/drawing/2014/main" val="1513786285"/>
                  </a:ext>
                </a:extLst>
              </a:tr>
              <a:tr h="370840">
                <a:tc>
                  <a:txBody>
                    <a:bodyPr/>
                    <a:lstStyle/>
                    <a:p>
                      <a:r>
                        <a:rPr lang="en-US" sz="2000"/>
                        <a:t>AV</a:t>
                      </a:r>
                    </a:p>
                  </a:txBody>
                  <a:tcPr/>
                </a:tc>
                <a:tc>
                  <a:txBody>
                    <a:bodyPr/>
                    <a:lstStyle/>
                    <a:p>
                      <a:r>
                        <a:rPr lang="en-US" sz="2000"/>
                        <a:t>20</a:t>
                      </a:r>
                    </a:p>
                  </a:txBody>
                  <a:tcPr/>
                </a:tc>
                <a:extLst>
                  <a:ext uri="{0D108BD9-81ED-4DB2-BD59-A6C34878D82A}">
                    <a16:rowId xmlns:a16="http://schemas.microsoft.com/office/drawing/2014/main" val="2317710970"/>
                  </a:ext>
                </a:extLst>
              </a:tr>
              <a:tr h="370840">
                <a:tc>
                  <a:txBody>
                    <a:bodyPr/>
                    <a:lstStyle/>
                    <a:p>
                      <a:r>
                        <a:rPr lang="en-US" sz="2000"/>
                        <a:t>EPD</a:t>
                      </a:r>
                    </a:p>
                  </a:txBody>
                  <a:tcPr/>
                </a:tc>
                <a:tc>
                  <a:txBody>
                    <a:bodyPr/>
                    <a:lstStyle/>
                    <a:p>
                      <a:r>
                        <a:rPr lang="en-US" sz="2000"/>
                        <a:t>30</a:t>
                      </a:r>
                    </a:p>
                  </a:txBody>
                  <a:tcPr/>
                </a:tc>
                <a:extLst>
                  <a:ext uri="{0D108BD9-81ED-4DB2-BD59-A6C34878D82A}">
                    <a16:rowId xmlns:a16="http://schemas.microsoft.com/office/drawing/2014/main" val="3546672024"/>
                  </a:ext>
                </a:extLst>
              </a:tr>
              <a:tr h="370840">
                <a:tc>
                  <a:txBody>
                    <a:bodyPr/>
                    <a:lstStyle/>
                    <a:p>
                      <a:r>
                        <a:rPr lang="en-US" sz="2000"/>
                        <a:t>Lingo</a:t>
                      </a:r>
                    </a:p>
                  </a:txBody>
                  <a:tcPr/>
                </a:tc>
                <a:tc>
                  <a:txBody>
                    <a:bodyPr/>
                    <a:lstStyle/>
                    <a:p>
                      <a:r>
                        <a:rPr lang="en-US" sz="2000"/>
                        <a:t>170</a:t>
                      </a:r>
                    </a:p>
                  </a:txBody>
                  <a:tcPr/>
                </a:tc>
                <a:extLst>
                  <a:ext uri="{0D108BD9-81ED-4DB2-BD59-A6C34878D82A}">
                    <a16:rowId xmlns:a16="http://schemas.microsoft.com/office/drawing/2014/main" val="639699691"/>
                  </a:ext>
                </a:extLst>
              </a:tr>
              <a:tr h="370840">
                <a:tc>
                  <a:txBody>
                    <a:bodyPr/>
                    <a:lstStyle/>
                    <a:p>
                      <a:r>
                        <a:rPr lang="en-US" sz="2000"/>
                        <a:t>MD</a:t>
                      </a:r>
                    </a:p>
                  </a:txBody>
                  <a:tcPr/>
                </a:tc>
                <a:tc>
                  <a:txBody>
                    <a:bodyPr/>
                    <a:lstStyle/>
                    <a:p>
                      <a:r>
                        <a:rPr lang="en-US" sz="2000"/>
                        <a:t>600</a:t>
                      </a:r>
                    </a:p>
                  </a:txBody>
                  <a:tcPr/>
                </a:tc>
                <a:extLst>
                  <a:ext uri="{0D108BD9-81ED-4DB2-BD59-A6C34878D82A}">
                    <a16:rowId xmlns:a16="http://schemas.microsoft.com/office/drawing/2014/main" val="2243986554"/>
                  </a:ext>
                </a:extLst>
              </a:tr>
              <a:tr h="370840">
                <a:tc>
                  <a:txBody>
                    <a:bodyPr/>
                    <a:lstStyle/>
                    <a:p>
                      <a:r>
                        <a:rPr lang="en-US" sz="2000"/>
                        <a:t>BTS</a:t>
                      </a:r>
                    </a:p>
                  </a:txBody>
                  <a:tcPr/>
                </a:tc>
                <a:tc>
                  <a:txBody>
                    <a:bodyPr/>
                    <a:lstStyle/>
                    <a:p>
                      <a:r>
                        <a:rPr lang="en-US" sz="2000"/>
                        <a:t>2100</a:t>
                      </a:r>
                    </a:p>
                  </a:txBody>
                  <a:tcPr/>
                </a:tc>
                <a:extLst>
                  <a:ext uri="{0D108BD9-81ED-4DB2-BD59-A6C34878D82A}">
                    <a16:rowId xmlns:a16="http://schemas.microsoft.com/office/drawing/2014/main" val="685506903"/>
                  </a:ext>
                </a:extLst>
              </a:tr>
              <a:tr h="370840">
                <a:tc>
                  <a:txBody>
                    <a:bodyPr/>
                    <a:lstStyle/>
                    <a:p>
                      <a:r>
                        <a:rPr lang="en-US" sz="2000" b="1"/>
                        <a:t>Total</a:t>
                      </a:r>
                    </a:p>
                  </a:txBody>
                  <a:tcPr/>
                </a:tc>
                <a:tc>
                  <a:txBody>
                    <a:bodyPr/>
                    <a:lstStyle/>
                    <a:p>
                      <a:r>
                        <a:rPr lang="en-US" sz="2000" b="1"/>
                        <a:t>3358*</a:t>
                      </a:r>
                    </a:p>
                  </a:txBody>
                  <a:tcPr/>
                </a:tc>
                <a:extLst>
                  <a:ext uri="{0D108BD9-81ED-4DB2-BD59-A6C34878D82A}">
                    <a16:rowId xmlns:a16="http://schemas.microsoft.com/office/drawing/2014/main" val="1964634715"/>
                  </a:ext>
                </a:extLst>
              </a:tr>
            </a:tbl>
          </a:graphicData>
        </a:graphic>
      </p:graphicFrame>
      <p:sp>
        <p:nvSpPr>
          <p:cNvPr id="11" name="TextBox 10">
            <a:extLst>
              <a:ext uri="{FF2B5EF4-FFF2-40B4-BE49-F238E27FC236}">
                <a16:creationId xmlns:a16="http://schemas.microsoft.com/office/drawing/2014/main" id="{164BAF09-09D5-1FED-C7EE-AA8DC9E05BBC}"/>
              </a:ext>
            </a:extLst>
          </p:cNvPr>
          <p:cNvSpPr txBox="1"/>
          <p:nvPr/>
        </p:nvSpPr>
        <p:spPr>
          <a:xfrm>
            <a:off x="9976723" y="1952192"/>
            <a:ext cx="1825375" cy="4185761"/>
          </a:xfrm>
          <a:prstGeom prst="rect">
            <a:avLst/>
          </a:prstGeom>
          <a:noFill/>
        </p:spPr>
        <p:txBody>
          <a:bodyPr wrap="square" rtlCol="0">
            <a:spAutoFit/>
          </a:bodyPr>
          <a:lstStyle/>
          <a:p>
            <a:pPr algn="l"/>
            <a:r>
              <a:rPr lang="en-US" sz="1400">
                <a:latin typeface="+mj-lt"/>
              </a:rPr>
              <a:t>This is the usage of the BTS managed enterprise instances of GitHub and Atlassian.</a:t>
            </a:r>
            <a:br>
              <a:rPr lang="en-US" sz="1400">
                <a:latin typeface="+mj-lt"/>
              </a:rPr>
            </a:br>
            <a:br>
              <a:rPr lang="en-US" sz="1400">
                <a:latin typeface="+mj-lt"/>
              </a:rPr>
            </a:br>
            <a:r>
              <a:rPr lang="en-US" sz="1400" baseline="30000">
                <a:latin typeface="+mj-lt"/>
              </a:rPr>
              <a:t>*</a:t>
            </a:r>
            <a:r>
              <a:rPr lang="en-US" sz="1400">
                <a:latin typeface="+mj-lt"/>
              </a:rPr>
              <a:t>There are other~75 other Atlassian instances at Abbott.  E.g., ADC operates their own self managed instance for ~2,000 users, ungoverned or managed by BTS</a:t>
            </a:r>
            <a:br>
              <a:rPr lang="en-US" sz="1400">
                <a:latin typeface="+mj-lt"/>
              </a:rPr>
            </a:br>
            <a:br>
              <a:rPr lang="en-US" sz="1400">
                <a:latin typeface="+mj-lt"/>
              </a:rPr>
            </a:br>
            <a:r>
              <a:rPr lang="en-US" sz="1400">
                <a:latin typeface="+mj-lt"/>
              </a:rPr>
              <a:t>This is the only GitHub instance at Abbott</a:t>
            </a:r>
          </a:p>
        </p:txBody>
      </p:sp>
    </p:spTree>
    <p:extLst>
      <p:ext uri="{BB962C8B-B14F-4D97-AF65-F5344CB8AC3E}">
        <p14:creationId xmlns:p14="http://schemas.microsoft.com/office/powerpoint/2010/main" val="9822253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90B43C-46F5-6C86-73D1-FE89FA991258}"/>
            </a:ext>
          </a:extLst>
        </p:cNvPr>
        <p:cNvGrpSpPr/>
        <p:nvPr/>
      </p:nvGrpSpPr>
      <p:grpSpPr>
        <a:xfrm>
          <a:off x="0" y="0"/>
          <a:ext cx="0" cy="0"/>
          <a:chOff x="0" y="0"/>
          <a:chExt cx="0" cy="0"/>
        </a:xfrm>
      </p:grpSpPr>
      <p:sp>
        <p:nvSpPr>
          <p:cNvPr id="7" name="Text Placeholder 6">
            <a:extLst>
              <a:ext uri="{FF2B5EF4-FFF2-40B4-BE49-F238E27FC236}">
                <a16:creationId xmlns:a16="http://schemas.microsoft.com/office/drawing/2014/main" id="{8A24C8C5-FC4A-58CB-EA24-23692EAC1877}"/>
              </a:ext>
            </a:extLst>
          </p:cNvPr>
          <p:cNvSpPr>
            <a:spLocks noGrp="1"/>
          </p:cNvSpPr>
          <p:nvPr>
            <p:ph type="body" sz="quarter" idx="10"/>
          </p:nvPr>
        </p:nvSpPr>
        <p:spPr>
          <a:xfrm>
            <a:off x="670562" y="355600"/>
            <a:ext cx="6989233" cy="348813"/>
          </a:xfrm>
        </p:spPr>
        <p:txBody>
          <a:bodyPr>
            <a:normAutofit/>
          </a:bodyPr>
          <a:lstStyle/>
          <a:p>
            <a:r>
              <a:rPr lang="en-US"/>
              <a:t>Developer Experience and tooling</a:t>
            </a:r>
          </a:p>
        </p:txBody>
      </p:sp>
      <p:sp>
        <p:nvSpPr>
          <p:cNvPr id="29" name="Text Placeholder 2">
            <a:extLst>
              <a:ext uri="{FF2B5EF4-FFF2-40B4-BE49-F238E27FC236}">
                <a16:creationId xmlns:a16="http://schemas.microsoft.com/office/drawing/2014/main" id="{466E4692-BFDB-29E0-9F7B-4638254BFEF9}"/>
              </a:ext>
            </a:extLst>
          </p:cNvPr>
          <p:cNvSpPr>
            <a:spLocks noGrp="1"/>
          </p:cNvSpPr>
          <p:nvPr>
            <p:ph type="body" sz="quarter" idx="20"/>
          </p:nvPr>
        </p:nvSpPr>
        <p:spPr>
          <a:xfrm>
            <a:off x="663615" y="1463943"/>
            <a:ext cx="10850880" cy="365760"/>
          </a:xfrm>
        </p:spPr>
        <p:txBody>
          <a:bodyPr>
            <a:normAutofit lnSpcReduction="10000"/>
          </a:bodyPr>
          <a:lstStyle/>
          <a:p>
            <a:pPr>
              <a:lnSpc>
                <a:spcPct val="90000"/>
              </a:lnSpc>
            </a:pPr>
            <a:r>
              <a:rPr lang="en-US"/>
              <a:t>2026 Tools Roadmap (AI-Native Expansion)</a:t>
            </a:r>
          </a:p>
        </p:txBody>
      </p:sp>
      <p:sp>
        <p:nvSpPr>
          <p:cNvPr id="23" name="Date Placeholder 6">
            <a:extLst>
              <a:ext uri="{FF2B5EF4-FFF2-40B4-BE49-F238E27FC236}">
                <a16:creationId xmlns:a16="http://schemas.microsoft.com/office/drawing/2014/main" id="{720269B8-F2F7-C6B8-AAA1-54821C14AF31}"/>
              </a:ext>
            </a:extLst>
          </p:cNvPr>
          <p:cNvSpPr>
            <a:spLocks noGrp="1"/>
          </p:cNvSpPr>
          <p:nvPr>
            <p:ph type="dt" sz="half" idx="23"/>
          </p:nvPr>
        </p:nvSpPr>
        <p:spPr>
          <a:xfrm>
            <a:off x="10042016" y="6356351"/>
            <a:ext cx="1050505" cy="366183"/>
          </a:xfrm>
        </p:spPr>
        <p:txBody>
          <a:bodyPr anchor="ctr">
            <a:normAutofit/>
          </a:bodyPr>
          <a:lstStyle/>
          <a:p>
            <a:pPr>
              <a:spcAft>
                <a:spcPts val="600"/>
              </a:spcAft>
            </a:pPr>
            <a:fld id="{D33294C6-A4B9-431B-AA54-6E1412774E9B}" type="datetime5">
              <a:rPr lang="en-US" smtClean="0"/>
              <a:pPr>
                <a:spcAft>
                  <a:spcPts val="600"/>
                </a:spcAft>
              </a:pPr>
              <a:t>7-May-26</a:t>
            </a:fld>
            <a:endParaRPr lang="en-IN"/>
          </a:p>
        </p:txBody>
      </p:sp>
      <p:sp>
        <p:nvSpPr>
          <p:cNvPr id="27" name="Slide Number Placeholder 8">
            <a:extLst>
              <a:ext uri="{FF2B5EF4-FFF2-40B4-BE49-F238E27FC236}">
                <a16:creationId xmlns:a16="http://schemas.microsoft.com/office/drawing/2014/main" id="{95DBD757-CF18-4B1E-8B58-D0C756F9E294}"/>
              </a:ext>
            </a:extLst>
          </p:cNvPr>
          <p:cNvSpPr>
            <a:spLocks noGrp="1"/>
          </p:cNvSpPr>
          <p:nvPr>
            <p:ph type="sldNum" sz="quarter" idx="25"/>
          </p:nvPr>
        </p:nvSpPr>
        <p:spPr>
          <a:xfrm>
            <a:off x="10889411" y="6356351"/>
            <a:ext cx="757469" cy="366183"/>
          </a:xfrm>
        </p:spPr>
        <p:txBody>
          <a:bodyPr anchor="ctr">
            <a:normAutofit/>
          </a:bodyPr>
          <a:lstStyle/>
          <a:p>
            <a:pPr>
              <a:spcAft>
                <a:spcPts val="600"/>
              </a:spcAft>
              <a:defRPr/>
            </a:pPr>
            <a:r>
              <a:rPr lang="en-IN"/>
              <a:t>|    </a:t>
            </a:r>
            <a:fld id="{7B2119CD-3B2D-4CEB-B404-D2E3F8CD6D69}" type="slidenum">
              <a:rPr lang="en-IN" smtClean="0"/>
              <a:pPr>
                <a:spcAft>
                  <a:spcPts val="600"/>
                </a:spcAft>
                <a:defRPr/>
              </a:pPr>
              <a:t>6</a:t>
            </a:fld>
            <a:endParaRPr lang="en-IN"/>
          </a:p>
        </p:txBody>
      </p:sp>
      <p:sp>
        <p:nvSpPr>
          <p:cNvPr id="5" name="Title 4">
            <a:extLst>
              <a:ext uri="{FF2B5EF4-FFF2-40B4-BE49-F238E27FC236}">
                <a16:creationId xmlns:a16="http://schemas.microsoft.com/office/drawing/2014/main" id="{9272D056-A7CC-6E55-F583-4E867AC454DB}"/>
              </a:ext>
            </a:extLst>
          </p:cNvPr>
          <p:cNvSpPr>
            <a:spLocks noGrp="1"/>
          </p:cNvSpPr>
          <p:nvPr>
            <p:ph type="title"/>
          </p:nvPr>
        </p:nvSpPr>
        <p:spPr>
          <a:xfrm>
            <a:off x="670560" y="759459"/>
            <a:ext cx="10850880" cy="520701"/>
          </a:xfrm>
        </p:spPr>
        <p:txBody>
          <a:bodyPr anchor="t">
            <a:normAutofit/>
          </a:bodyPr>
          <a:lstStyle/>
          <a:p>
            <a:r>
              <a:rPr lang="en-US" sz="3200"/>
              <a:t>AI Software Delivery</a:t>
            </a:r>
            <a:endParaRPr lang="en-IN" sz="3200"/>
          </a:p>
        </p:txBody>
      </p:sp>
      <p:graphicFrame>
        <p:nvGraphicFramePr>
          <p:cNvPr id="2" name="Table 1">
            <a:extLst>
              <a:ext uri="{FF2B5EF4-FFF2-40B4-BE49-F238E27FC236}">
                <a16:creationId xmlns:a16="http://schemas.microsoft.com/office/drawing/2014/main" id="{F6B96B58-87D8-EC98-4876-10C92B1B3AE8}"/>
              </a:ext>
            </a:extLst>
          </p:cNvPr>
          <p:cNvGraphicFramePr>
            <a:graphicFrameLocks noGrp="1"/>
          </p:cNvGraphicFramePr>
          <p:nvPr>
            <p:extLst>
              <p:ext uri="{D42A27DB-BD31-4B8C-83A1-F6EECF244321}">
                <p14:modId xmlns:p14="http://schemas.microsoft.com/office/powerpoint/2010/main" val="2730238392"/>
              </p:ext>
            </p:extLst>
          </p:nvPr>
        </p:nvGraphicFramePr>
        <p:xfrm>
          <a:off x="653454" y="1829703"/>
          <a:ext cx="10861041" cy="4402554"/>
        </p:xfrm>
        <a:graphic>
          <a:graphicData uri="http://schemas.openxmlformats.org/drawingml/2006/table">
            <a:tbl>
              <a:tblPr>
                <a:tableStyleId>{8799B23B-EC83-4686-B30A-512413B5E67A}</a:tableStyleId>
              </a:tblPr>
              <a:tblGrid>
                <a:gridCol w="2127930">
                  <a:extLst>
                    <a:ext uri="{9D8B030D-6E8A-4147-A177-3AD203B41FA5}">
                      <a16:colId xmlns:a16="http://schemas.microsoft.com/office/drawing/2014/main" val="676977792"/>
                    </a:ext>
                  </a:extLst>
                </a:gridCol>
                <a:gridCol w="2289194">
                  <a:extLst>
                    <a:ext uri="{9D8B030D-6E8A-4147-A177-3AD203B41FA5}">
                      <a16:colId xmlns:a16="http://schemas.microsoft.com/office/drawing/2014/main" val="2789518104"/>
                    </a:ext>
                  </a:extLst>
                </a:gridCol>
                <a:gridCol w="2153365">
                  <a:extLst>
                    <a:ext uri="{9D8B030D-6E8A-4147-A177-3AD203B41FA5}">
                      <a16:colId xmlns:a16="http://schemas.microsoft.com/office/drawing/2014/main" val="1892538939"/>
                    </a:ext>
                  </a:extLst>
                </a:gridCol>
                <a:gridCol w="2162622">
                  <a:extLst>
                    <a:ext uri="{9D8B030D-6E8A-4147-A177-3AD203B41FA5}">
                      <a16:colId xmlns:a16="http://schemas.microsoft.com/office/drawing/2014/main" val="713810786"/>
                    </a:ext>
                  </a:extLst>
                </a:gridCol>
                <a:gridCol w="2127930">
                  <a:extLst>
                    <a:ext uri="{9D8B030D-6E8A-4147-A177-3AD203B41FA5}">
                      <a16:colId xmlns:a16="http://schemas.microsoft.com/office/drawing/2014/main" val="3580990232"/>
                    </a:ext>
                  </a:extLst>
                </a:gridCol>
              </a:tblGrid>
              <a:tr h="527244">
                <a:tc>
                  <a:txBody>
                    <a:bodyPr/>
                    <a:lstStyle/>
                    <a:p>
                      <a:pPr>
                        <a:buNone/>
                      </a:pPr>
                      <a:r>
                        <a:rPr lang="en-US" sz="1700" dirty="0"/>
                        <a:t>Tool / Platform</a:t>
                      </a:r>
                    </a:p>
                  </a:txBody>
                  <a:tcPr marL="66673" marR="66673" marT="33337" marB="33337" anchor="ctr"/>
                </a:tc>
                <a:tc>
                  <a:txBody>
                    <a:bodyPr/>
                    <a:lstStyle/>
                    <a:p>
                      <a:pPr>
                        <a:buNone/>
                      </a:pPr>
                      <a:r>
                        <a:rPr lang="en-US" sz="1700"/>
                        <a:t>Planned Usage</a:t>
                      </a:r>
                    </a:p>
                  </a:txBody>
                  <a:tcPr marL="66673" marR="66673" marT="33337" marB="33337" anchor="ctr"/>
                </a:tc>
                <a:tc>
                  <a:txBody>
                    <a:bodyPr/>
                    <a:lstStyle/>
                    <a:p>
                      <a:pPr>
                        <a:buNone/>
                      </a:pPr>
                      <a:r>
                        <a:rPr lang="en-US" sz="1700"/>
                        <a:t>Primary Roles</a:t>
                      </a:r>
                    </a:p>
                  </a:txBody>
                  <a:tcPr marL="66673" marR="66673" marT="33337" marB="33337" anchor="ctr"/>
                </a:tc>
                <a:tc>
                  <a:txBody>
                    <a:bodyPr/>
                    <a:lstStyle/>
                    <a:p>
                      <a:pPr>
                        <a:buNone/>
                      </a:pPr>
                      <a:r>
                        <a:rPr lang="en-US" sz="1700"/>
                        <a:t>Cost Model (Planned)</a:t>
                      </a:r>
                    </a:p>
                  </a:txBody>
                  <a:tcPr marL="66673" marR="66673" marT="33337" marB="33337" anchor="ctr"/>
                </a:tc>
                <a:tc>
                  <a:txBody>
                    <a:bodyPr/>
                    <a:lstStyle/>
                    <a:p>
                      <a:pPr>
                        <a:buNone/>
                      </a:pPr>
                      <a:r>
                        <a:rPr lang="en-US" sz="1700"/>
                        <a:t>Support Approach</a:t>
                      </a:r>
                    </a:p>
                  </a:txBody>
                  <a:tcPr marL="66673" marR="66673" marT="33337" marB="33337" anchor="ctr"/>
                </a:tc>
                <a:extLst>
                  <a:ext uri="{0D108BD9-81ED-4DB2-BD59-A6C34878D82A}">
                    <a16:rowId xmlns:a16="http://schemas.microsoft.com/office/drawing/2014/main" val="3255932936"/>
                  </a:ext>
                </a:extLst>
              </a:tr>
              <a:tr h="1410242">
                <a:tc>
                  <a:txBody>
                    <a:bodyPr/>
                    <a:lstStyle/>
                    <a:p>
                      <a:pPr>
                        <a:buNone/>
                      </a:pPr>
                      <a:r>
                        <a:rPr lang="en-US" sz="1700" b="1" dirty="0"/>
                        <a:t>ChatGPT Enterprise</a:t>
                      </a:r>
                      <a:endParaRPr lang="en-US" sz="1700" dirty="0"/>
                    </a:p>
                  </a:txBody>
                  <a:tcPr marL="66673" marR="66673" marT="33337" marB="33337" anchor="ctr"/>
                </a:tc>
                <a:tc>
                  <a:txBody>
                    <a:bodyPr/>
                    <a:lstStyle/>
                    <a:p>
                      <a:pPr>
                        <a:buNone/>
                      </a:pPr>
                      <a:r>
                        <a:rPr lang="en-US" sz="1700" dirty="0"/>
                        <a:t>Requirements drafting, documentation, analysis, shared AI context across lifecycle</a:t>
                      </a:r>
                    </a:p>
                  </a:txBody>
                  <a:tcPr marL="66673" marR="66673" marT="33337" marB="33337" anchor="ctr"/>
                </a:tc>
                <a:tc>
                  <a:txBody>
                    <a:bodyPr/>
                    <a:lstStyle/>
                    <a:p>
                      <a:pPr>
                        <a:buNone/>
                      </a:pPr>
                      <a:r>
                        <a:rPr lang="en-US" sz="1700"/>
                        <a:t>Product, Engineering, Quality, Ops</a:t>
                      </a:r>
                    </a:p>
                  </a:txBody>
                  <a:tcPr marL="66673" marR="66673" marT="33337" marB="33337" anchor="ctr"/>
                </a:tc>
                <a:tc>
                  <a:txBody>
                    <a:bodyPr/>
                    <a:lstStyle/>
                    <a:p>
                      <a:pPr>
                        <a:buNone/>
                      </a:pPr>
                      <a:r>
                        <a:rPr lang="en-US" sz="1700"/>
                        <a:t>Consumption base costs</a:t>
                      </a:r>
                    </a:p>
                  </a:txBody>
                  <a:tcPr marL="66673" marR="66673" marT="33337" marB="33337" anchor="ctr"/>
                </a:tc>
                <a:tc>
                  <a:txBody>
                    <a:bodyPr/>
                    <a:lstStyle/>
                    <a:p>
                      <a:pPr>
                        <a:buNone/>
                      </a:pPr>
                      <a:r>
                        <a:rPr lang="en-US" sz="1700" b="1"/>
                        <a:t>Support with ADC Pilot, Build BTS Instance for expansion</a:t>
                      </a:r>
                      <a:endParaRPr lang="en-US" sz="1700"/>
                    </a:p>
                  </a:txBody>
                  <a:tcPr marL="66673" marR="66673" marT="33337" marB="33337" anchor="ctr"/>
                </a:tc>
                <a:extLst>
                  <a:ext uri="{0D108BD9-81ED-4DB2-BD59-A6C34878D82A}">
                    <a16:rowId xmlns:a16="http://schemas.microsoft.com/office/drawing/2014/main" val="1292411675"/>
                  </a:ext>
                </a:extLst>
              </a:tr>
              <a:tr h="1003716">
                <a:tc>
                  <a:txBody>
                    <a:bodyPr/>
                    <a:lstStyle/>
                    <a:p>
                      <a:pPr>
                        <a:buNone/>
                      </a:pPr>
                      <a:r>
                        <a:rPr lang="en-US" sz="1700" b="1"/>
                        <a:t>Claude (Enterprise / Code)</a:t>
                      </a:r>
                      <a:endParaRPr lang="en-US" sz="1700"/>
                    </a:p>
                  </a:txBody>
                  <a:tcPr marL="66673" marR="66673" marT="33337" marB="33337" anchor="ctr"/>
                </a:tc>
                <a:tc>
                  <a:txBody>
                    <a:bodyPr/>
                    <a:lstStyle/>
                    <a:p>
                      <a:pPr>
                        <a:buNone/>
                      </a:pPr>
                      <a:r>
                        <a:rPr lang="en-US" sz="1700" dirty="0"/>
                        <a:t>Code generation, explanation, review, and test scaffolding</a:t>
                      </a:r>
                    </a:p>
                  </a:txBody>
                  <a:tcPr marL="66673" marR="66673" marT="33337" marB="33337" anchor="ct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sz="1700"/>
                        <a:t>Product, Engineering, Quality, Ops</a:t>
                      </a:r>
                    </a:p>
                  </a:txBody>
                  <a:tcPr marL="66673" marR="66673" marT="33337" marB="33337" anchor="ctr"/>
                </a:tc>
                <a:tc>
                  <a:txBody>
                    <a:bodyPr/>
                    <a:lstStyle/>
                    <a:p>
                      <a:pPr>
                        <a:buNone/>
                      </a:pPr>
                      <a:r>
                        <a:rPr lang="en-US" sz="1700"/>
                        <a:t>Consumption base costs</a:t>
                      </a:r>
                    </a:p>
                  </a:txBody>
                  <a:tcPr marL="66673" marR="66673" marT="33337" marB="33337" anchor="ctr"/>
                </a:tc>
                <a:tc>
                  <a:txBody>
                    <a:bodyPr/>
                    <a:lstStyle/>
                    <a:p>
                      <a:pPr>
                        <a:buNone/>
                      </a:pPr>
                      <a:r>
                        <a:rPr lang="en-US" sz="1700" b="1"/>
                        <a:t>Working on BTS enabled instance adopted by ADC POC initially.</a:t>
                      </a:r>
                      <a:endParaRPr lang="en-US" sz="1700"/>
                    </a:p>
                  </a:txBody>
                  <a:tcPr marL="66673" marR="66673" marT="33337" marB="33337" anchor="ctr"/>
                </a:tc>
                <a:extLst>
                  <a:ext uri="{0D108BD9-81ED-4DB2-BD59-A6C34878D82A}">
                    <a16:rowId xmlns:a16="http://schemas.microsoft.com/office/drawing/2014/main" val="470844210"/>
                  </a:ext>
                </a:extLst>
              </a:tr>
              <a:tr h="1239477">
                <a:tc>
                  <a:txBody>
                    <a:bodyPr/>
                    <a:lstStyle/>
                    <a:p>
                      <a:pPr>
                        <a:buNone/>
                      </a:pPr>
                      <a:r>
                        <a:rPr lang="en-US" sz="1700" b="1"/>
                        <a:t>Ketryx</a:t>
                      </a:r>
                    </a:p>
                  </a:txBody>
                  <a:tcPr marL="66673" marR="66673" marT="33337" marB="33337" anchor="ctr"/>
                </a:tc>
                <a:tc>
                  <a:txBody>
                    <a:bodyPr/>
                    <a:lstStyle/>
                    <a:p>
                      <a:pPr>
                        <a:buNone/>
                      </a:pPr>
                      <a:r>
                        <a:rPr lang="en-US" sz="1700" kern="1200" dirty="0">
                          <a:solidFill>
                            <a:schemeClr val="tx1"/>
                          </a:solidFill>
                          <a:latin typeface="+mn-lt"/>
                          <a:ea typeface="+mn-ea"/>
                          <a:cs typeface="+mn-cs"/>
                        </a:rPr>
                        <a:t>AI-assisted quality, traceability, and compliance automation across regulated software lifecycles</a:t>
                      </a:r>
                    </a:p>
                  </a:txBody>
                  <a:tcPr marL="66673" marR="66673" marT="33337" marB="33337" anchor="ct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sz="1700" kern="1200">
                          <a:solidFill>
                            <a:schemeClr val="tx1"/>
                          </a:solidFill>
                          <a:latin typeface="+mn-lt"/>
                          <a:ea typeface="+mn-ea"/>
                          <a:cs typeface="+mn-cs"/>
                        </a:rPr>
                        <a:t>Quality, Regulatory, Engineering</a:t>
                      </a:r>
                    </a:p>
                  </a:txBody>
                  <a:tcPr marL="66673" marR="66673" marT="33337" marB="33337" anchor="ct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sz="1700" kern="1200">
                          <a:solidFill>
                            <a:schemeClr val="tx1"/>
                          </a:solidFill>
                          <a:latin typeface="+mn-lt"/>
                          <a:ea typeface="+mn-ea"/>
                          <a:cs typeface="+mn-cs"/>
                        </a:rPr>
                        <a:t>Per-user / enterprise license</a:t>
                      </a:r>
                    </a:p>
                  </a:txBody>
                  <a:tcPr marL="66673" marR="66673" marT="33337" marB="33337" anchor="ctr"/>
                </a:tc>
                <a:tc>
                  <a:txBody>
                    <a:bodyPr/>
                    <a:lstStyle/>
                    <a:p>
                      <a:pPr>
                        <a:buNone/>
                      </a:pPr>
                      <a:endParaRPr lang="en-US" sz="1700" dirty="0"/>
                    </a:p>
                  </a:txBody>
                  <a:tcPr marL="66673" marR="66673" marT="33337" marB="33337" anchor="ctr"/>
                </a:tc>
                <a:extLst>
                  <a:ext uri="{0D108BD9-81ED-4DB2-BD59-A6C34878D82A}">
                    <a16:rowId xmlns:a16="http://schemas.microsoft.com/office/drawing/2014/main" val="1802957638"/>
                  </a:ext>
                </a:extLst>
              </a:tr>
            </a:tbl>
          </a:graphicData>
        </a:graphic>
      </p:graphicFrame>
    </p:spTree>
    <p:extLst>
      <p:ext uri="{BB962C8B-B14F-4D97-AF65-F5344CB8AC3E}">
        <p14:creationId xmlns:p14="http://schemas.microsoft.com/office/powerpoint/2010/main" val="13755361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FD5ECAB-01F4-489F-4432-16C0F61A62E9}"/>
              </a:ext>
            </a:extLst>
          </p:cNvPr>
          <p:cNvSpPr>
            <a:spLocks noGrp="1"/>
          </p:cNvSpPr>
          <p:nvPr>
            <p:ph type="body" sz="quarter" idx="10"/>
          </p:nvPr>
        </p:nvSpPr>
        <p:spPr/>
        <p:txBody>
          <a:bodyPr/>
          <a:lstStyle/>
          <a:p>
            <a:r>
              <a:rPr lang="en-US"/>
              <a:t>Developer Experience and Toolchain</a:t>
            </a:r>
          </a:p>
        </p:txBody>
      </p:sp>
      <p:sp>
        <p:nvSpPr>
          <p:cNvPr id="3" name="Content Placeholder 2">
            <a:extLst>
              <a:ext uri="{FF2B5EF4-FFF2-40B4-BE49-F238E27FC236}">
                <a16:creationId xmlns:a16="http://schemas.microsoft.com/office/drawing/2014/main" id="{978554B3-FABD-D2D6-45C3-911D6588A4CE}"/>
              </a:ext>
            </a:extLst>
          </p:cNvPr>
          <p:cNvSpPr>
            <a:spLocks noGrp="1"/>
          </p:cNvSpPr>
          <p:nvPr>
            <p:ph sz="quarter" idx="14"/>
          </p:nvPr>
        </p:nvSpPr>
        <p:spPr>
          <a:xfrm>
            <a:off x="670560" y="1983739"/>
            <a:ext cx="5509726" cy="4233229"/>
          </a:xfrm>
        </p:spPr>
        <p:txBody>
          <a:bodyPr/>
          <a:lstStyle/>
          <a:p>
            <a:r>
              <a:rPr lang="en-US" sz="1600"/>
              <a:t>A repeatable 45-day </a:t>
            </a:r>
            <a:r>
              <a:rPr lang="en-US" sz="1600" b="1"/>
              <a:t>POV/POC engagement </a:t>
            </a:r>
            <a:r>
              <a:rPr lang="en-US" sz="1600"/>
              <a:t>is run to evaluate vendor capabilities against Abbott’s defined requirements.</a:t>
            </a:r>
          </a:p>
          <a:p>
            <a:r>
              <a:rPr lang="en-US" sz="1600"/>
              <a:t>During pilot, the platform is be validated against </a:t>
            </a:r>
            <a:r>
              <a:rPr lang="en-US" sz="1600" b="1"/>
              <a:t>BTS QC09 Software Lifecycle (SLC) process</a:t>
            </a:r>
            <a:r>
              <a:rPr lang="en-US" sz="1600"/>
              <a:t>.</a:t>
            </a:r>
          </a:p>
          <a:p>
            <a:r>
              <a:rPr lang="en-US" sz="1600"/>
              <a:t>Must complete: </a:t>
            </a:r>
          </a:p>
          <a:p>
            <a:pPr lvl="1"/>
            <a:r>
              <a:rPr lang="en-US" sz="1600" b="1"/>
              <a:t>DLM (Data Lifecycle Management)</a:t>
            </a:r>
            <a:endParaRPr lang="en-US" sz="1600"/>
          </a:p>
          <a:p>
            <a:pPr lvl="1"/>
            <a:r>
              <a:rPr lang="en-US" sz="1600" b="1"/>
              <a:t>DIPP (Data Integrity Protection Plan)</a:t>
            </a:r>
            <a:endParaRPr lang="en-US" sz="1600"/>
          </a:p>
          <a:p>
            <a:pPr lvl="1"/>
            <a:r>
              <a:rPr lang="en-US" sz="1600" b="1"/>
              <a:t>BIA (Business Impact Analysis)</a:t>
            </a:r>
            <a:br>
              <a:rPr lang="en-US" sz="1600"/>
            </a:br>
            <a:r>
              <a:rPr lang="en-US" sz="1600"/>
              <a:t>These documents ensure compliance with data security, data management, and business continuity requirements.</a:t>
            </a:r>
          </a:p>
          <a:p>
            <a:pPr lvl="1"/>
            <a:r>
              <a:rPr lang="en-US" sz="1600" b="1"/>
              <a:t>MSA agreements </a:t>
            </a:r>
            <a:r>
              <a:rPr lang="en-US" sz="1600"/>
              <a:t>are assessed as a parallel activity lead by Procurement / Legal</a:t>
            </a:r>
          </a:p>
          <a:p>
            <a:endParaRPr lang="en-US" sz="1600"/>
          </a:p>
        </p:txBody>
      </p:sp>
      <p:sp>
        <p:nvSpPr>
          <p:cNvPr id="4" name="Text Placeholder 3">
            <a:extLst>
              <a:ext uri="{FF2B5EF4-FFF2-40B4-BE49-F238E27FC236}">
                <a16:creationId xmlns:a16="http://schemas.microsoft.com/office/drawing/2014/main" id="{024E790B-530C-62C9-AF1F-515B0D0B5B22}"/>
              </a:ext>
            </a:extLst>
          </p:cNvPr>
          <p:cNvSpPr>
            <a:spLocks noGrp="1"/>
          </p:cNvSpPr>
          <p:nvPr>
            <p:ph type="body" sz="quarter" idx="15"/>
          </p:nvPr>
        </p:nvSpPr>
        <p:spPr/>
        <p:txBody>
          <a:bodyPr/>
          <a:lstStyle/>
          <a:p>
            <a:r>
              <a:rPr lang="en-US"/>
              <a:t>Proof Of Concept/Trial </a:t>
            </a:r>
          </a:p>
        </p:txBody>
      </p:sp>
      <p:sp>
        <p:nvSpPr>
          <p:cNvPr id="5" name="Date Placeholder 4">
            <a:extLst>
              <a:ext uri="{FF2B5EF4-FFF2-40B4-BE49-F238E27FC236}">
                <a16:creationId xmlns:a16="http://schemas.microsoft.com/office/drawing/2014/main" id="{2A57BCB2-4380-2509-9D4A-231439CE6445}"/>
              </a:ext>
            </a:extLst>
          </p:cNvPr>
          <p:cNvSpPr>
            <a:spLocks noGrp="1"/>
          </p:cNvSpPr>
          <p:nvPr>
            <p:ph type="dt" sz="half" idx="16"/>
          </p:nvPr>
        </p:nvSpPr>
        <p:spPr/>
        <p:txBody>
          <a:bodyPr/>
          <a:lstStyle/>
          <a:p>
            <a:fld id="{7C6BBA33-D340-4030-91CC-F20B097533EA}" type="datetime5">
              <a:rPr lang="en-US" sz="1333" smtClean="0"/>
              <a:t>7-May-26</a:t>
            </a:fld>
            <a:endParaRPr lang="en-IN" sz="1333"/>
          </a:p>
        </p:txBody>
      </p:sp>
      <p:sp>
        <p:nvSpPr>
          <p:cNvPr id="7" name="Slide Number Placeholder 6">
            <a:extLst>
              <a:ext uri="{FF2B5EF4-FFF2-40B4-BE49-F238E27FC236}">
                <a16:creationId xmlns:a16="http://schemas.microsoft.com/office/drawing/2014/main" id="{12812F89-ECFC-DCB5-1820-AB47D6CE612A}"/>
              </a:ext>
            </a:extLst>
          </p:cNvPr>
          <p:cNvSpPr>
            <a:spLocks noGrp="1"/>
          </p:cNvSpPr>
          <p:nvPr>
            <p:ph type="sldNum" sz="quarter" idx="18"/>
          </p:nvPr>
        </p:nvSpPr>
        <p:spPr/>
        <p:txBody>
          <a:bodyPr/>
          <a:lstStyle/>
          <a:p>
            <a:pPr>
              <a:defRPr/>
            </a:pPr>
            <a:r>
              <a:rPr lang="en-IN"/>
              <a:t>|    </a:t>
            </a:r>
            <a:fld id="{7B2119CD-3B2D-4CEB-B404-D2E3F8CD6D69}" type="slidenum">
              <a:rPr lang="en-IN" smtClean="0"/>
              <a:pPr>
                <a:defRPr/>
              </a:pPr>
              <a:t>7</a:t>
            </a:fld>
            <a:endParaRPr lang="en-IN"/>
          </a:p>
        </p:txBody>
      </p:sp>
      <p:sp>
        <p:nvSpPr>
          <p:cNvPr id="8" name="Title 7">
            <a:extLst>
              <a:ext uri="{FF2B5EF4-FFF2-40B4-BE49-F238E27FC236}">
                <a16:creationId xmlns:a16="http://schemas.microsoft.com/office/drawing/2014/main" id="{93DD95DD-4E62-1290-659C-58CB883D48BC}"/>
              </a:ext>
            </a:extLst>
          </p:cNvPr>
          <p:cNvSpPr>
            <a:spLocks noGrp="1"/>
          </p:cNvSpPr>
          <p:nvPr>
            <p:ph type="title"/>
          </p:nvPr>
        </p:nvSpPr>
        <p:spPr/>
        <p:txBody>
          <a:bodyPr/>
          <a:lstStyle/>
          <a:p>
            <a:r>
              <a:rPr lang="en-US"/>
              <a:t>Enablement Standards for Vendor Tools at Abbott</a:t>
            </a:r>
          </a:p>
        </p:txBody>
      </p:sp>
      <p:sp>
        <p:nvSpPr>
          <p:cNvPr id="9" name="Content Placeholder 2">
            <a:extLst>
              <a:ext uri="{FF2B5EF4-FFF2-40B4-BE49-F238E27FC236}">
                <a16:creationId xmlns:a16="http://schemas.microsoft.com/office/drawing/2014/main" id="{1368E933-5DEB-D726-63F9-5E66667EC1B6}"/>
              </a:ext>
            </a:extLst>
          </p:cNvPr>
          <p:cNvSpPr txBox="1">
            <a:spLocks/>
          </p:cNvSpPr>
          <p:nvPr/>
        </p:nvSpPr>
        <p:spPr>
          <a:xfrm>
            <a:off x="6378194" y="1958523"/>
            <a:ext cx="5242561" cy="4114802"/>
          </a:xfrm>
          <a:prstGeom prst="rect">
            <a:avLst/>
          </a:prstGeom>
        </p:spPr>
        <p:txBody>
          <a:bodyPr vert="horz" lIns="0" tIns="0" rIns="91440" bIns="45720" rtlCol="0">
            <a:noAutofit/>
          </a:bodyPr>
          <a:lstStyle>
            <a:lvl1pPr marL="0" indent="0" algn="l" defTabSz="1219170" rtl="0" eaLnBrk="1" latinLnBrk="0" hangingPunct="1">
              <a:lnSpc>
                <a:spcPct val="100000"/>
              </a:lnSpc>
              <a:spcBef>
                <a:spcPts val="800"/>
              </a:spcBef>
              <a:buFont typeface="Arial" panose="020B0604020202020204" pitchFamily="34" charset="0"/>
              <a:buNone/>
              <a:defRPr sz="2133" b="0" kern="1200">
                <a:solidFill>
                  <a:schemeClr val="tx1"/>
                </a:solidFill>
                <a:latin typeface="+mj-lt"/>
                <a:ea typeface="+mn-ea"/>
                <a:cs typeface="Calibri" panose="020F0502020204030204" pitchFamily="34" charset="0"/>
              </a:defRPr>
            </a:lvl1pPr>
            <a:lvl2pPr marL="226478" indent="-226478" algn="l" defTabSz="1219170" rtl="0" eaLnBrk="1" latinLnBrk="0" hangingPunct="1">
              <a:lnSpc>
                <a:spcPct val="100000"/>
              </a:lnSpc>
              <a:spcBef>
                <a:spcPts val="800"/>
              </a:spcBef>
              <a:buFont typeface="Arial" panose="020B0604020202020204" pitchFamily="34" charset="0"/>
              <a:buChar char="•"/>
              <a:defRPr sz="2133" b="0" kern="1200">
                <a:solidFill>
                  <a:schemeClr val="tx1"/>
                </a:solidFill>
                <a:latin typeface="+mj-lt"/>
                <a:ea typeface="+mn-ea"/>
                <a:cs typeface="+mn-cs"/>
              </a:defRPr>
            </a:lvl2pPr>
            <a:lvl3pPr marL="533387" indent="-228594" algn="l" defTabSz="1219170" rtl="0" eaLnBrk="1" latinLnBrk="0" hangingPunct="1">
              <a:lnSpc>
                <a:spcPct val="100000"/>
              </a:lnSpc>
              <a:spcBef>
                <a:spcPts val="800"/>
              </a:spcBef>
              <a:buFont typeface="Arial" panose="020B0604020202020204" pitchFamily="34" charset="0"/>
              <a:buChar char="–"/>
              <a:defRPr sz="1867" b="0" kern="1200">
                <a:solidFill>
                  <a:schemeClr val="tx1"/>
                </a:solidFill>
                <a:latin typeface="+mj-lt"/>
                <a:ea typeface="+mn-ea"/>
                <a:cs typeface="+mn-cs"/>
              </a:defRPr>
            </a:lvl3pPr>
            <a:lvl4pPr marL="768331" indent="-226478" algn="l" defTabSz="1219170" rtl="0" eaLnBrk="1" latinLnBrk="0" hangingPunct="1">
              <a:lnSpc>
                <a:spcPct val="100000"/>
              </a:lnSpc>
              <a:spcBef>
                <a:spcPts val="800"/>
              </a:spcBef>
              <a:buFont typeface="Arial" panose="020B0604020202020204" pitchFamily="34" charset="0"/>
              <a:buChar char="•"/>
              <a:defRPr sz="1600" b="0" kern="1200">
                <a:solidFill>
                  <a:schemeClr val="tx1"/>
                </a:solidFill>
                <a:latin typeface="+mj-lt"/>
                <a:ea typeface="+mn-ea"/>
                <a:cs typeface="+mn-cs"/>
              </a:defRPr>
            </a:lvl4pPr>
            <a:lvl5pPr marL="992693" indent="-228594" algn="l" defTabSz="1219170" rtl="0" eaLnBrk="1" latinLnBrk="0" hangingPunct="1">
              <a:lnSpc>
                <a:spcPct val="100000"/>
              </a:lnSpc>
              <a:spcBef>
                <a:spcPts val="800"/>
              </a:spcBef>
              <a:buFont typeface="Arial" panose="020B0604020202020204" pitchFamily="34" charset="0"/>
              <a:buChar char="»"/>
              <a:defRPr sz="1600" b="0" kern="1200">
                <a:solidFill>
                  <a:schemeClr val="tx1"/>
                </a:solidFill>
                <a:latin typeface="+mj-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r>
              <a:rPr lang="en-US" sz="1600"/>
              <a:t>Each platform/product must support: </a:t>
            </a:r>
          </a:p>
          <a:p>
            <a:pPr marL="569378" lvl="1" indent="-342900"/>
            <a:r>
              <a:rPr lang="en-US" sz="1600" b="1"/>
              <a:t>SSO</a:t>
            </a:r>
            <a:r>
              <a:rPr lang="en-US" sz="1600"/>
              <a:t> (Single Sign-On) enabled by Abbott’s Microsoft Entra ID</a:t>
            </a:r>
          </a:p>
          <a:p>
            <a:pPr marL="569378" lvl="1" indent="-342900"/>
            <a:r>
              <a:rPr lang="en-US" sz="1600" b="1"/>
              <a:t>SCIM</a:t>
            </a:r>
            <a:r>
              <a:rPr lang="en-US" sz="1600"/>
              <a:t> (Integration with Azure Entra ID)</a:t>
            </a:r>
          </a:p>
          <a:p>
            <a:pPr marL="569378" lvl="1" indent="-342900"/>
            <a:r>
              <a:rPr lang="en-US" sz="1600" b="1"/>
              <a:t>RBAC</a:t>
            </a:r>
            <a:r>
              <a:rPr lang="en-US" sz="1600"/>
              <a:t> (Role-Based Access Control)</a:t>
            </a:r>
          </a:p>
          <a:p>
            <a:r>
              <a:rPr lang="en-US" sz="1600"/>
              <a:t>Vendor must undergo two separate CVRM reviews: </a:t>
            </a:r>
          </a:p>
          <a:p>
            <a:pPr marL="569378" lvl="1" indent="-342900"/>
            <a:r>
              <a:rPr lang="en-US" sz="1600">
                <a:cs typeface="Calibri" panose="020F0502020204030204" pitchFamily="34" charset="0"/>
              </a:rPr>
              <a:t>Quality CVRM</a:t>
            </a:r>
          </a:p>
          <a:p>
            <a:pPr marL="569378" lvl="1" indent="-342900"/>
            <a:r>
              <a:rPr lang="en-US" sz="1600">
                <a:cs typeface="Calibri" panose="020F0502020204030204" pitchFamily="34" charset="0"/>
              </a:rPr>
              <a:t>Security CVRM</a:t>
            </a:r>
          </a:p>
          <a:p>
            <a:r>
              <a:rPr lang="en-US" sz="1600"/>
              <a:t>Vendor must produce certifications (ISO 27001/SOC 2/FedRAMP)</a:t>
            </a:r>
          </a:p>
        </p:txBody>
      </p:sp>
    </p:spTree>
    <p:extLst>
      <p:ext uri="{BB962C8B-B14F-4D97-AF65-F5344CB8AC3E}">
        <p14:creationId xmlns:p14="http://schemas.microsoft.com/office/powerpoint/2010/main" val="15743104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6BCFA9-60D8-4139-9E60-C3E1604BB6D4}"/>
            </a:ext>
          </a:extLst>
        </p:cNvPr>
        <p:cNvGrpSpPr/>
        <p:nvPr/>
      </p:nvGrpSpPr>
      <p:grpSpPr>
        <a:xfrm>
          <a:off x="0" y="0"/>
          <a:ext cx="0" cy="0"/>
          <a:chOff x="0" y="0"/>
          <a:chExt cx="0" cy="0"/>
        </a:xfrm>
      </p:grpSpPr>
      <p:sp>
        <p:nvSpPr>
          <p:cNvPr id="7" name="Text Placeholder 6">
            <a:extLst>
              <a:ext uri="{FF2B5EF4-FFF2-40B4-BE49-F238E27FC236}">
                <a16:creationId xmlns:a16="http://schemas.microsoft.com/office/drawing/2014/main" id="{662C7B71-8043-CD58-7BB1-698B81A68A8B}"/>
              </a:ext>
            </a:extLst>
          </p:cNvPr>
          <p:cNvSpPr>
            <a:spLocks noGrp="1"/>
          </p:cNvSpPr>
          <p:nvPr>
            <p:ph type="body" sz="quarter" idx="10"/>
          </p:nvPr>
        </p:nvSpPr>
        <p:spPr>
          <a:xfrm>
            <a:off x="670562" y="355600"/>
            <a:ext cx="6989233" cy="348813"/>
          </a:xfrm>
        </p:spPr>
        <p:txBody>
          <a:bodyPr>
            <a:normAutofit/>
          </a:bodyPr>
          <a:lstStyle/>
          <a:p>
            <a:r>
              <a:rPr lang="en-US"/>
              <a:t>Developer Experience and tooling</a:t>
            </a:r>
          </a:p>
        </p:txBody>
      </p:sp>
      <p:sp>
        <p:nvSpPr>
          <p:cNvPr id="29" name="Text Placeholder 2">
            <a:extLst>
              <a:ext uri="{FF2B5EF4-FFF2-40B4-BE49-F238E27FC236}">
                <a16:creationId xmlns:a16="http://schemas.microsoft.com/office/drawing/2014/main" id="{F3DFFFB3-2878-9A2D-3080-9986157C7CB7}"/>
              </a:ext>
            </a:extLst>
          </p:cNvPr>
          <p:cNvSpPr>
            <a:spLocks noGrp="1"/>
          </p:cNvSpPr>
          <p:nvPr>
            <p:ph type="body" sz="quarter" idx="20"/>
          </p:nvPr>
        </p:nvSpPr>
        <p:spPr>
          <a:xfrm>
            <a:off x="663615" y="1463943"/>
            <a:ext cx="10850880" cy="365760"/>
          </a:xfrm>
        </p:spPr>
        <p:txBody>
          <a:bodyPr>
            <a:normAutofit lnSpcReduction="10000"/>
          </a:bodyPr>
          <a:lstStyle/>
          <a:p>
            <a:pPr>
              <a:lnSpc>
                <a:spcPct val="90000"/>
              </a:lnSpc>
            </a:pPr>
            <a:r>
              <a:rPr lang="en-US"/>
              <a:t>How to stay connected and informed</a:t>
            </a:r>
          </a:p>
        </p:txBody>
      </p:sp>
      <p:sp>
        <p:nvSpPr>
          <p:cNvPr id="23" name="Date Placeholder 6">
            <a:extLst>
              <a:ext uri="{FF2B5EF4-FFF2-40B4-BE49-F238E27FC236}">
                <a16:creationId xmlns:a16="http://schemas.microsoft.com/office/drawing/2014/main" id="{98F97A1A-2E77-E672-FDF5-87901569C07D}"/>
              </a:ext>
            </a:extLst>
          </p:cNvPr>
          <p:cNvSpPr>
            <a:spLocks noGrp="1"/>
          </p:cNvSpPr>
          <p:nvPr>
            <p:ph type="dt" sz="half" idx="23"/>
          </p:nvPr>
        </p:nvSpPr>
        <p:spPr>
          <a:xfrm>
            <a:off x="10042016" y="6356351"/>
            <a:ext cx="1050505" cy="366183"/>
          </a:xfrm>
        </p:spPr>
        <p:txBody>
          <a:bodyPr anchor="ctr">
            <a:normAutofit/>
          </a:bodyPr>
          <a:lstStyle/>
          <a:p>
            <a:pPr>
              <a:spcAft>
                <a:spcPts val="600"/>
              </a:spcAft>
            </a:pPr>
            <a:fld id="{D33294C6-A4B9-431B-AA54-6E1412774E9B}" type="datetime5">
              <a:rPr lang="en-US" smtClean="0"/>
              <a:pPr>
                <a:spcAft>
                  <a:spcPts val="600"/>
                </a:spcAft>
              </a:pPr>
              <a:t>7-May-26</a:t>
            </a:fld>
            <a:endParaRPr lang="en-IN"/>
          </a:p>
        </p:txBody>
      </p:sp>
      <p:sp>
        <p:nvSpPr>
          <p:cNvPr id="27" name="Slide Number Placeholder 8">
            <a:extLst>
              <a:ext uri="{FF2B5EF4-FFF2-40B4-BE49-F238E27FC236}">
                <a16:creationId xmlns:a16="http://schemas.microsoft.com/office/drawing/2014/main" id="{EDEE003E-2BD5-73A9-8537-339362806E36}"/>
              </a:ext>
            </a:extLst>
          </p:cNvPr>
          <p:cNvSpPr>
            <a:spLocks noGrp="1"/>
          </p:cNvSpPr>
          <p:nvPr>
            <p:ph type="sldNum" sz="quarter" idx="25"/>
          </p:nvPr>
        </p:nvSpPr>
        <p:spPr>
          <a:xfrm>
            <a:off x="10889411" y="6356351"/>
            <a:ext cx="757469" cy="366183"/>
          </a:xfrm>
        </p:spPr>
        <p:txBody>
          <a:bodyPr anchor="ctr">
            <a:normAutofit/>
          </a:bodyPr>
          <a:lstStyle/>
          <a:p>
            <a:pPr>
              <a:spcAft>
                <a:spcPts val="600"/>
              </a:spcAft>
              <a:defRPr/>
            </a:pPr>
            <a:r>
              <a:rPr lang="en-IN"/>
              <a:t>|    </a:t>
            </a:r>
            <a:fld id="{7B2119CD-3B2D-4CEB-B404-D2E3F8CD6D69}" type="slidenum">
              <a:rPr lang="en-IN" smtClean="0"/>
              <a:pPr>
                <a:spcAft>
                  <a:spcPts val="600"/>
                </a:spcAft>
                <a:defRPr/>
              </a:pPr>
              <a:t>8</a:t>
            </a:fld>
            <a:endParaRPr lang="en-IN"/>
          </a:p>
        </p:txBody>
      </p:sp>
      <p:sp>
        <p:nvSpPr>
          <p:cNvPr id="5" name="Title 4">
            <a:extLst>
              <a:ext uri="{FF2B5EF4-FFF2-40B4-BE49-F238E27FC236}">
                <a16:creationId xmlns:a16="http://schemas.microsoft.com/office/drawing/2014/main" id="{4753FEFE-756B-A131-A631-F03559FDE5F3}"/>
              </a:ext>
            </a:extLst>
          </p:cNvPr>
          <p:cNvSpPr>
            <a:spLocks noGrp="1"/>
          </p:cNvSpPr>
          <p:nvPr>
            <p:ph type="title"/>
          </p:nvPr>
        </p:nvSpPr>
        <p:spPr>
          <a:xfrm>
            <a:off x="670560" y="759459"/>
            <a:ext cx="10850880" cy="520701"/>
          </a:xfrm>
        </p:spPr>
        <p:txBody>
          <a:bodyPr anchor="t">
            <a:normAutofit/>
          </a:bodyPr>
          <a:lstStyle/>
          <a:p>
            <a:r>
              <a:rPr lang="en-US" sz="3200"/>
              <a:t>BTS Software Delivery</a:t>
            </a:r>
            <a:endParaRPr lang="en-IN" sz="3200"/>
          </a:p>
        </p:txBody>
      </p:sp>
      <p:pic>
        <p:nvPicPr>
          <p:cNvPr id="4" name="Picture 3">
            <a:extLst>
              <a:ext uri="{FF2B5EF4-FFF2-40B4-BE49-F238E27FC236}">
                <a16:creationId xmlns:a16="http://schemas.microsoft.com/office/drawing/2014/main" id="{D7E781F7-5BD2-0B63-D294-D168A5644BC6}"/>
              </a:ext>
            </a:extLst>
          </p:cNvPr>
          <p:cNvPicPr>
            <a:picLocks noChangeAspect="1"/>
          </p:cNvPicPr>
          <p:nvPr/>
        </p:nvPicPr>
        <p:blipFill>
          <a:blip r:embed="rId3"/>
          <a:stretch>
            <a:fillRect/>
          </a:stretch>
        </p:blipFill>
        <p:spPr>
          <a:xfrm>
            <a:off x="317230" y="3470540"/>
            <a:ext cx="6136748" cy="1154339"/>
          </a:xfrm>
          <a:prstGeom prst="rect">
            <a:avLst/>
          </a:prstGeom>
        </p:spPr>
      </p:pic>
      <p:pic>
        <p:nvPicPr>
          <p:cNvPr id="6" name="Picture 5">
            <a:extLst>
              <a:ext uri="{FF2B5EF4-FFF2-40B4-BE49-F238E27FC236}">
                <a16:creationId xmlns:a16="http://schemas.microsoft.com/office/drawing/2014/main" id="{28BA8C45-D720-3106-FA7D-E5612A0F2D14}"/>
              </a:ext>
            </a:extLst>
          </p:cNvPr>
          <p:cNvPicPr>
            <a:picLocks noChangeAspect="1"/>
          </p:cNvPicPr>
          <p:nvPr/>
        </p:nvPicPr>
        <p:blipFill>
          <a:blip r:embed="rId4"/>
          <a:stretch>
            <a:fillRect/>
          </a:stretch>
        </p:blipFill>
        <p:spPr>
          <a:xfrm>
            <a:off x="317231" y="1925644"/>
            <a:ext cx="6136749" cy="939502"/>
          </a:xfrm>
          <a:prstGeom prst="rect">
            <a:avLst/>
          </a:prstGeom>
        </p:spPr>
      </p:pic>
      <p:pic>
        <p:nvPicPr>
          <p:cNvPr id="9" name="Picture 8">
            <a:extLst>
              <a:ext uri="{FF2B5EF4-FFF2-40B4-BE49-F238E27FC236}">
                <a16:creationId xmlns:a16="http://schemas.microsoft.com/office/drawing/2014/main" id="{B447DD34-3674-68DD-3028-EAACA40E2E30}"/>
              </a:ext>
            </a:extLst>
          </p:cNvPr>
          <p:cNvPicPr>
            <a:picLocks noChangeAspect="1"/>
          </p:cNvPicPr>
          <p:nvPr/>
        </p:nvPicPr>
        <p:blipFill>
          <a:blip r:embed="rId5"/>
          <a:stretch>
            <a:fillRect/>
          </a:stretch>
        </p:blipFill>
        <p:spPr>
          <a:xfrm>
            <a:off x="7127391" y="1925644"/>
            <a:ext cx="2680528" cy="1893964"/>
          </a:xfrm>
          <a:prstGeom prst="rect">
            <a:avLst/>
          </a:prstGeom>
        </p:spPr>
      </p:pic>
      <p:sp>
        <p:nvSpPr>
          <p:cNvPr id="10" name="TextBox 9">
            <a:extLst>
              <a:ext uri="{FF2B5EF4-FFF2-40B4-BE49-F238E27FC236}">
                <a16:creationId xmlns:a16="http://schemas.microsoft.com/office/drawing/2014/main" id="{2CC7974A-4EE5-8A55-E84B-0CED6A8F642F}"/>
              </a:ext>
            </a:extLst>
          </p:cNvPr>
          <p:cNvSpPr txBox="1"/>
          <p:nvPr/>
        </p:nvSpPr>
        <p:spPr>
          <a:xfrm>
            <a:off x="7127391" y="3964200"/>
            <a:ext cx="4081567" cy="369332"/>
          </a:xfrm>
          <a:prstGeom prst="rect">
            <a:avLst/>
          </a:prstGeom>
          <a:noFill/>
        </p:spPr>
        <p:txBody>
          <a:bodyPr wrap="none" rtlCol="0">
            <a:spAutoFit/>
          </a:bodyPr>
          <a:lstStyle/>
          <a:p>
            <a:r>
              <a:rPr lang="en-US">
                <a:latin typeface="+mj-lt"/>
                <a:hlinkClick r:id="rId6"/>
              </a:rPr>
              <a:t>Abbott Approved Generative AI Tools</a:t>
            </a:r>
            <a:r>
              <a:rPr lang="en-US">
                <a:latin typeface="+mj-lt"/>
              </a:rPr>
              <a:t> </a:t>
            </a:r>
          </a:p>
        </p:txBody>
      </p:sp>
      <p:sp>
        <p:nvSpPr>
          <p:cNvPr id="12" name="TextBox 11">
            <a:extLst>
              <a:ext uri="{FF2B5EF4-FFF2-40B4-BE49-F238E27FC236}">
                <a16:creationId xmlns:a16="http://schemas.microsoft.com/office/drawing/2014/main" id="{55575005-03EB-8F10-E509-AF25F2CC85E9}"/>
              </a:ext>
            </a:extLst>
          </p:cNvPr>
          <p:cNvSpPr txBox="1"/>
          <p:nvPr/>
        </p:nvSpPr>
        <p:spPr>
          <a:xfrm>
            <a:off x="317230" y="2916106"/>
            <a:ext cx="6094324" cy="369333"/>
          </a:xfrm>
          <a:prstGeom prst="rect">
            <a:avLst/>
          </a:prstGeom>
          <a:noFill/>
        </p:spPr>
        <p:txBody>
          <a:bodyPr wrap="square">
            <a:spAutoFit/>
          </a:bodyPr>
          <a:lstStyle/>
          <a:p>
            <a:r>
              <a:rPr lang="en-US">
                <a:hlinkClick r:id="rId7"/>
              </a:rPr>
              <a:t>GenAI Developer Companion Tools</a:t>
            </a:r>
            <a:r>
              <a:rPr lang="en-US"/>
              <a:t> </a:t>
            </a:r>
          </a:p>
        </p:txBody>
      </p:sp>
      <p:sp>
        <p:nvSpPr>
          <p:cNvPr id="13" name="TextBox 12">
            <a:extLst>
              <a:ext uri="{FF2B5EF4-FFF2-40B4-BE49-F238E27FC236}">
                <a16:creationId xmlns:a16="http://schemas.microsoft.com/office/drawing/2014/main" id="{B3F4BC2B-D056-5594-5095-36E71BEB13DF}"/>
              </a:ext>
            </a:extLst>
          </p:cNvPr>
          <p:cNvSpPr txBox="1"/>
          <p:nvPr/>
        </p:nvSpPr>
        <p:spPr>
          <a:xfrm>
            <a:off x="317230" y="4742928"/>
            <a:ext cx="3754554" cy="369332"/>
          </a:xfrm>
          <a:prstGeom prst="rect">
            <a:avLst/>
          </a:prstGeom>
          <a:noFill/>
        </p:spPr>
        <p:txBody>
          <a:bodyPr wrap="none" rtlCol="0">
            <a:spAutoFit/>
          </a:bodyPr>
          <a:lstStyle/>
          <a:p>
            <a:r>
              <a:rPr lang="en-US">
                <a:latin typeface="+mj-lt"/>
                <a:hlinkClick r:id="rId8"/>
              </a:rPr>
              <a:t>Developer Experience and Tooling</a:t>
            </a:r>
            <a:r>
              <a:rPr lang="en-US">
                <a:latin typeface="+mj-lt"/>
              </a:rPr>
              <a:t> </a:t>
            </a:r>
          </a:p>
        </p:txBody>
      </p:sp>
      <p:pic>
        <p:nvPicPr>
          <p:cNvPr id="14" name="Picture 13">
            <a:extLst>
              <a:ext uri="{FF2B5EF4-FFF2-40B4-BE49-F238E27FC236}">
                <a16:creationId xmlns:a16="http://schemas.microsoft.com/office/drawing/2014/main" id="{65D9662F-D58C-8072-B461-78A8C32AFC46}"/>
              </a:ext>
            </a:extLst>
          </p:cNvPr>
          <p:cNvPicPr>
            <a:picLocks noChangeAspect="1"/>
          </p:cNvPicPr>
          <p:nvPr/>
        </p:nvPicPr>
        <p:blipFill>
          <a:blip r:embed="rId9"/>
          <a:stretch>
            <a:fillRect/>
          </a:stretch>
        </p:blipFill>
        <p:spPr>
          <a:xfrm>
            <a:off x="7036853" y="4503333"/>
            <a:ext cx="2166730" cy="984193"/>
          </a:xfrm>
          <a:prstGeom prst="rect">
            <a:avLst/>
          </a:prstGeom>
        </p:spPr>
      </p:pic>
      <p:sp>
        <p:nvSpPr>
          <p:cNvPr id="17" name="TextBox 16">
            <a:extLst>
              <a:ext uri="{FF2B5EF4-FFF2-40B4-BE49-F238E27FC236}">
                <a16:creationId xmlns:a16="http://schemas.microsoft.com/office/drawing/2014/main" id="{AAAB31AE-CAE0-35B0-10DC-6FF6026D25B5}"/>
              </a:ext>
            </a:extLst>
          </p:cNvPr>
          <p:cNvSpPr txBox="1"/>
          <p:nvPr/>
        </p:nvSpPr>
        <p:spPr>
          <a:xfrm>
            <a:off x="7127391" y="5471190"/>
            <a:ext cx="6094324" cy="369332"/>
          </a:xfrm>
          <a:prstGeom prst="rect">
            <a:avLst/>
          </a:prstGeom>
          <a:noFill/>
        </p:spPr>
        <p:txBody>
          <a:bodyPr wrap="square">
            <a:spAutoFit/>
          </a:bodyPr>
          <a:lstStyle/>
          <a:p>
            <a:r>
              <a:rPr lang="en-US">
                <a:hlinkClick r:id="rId10"/>
              </a:rPr>
              <a:t>GitHub@Abbott | Microsoft Teams</a:t>
            </a:r>
            <a:endParaRPr lang="en-US"/>
          </a:p>
        </p:txBody>
      </p:sp>
      <p:sp>
        <p:nvSpPr>
          <p:cNvPr id="2" name="TextBox 1">
            <a:extLst>
              <a:ext uri="{FF2B5EF4-FFF2-40B4-BE49-F238E27FC236}">
                <a16:creationId xmlns:a16="http://schemas.microsoft.com/office/drawing/2014/main" id="{35B8F0A9-584F-D4FE-DE66-32C60FBB9E21}"/>
              </a:ext>
            </a:extLst>
          </p:cNvPr>
          <p:cNvSpPr txBox="1"/>
          <p:nvPr/>
        </p:nvSpPr>
        <p:spPr>
          <a:xfrm>
            <a:off x="376344" y="5408758"/>
            <a:ext cx="5327629" cy="923330"/>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pPr algn="l"/>
            <a:r>
              <a:rPr lang="en-US">
                <a:solidFill>
                  <a:schemeClr val="bg1"/>
                </a:solidFill>
                <a:latin typeface="+mj-lt"/>
              </a:rPr>
              <a:t>Our GitHub@Abbott community has 1,500 active users with 17 posts and 58 replies over the last 90 days.</a:t>
            </a:r>
          </a:p>
        </p:txBody>
      </p:sp>
    </p:spTree>
    <p:extLst>
      <p:ext uri="{BB962C8B-B14F-4D97-AF65-F5344CB8AC3E}">
        <p14:creationId xmlns:p14="http://schemas.microsoft.com/office/powerpoint/2010/main" val="3865436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27D4950-6759-1285-37F7-A458EB2FCC6A}"/>
              </a:ext>
            </a:extLst>
          </p:cNvPr>
          <p:cNvSpPr>
            <a:spLocks noGrp="1"/>
          </p:cNvSpPr>
          <p:nvPr>
            <p:ph type="body" sz="quarter" idx="10"/>
          </p:nvPr>
        </p:nvSpPr>
        <p:spPr/>
        <p:txBody>
          <a:bodyPr/>
          <a:lstStyle/>
          <a:p>
            <a:endParaRPr lang="en-US"/>
          </a:p>
        </p:txBody>
      </p:sp>
      <p:sp>
        <p:nvSpPr>
          <p:cNvPr id="4" name="Text Placeholder 3">
            <a:extLst>
              <a:ext uri="{FF2B5EF4-FFF2-40B4-BE49-F238E27FC236}">
                <a16:creationId xmlns:a16="http://schemas.microsoft.com/office/drawing/2014/main" id="{DCB4AFCC-6E7E-0359-2D66-DBE08286BB25}"/>
              </a:ext>
            </a:extLst>
          </p:cNvPr>
          <p:cNvSpPr>
            <a:spLocks noGrp="1"/>
          </p:cNvSpPr>
          <p:nvPr>
            <p:ph type="body" sz="quarter" idx="15"/>
          </p:nvPr>
        </p:nvSpPr>
        <p:spPr/>
        <p:txBody>
          <a:bodyPr/>
          <a:lstStyle/>
          <a:p>
            <a:r>
              <a:rPr lang="en-US"/>
              <a:t>What is emerging beyond the tooling</a:t>
            </a:r>
          </a:p>
        </p:txBody>
      </p:sp>
      <p:sp>
        <p:nvSpPr>
          <p:cNvPr id="5" name="Date Placeholder 4">
            <a:extLst>
              <a:ext uri="{FF2B5EF4-FFF2-40B4-BE49-F238E27FC236}">
                <a16:creationId xmlns:a16="http://schemas.microsoft.com/office/drawing/2014/main" id="{E7F63511-EE4C-D073-5843-A030DC94BCCC}"/>
              </a:ext>
            </a:extLst>
          </p:cNvPr>
          <p:cNvSpPr>
            <a:spLocks noGrp="1"/>
          </p:cNvSpPr>
          <p:nvPr>
            <p:ph type="dt" sz="half" idx="16"/>
          </p:nvPr>
        </p:nvSpPr>
        <p:spPr/>
        <p:txBody>
          <a:bodyPr/>
          <a:lstStyle/>
          <a:p>
            <a:fld id="{7C6BBA33-D340-4030-91CC-F20B097533EA}" type="datetime5">
              <a:rPr lang="en-US" sz="1333" smtClean="0"/>
              <a:t>7-May-26</a:t>
            </a:fld>
            <a:endParaRPr lang="en-IN" sz="1333"/>
          </a:p>
        </p:txBody>
      </p:sp>
      <p:sp>
        <p:nvSpPr>
          <p:cNvPr id="7" name="Slide Number Placeholder 6">
            <a:extLst>
              <a:ext uri="{FF2B5EF4-FFF2-40B4-BE49-F238E27FC236}">
                <a16:creationId xmlns:a16="http://schemas.microsoft.com/office/drawing/2014/main" id="{72984F74-640F-DAE0-6C8F-0FF41562B714}"/>
              </a:ext>
            </a:extLst>
          </p:cNvPr>
          <p:cNvSpPr>
            <a:spLocks noGrp="1"/>
          </p:cNvSpPr>
          <p:nvPr>
            <p:ph type="sldNum" sz="quarter" idx="18"/>
          </p:nvPr>
        </p:nvSpPr>
        <p:spPr/>
        <p:txBody>
          <a:bodyPr/>
          <a:lstStyle/>
          <a:p>
            <a:pPr>
              <a:defRPr/>
            </a:pPr>
            <a:r>
              <a:rPr lang="en-IN"/>
              <a:t>|    </a:t>
            </a:r>
            <a:fld id="{7B2119CD-3B2D-4CEB-B404-D2E3F8CD6D69}" type="slidenum">
              <a:rPr lang="en-IN" smtClean="0"/>
              <a:pPr>
                <a:defRPr/>
              </a:pPr>
              <a:t>9</a:t>
            </a:fld>
            <a:endParaRPr lang="en-IN"/>
          </a:p>
        </p:txBody>
      </p:sp>
      <p:sp>
        <p:nvSpPr>
          <p:cNvPr id="8" name="Title 7">
            <a:extLst>
              <a:ext uri="{FF2B5EF4-FFF2-40B4-BE49-F238E27FC236}">
                <a16:creationId xmlns:a16="http://schemas.microsoft.com/office/drawing/2014/main" id="{0DA91020-E98E-4137-B30B-633911522156}"/>
              </a:ext>
            </a:extLst>
          </p:cNvPr>
          <p:cNvSpPr>
            <a:spLocks noGrp="1"/>
          </p:cNvSpPr>
          <p:nvPr>
            <p:ph type="title"/>
          </p:nvPr>
        </p:nvSpPr>
        <p:spPr/>
        <p:txBody>
          <a:bodyPr/>
          <a:lstStyle/>
          <a:p>
            <a:r>
              <a:rPr lang="en-US"/>
              <a:t>Key Themes and Techniques</a:t>
            </a:r>
          </a:p>
        </p:txBody>
      </p:sp>
      <p:sp>
        <p:nvSpPr>
          <p:cNvPr id="11" name="Rectangle 10">
            <a:extLst>
              <a:ext uri="{FF2B5EF4-FFF2-40B4-BE49-F238E27FC236}">
                <a16:creationId xmlns:a16="http://schemas.microsoft.com/office/drawing/2014/main" id="{119EA395-002D-BAA6-10DD-1B23FFF7093F}"/>
              </a:ext>
            </a:extLst>
          </p:cNvPr>
          <p:cNvSpPr/>
          <p:nvPr/>
        </p:nvSpPr>
        <p:spPr>
          <a:xfrm>
            <a:off x="535577" y="1931487"/>
            <a:ext cx="5367385" cy="216078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br>
              <a:rPr kumimoji="0" lang="en-US" b="1" i="0" u="none" strike="noStrike" kern="1200" cap="none" spc="0" normalizeH="0" baseline="0" noProof="0">
                <a:ln>
                  <a:noFill/>
                </a:ln>
                <a:solidFill>
                  <a:prstClr val="white"/>
                </a:solidFill>
                <a:effectLst/>
                <a:uLnTx/>
                <a:uFillTx/>
                <a:latin typeface="Georgia"/>
                <a:ea typeface="+mn-ea"/>
                <a:cs typeface="+mn-cs"/>
              </a:rPr>
            </a:br>
            <a:r>
              <a:rPr kumimoji="0" lang="en-US" b="1" i="0" u="none" strike="noStrike" kern="1200" cap="none" spc="0" normalizeH="0" baseline="0" noProof="0">
                <a:ln>
                  <a:noFill/>
                </a:ln>
                <a:solidFill>
                  <a:prstClr val="white"/>
                </a:solidFill>
                <a:effectLst/>
                <a:uLnTx/>
                <a:uFillTx/>
                <a:latin typeface="Georgia"/>
                <a:ea typeface="+mn-ea"/>
                <a:cs typeface="+mn-cs"/>
              </a:rPr>
              <a:t>Agents and Model Context Protocols (MCP)</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Georgia"/>
              <a:ea typeface="+mn-ea"/>
              <a:cs typeface="+mn-cs"/>
            </a:endParaRPr>
          </a:p>
          <a:p>
            <a:pPr marL="285750" lvl="0" indent="-285750" eaLnBrk="0" fontAlgn="base" hangingPunct="0">
              <a:spcBef>
                <a:spcPct val="0"/>
              </a:spcBef>
              <a:spcAft>
                <a:spcPct val="0"/>
              </a:spcAft>
              <a:buFont typeface="Arial" panose="020B0604020202020204" pitchFamily="34" charset="0"/>
              <a:buChar char="•"/>
            </a:pPr>
            <a:r>
              <a:rPr lang="en-US" altLang="en-US" sz="1400">
                <a:solidFill>
                  <a:schemeClr val="bg1"/>
                </a:solidFill>
                <a:latin typeface="+mj-lt"/>
              </a:rPr>
              <a:t>AI agents automate complex, multi-step workflows by integrating directly with enterprise systems.</a:t>
            </a:r>
          </a:p>
          <a:p>
            <a:pPr marL="285750" lvl="0" indent="-285750" eaLnBrk="0" fontAlgn="base" hangingPunct="0">
              <a:spcBef>
                <a:spcPct val="0"/>
              </a:spcBef>
              <a:spcAft>
                <a:spcPct val="0"/>
              </a:spcAft>
              <a:buFont typeface="Arial" panose="020B0604020202020204" pitchFamily="34" charset="0"/>
              <a:buChar char="•"/>
            </a:pPr>
            <a:r>
              <a:rPr lang="en-US" altLang="en-US" sz="1400">
                <a:solidFill>
                  <a:schemeClr val="bg1"/>
                </a:solidFill>
                <a:latin typeface="+mj-lt"/>
              </a:rPr>
              <a:t>MCPs provide a secure, standardized way for AI models to access tools, APIs, and data.</a:t>
            </a:r>
          </a:p>
          <a:p>
            <a:pPr marL="285750" lvl="0" indent="-285750" eaLnBrk="0" fontAlgn="base" hangingPunct="0">
              <a:spcBef>
                <a:spcPct val="0"/>
              </a:spcBef>
              <a:spcAft>
                <a:spcPct val="0"/>
              </a:spcAft>
              <a:buFont typeface="Arial" panose="020B0604020202020204" pitchFamily="34" charset="0"/>
              <a:buChar char="•"/>
            </a:pPr>
            <a:r>
              <a:rPr lang="en-US" altLang="en-US" sz="1400">
                <a:solidFill>
                  <a:schemeClr val="bg1"/>
                </a:solidFill>
                <a:latin typeface="+mj-lt"/>
              </a:rPr>
              <a:t>Together, they enable scalable automation while maintaining governance, traceability, and enterprise control.</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Georgia"/>
              <a:ea typeface="+mn-ea"/>
              <a:cs typeface="+mn-cs"/>
            </a:endParaRPr>
          </a:p>
        </p:txBody>
      </p:sp>
      <p:sp>
        <p:nvSpPr>
          <p:cNvPr id="21" name="Rectangle 20">
            <a:extLst>
              <a:ext uri="{FF2B5EF4-FFF2-40B4-BE49-F238E27FC236}">
                <a16:creationId xmlns:a16="http://schemas.microsoft.com/office/drawing/2014/main" id="{0F6184C4-2497-5496-6CCA-76F68641A004}"/>
              </a:ext>
            </a:extLst>
          </p:cNvPr>
          <p:cNvSpPr/>
          <p:nvPr/>
        </p:nvSpPr>
        <p:spPr>
          <a:xfrm>
            <a:off x="6096000" y="1931487"/>
            <a:ext cx="5367385" cy="216078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br>
              <a:rPr kumimoji="0" lang="en-US" b="1" i="0" u="none" strike="noStrike" kern="1200" cap="none" spc="0" normalizeH="0" baseline="0" noProof="0">
                <a:ln>
                  <a:noFill/>
                </a:ln>
                <a:solidFill>
                  <a:prstClr val="white"/>
                </a:solidFill>
                <a:effectLst/>
                <a:uLnTx/>
                <a:uFillTx/>
                <a:latin typeface="Georgia"/>
                <a:ea typeface="+mn-ea"/>
                <a:cs typeface="+mn-cs"/>
              </a:rPr>
            </a:br>
            <a:r>
              <a:rPr kumimoji="0" lang="en-US" b="1" i="0" u="none" strike="noStrike" kern="1200" cap="none" spc="0" normalizeH="0" baseline="0" noProof="0">
                <a:ln>
                  <a:noFill/>
                </a:ln>
                <a:solidFill>
                  <a:prstClr val="white"/>
                </a:solidFill>
                <a:effectLst/>
                <a:uLnTx/>
                <a:uFillTx/>
                <a:latin typeface="Georgia"/>
                <a:ea typeface="+mn-ea"/>
                <a:cs typeface="+mn-cs"/>
              </a:rPr>
              <a:t>Shared Context and Instructions</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Georgia"/>
              <a:ea typeface="+mn-ea"/>
              <a:cs typeface="+mn-cs"/>
            </a:endParaRPr>
          </a:p>
          <a:p>
            <a:pPr marL="285750" lvl="0" indent="-285750" eaLnBrk="0" fontAlgn="base" hangingPunct="0">
              <a:spcBef>
                <a:spcPct val="0"/>
              </a:spcBef>
              <a:spcAft>
                <a:spcPct val="0"/>
              </a:spcAft>
              <a:buFont typeface="Arial" panose="020B0604020202020204" pitchFamily="34" charset="0"/>
              <a:buChar char="•"/>
            </a:pPr>
            <a:r>
              <a:rPr lang="en-US" sz="1400">
                <a:solidFill>
                  <a:schemeClr val="bg1"/>
                </a:solidFill>
              </a:rPr>
              <a:t>AI systems perform best when provided with structured context, clear goals, and explicit constraints.</a:t>
            </a:r>
            <a:endParaRPr lang="en-US" sz="1400">
              <a:solidFill>
                <a:schemeClr val="bg1"/>
              </a:solidFill>
              <a:latin typeface="Georgia"/>
            </a:endParaRPr>
          </a:p>
          <a:p>
            <a:pPr marL="285750" indent="-285750" eaLnBrk="0" fontAlgn="base" hangingPunct="0">
              <a:spcBef>
                <a:spcPct val="0"/>
              </a:spcBef>
              <a:spcAft>
                <a:spcPct val="0"/>
              </a:spcAft>
              <a:buFont typeface="Arial" panose="020B0604020202020204" pitchFamily="34" charset="0"/>
              <a:buChar char="•"/>
            </a:pPr>
            <a:r>
              <a:rPr lang="en-US" altLang="en-US" sz="1400">
                <a:solidFill>
                  <a:schemeClr val="bg1"/>
                </a:solidFill>
                <a:latin typeface="-webkit-standard"/>
              </a:rPr>
              <a:t>Standardized prompt patterns and reusable “instruction blocks” reduce variability and improve output quality</a:t>
            </a:r>
          </a:p>
          <a:p>
            <a:pPr marL="285750" indent="-285750" eaLnBrk="0" fontAlgn="base" hangingPunct="0">
              <a:spcBef>
                <a:spcPct val="0"/>
              </a:spcBef>
              <a:spcAft>
                <a:spcPct val="0"/>
              </a:spcAft>
              <a:buFont typeface="Arial" panose="020B0604020202020204" pitchFamily="34" charset="0"/>
              <a:buChar char="•"/>
            </a:pPr>
            <a:r>
              <a:rPr lang="en-US" sz="1400">
                <a:solidFill>
                  <a:schemeClr val="bg1"/>
                </a:solidFill>
              </a:rPr>
              <a:t>Capturing and reusing context accelerates workflows and ensures consistent outcomes across teams.</a:t>
            </a:r>
            <a:endParaRPr lang="en-US" altLang="en-US" sz="1400">
              <a:solidFill>
                <a:schemeClr val="bg1"/>
              </a:solidFill>
              <a:latin typeface="Arial" panose="020B0604020202020204" pitchFamily="34" charset="0"/>
            </a:endParaRPr>
          </a:p>
          <a:p>
            <a:pPr marL="285750" lvl="0" indent="-285750" eaLnBrk="0" fontAlgn="base" hangingPunct="0">
              <a:spcBef>
                <a:spcPct val="0"/>
              </a:spcBef>
              <a:spcAft>
                <a:spcPct val="0"/>
              </a:spcAft>
              <a:buFont typeface="Arial" panose="020B0604020202020204" pitchFamily="34" charset="0"/>
              <a:buChar char="•"/>
            </a:pPr>
            <a:endParaRPr lang="en-US"/>
          </a:p>
        </p:txBody>
      </p:sp>
      <p:sp>
        <p:nvSpPr>
          <p:cNvPr id="23" name="Rectangle 22">
            <a:extLst>
              <a:ext uri="{FF2B5EF4-FFF2-40B4-BE49-F238E27FC236}">
                <a16:creationId xmlns:a16="http://schemas.microsoft.com/office/drawing/2014/main" id="{D6BB4C97-65BF-0506-76EF-B76021913739}"/>
              </a:ext>
            </a:extLst>
          </p:cNvPr>
          <p:cNvSpPr/>
          <p:nvPr/>
        </p:nvSpPr>
        <p:spPr>
          <a:xfrm>
            <a:off x="535576" y="4262319"/>
            <a:ext cx="5367385" cy="216078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a:ln>
                  <a:noFill/>
                </a:ln>
                <a:solidFill>
                  <a:prstClr val="white"/>
                </a:solidFill>
                <a:effectLst/>
                <a:uLnTx/>
                <a:uFillTx/>
                <a:latin typeface="Georgia"/>
                <a:ea typeface="+mn-ea"/>
                <a:cs typeface="+mn-cs"/>
              </a:rPr>
              <a:t>Spec-Driven Development</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Georgia"/>
              <a:ea typeface="+mn-ea"/>
              <a:cs typeface="+mn-cs"/>
            </a:endParaRPr>
          </a:p>
          <a:p>
            <a:pPr marL="285750" lvl="0" indent="-285750" eaLnBrk="0" fontAlgn="base" hangingPunct="0">
              <a:spcBef>
                <a:spcPct val="0"/>
              </a:spcBef>
              <a:spcAft>
                <a:spcPct val="0"/>
              </a:spcAft>
              <a:buFont typeface="Arial" panose="020B0604020202020204" pitchFamily="34" charset="0"/>
              <a:buChar char="•"/>
            </a:pPr>
            <a:r>
              <a:rPr lang="en-US" sz="1400"/>
              <a:t>Starting with an AI-generated or human-authored specification reduces rework and creates clarity before coding begins</a:t>
            </a:r>
          </a:p>
          <a:p>
            <a:pPr marL="285750" lvl="0" indent="-285750" eaLnBrk="0" fontAlgn="base" hangingPunct="0">
              <a:spcBef>
                <a:spcPct val="0"/>
              </a:spcBef>
              <a:spcAft>
                <a:spcPct val="0"/>
              </a:spcAft>
              <a:buFont typeface="Arial" panose="020B0604020202020204" pitchFamily="34" charset="0"/>
              <a:buChar char="•"/>
            </a:pPr>
            <a:r>
              <a:rPr lang="en-US" sz="1400"/>
              <a:t>Specs guide both humans and AI coding tools, improving quality, reducing defects, and accelerating development.</a:t>
            </a:r>
          </a:p>
          <a:p>
            <a:pPr marL="285750" lvl="0" indent="-285750" eaLnBrk="0" fontAlgn="base" hangingPunct="0">
              <a:spcBef>
                <a:spcPct val="0"/>
              </a:spcBef>
              <a:spcAft>
                <a:spcPct val="0"/>
              </a:spcAft>
              <a:buFont typeface="Arial" panose="020B0604020202020204" pitchFamily="34" charset="0"/>
              <a:buChar char="•"/>
            </a:pPr>
            <a:r>
              <a:rPr lang="en-US" sz="1400"/>
              <a:t>This approach aligns product, engineering, and AI agents around a shared blueprint from the start.</a:t>
            </a:r>
          </a:p>
        </p:txBody>
      </p:sp>
      <p:sp>
        <p:nvSpPr>
          <p:cNvPr id="24" name="Rectangle 23">
            <a:extLst>
              <a:ext uri="{FF2B5EF4-FFF2-40B4-BE49-F238E27FC236}">
                <a16:creationId xmlns:a16="http://schemas.microsoft.com/office/drawing/2014/main" id="{F9357F66-CD88-5EA1-EEC7-68DEB0690E0E}"/>
              </a:ext>
            </a:extLst>
          </p:cNvPr>
          <p:cNvSpPr/>
          <p:nvPr/>
        </p:nvSpPr>
        <p:spPr>
          <a:xfrm>
            <a:off x="6095999" y="4262319"/>
            <a:ext cx="5367385" cy="216078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a:solidFill>
                  <a:prstClr val="white"/>
                </a:solidFill>
                <a:latin typeface="Georgia"/>
              </a:rPr>
              <a:t>Continued Need for Human Judgement</a:t>
            </a:r>
            <a:endParaRPr kumimoji="0" lang="en-US" b="1" i="0" u="none" strike="noStrike" kern="1200" cap="none" spc="0" normalizeH="0" baseline="0" noProof="0">
              <a:ln>
                <a:noFill/>
              </a:ln>
              <a:solidFill>
                <a:prstClr val="white"/>
              </a:solidFill>
              <a:effectLst/>
              <a:uLnTx/>
              <a:uFillTx/>
              <a:latin typeface="Georgia"/>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Georgia"/>
              <a:ea typeface="+mn-ea"/>
              <a:cs typeface="+mn-cs"/>
            </a:endParaRPr>
          </a:p>
          <a:p>
            <a:pPr marL="285750" lvl="0" indent="-285750" eaLnBrk="0" fontAlgn="base" hangingPunct="0">
              <a:spcBef>
                <a:spcPct val="0"/>
              </a:spcBef>
              <a:spcAft>
                <a:spcPct val="0"/>
              </a:spcAft>
              <a:buFont typeface="Arial" panose="020B0604020202020204" pitchFamily="34" charset="0"/>
              <a:buChar char="•"/>
            </a:pPr>
            <a:r>
              <a:rPr lang="en-US" sz="1400">
                <a:solidFill>
                  <a:schemeClr val="bg1"/>
                </a:solidFill>
              </a:rPr>
              <a:t>AI accelerates work but still requires oversight for accuracy, ethics, risk, and business alignment.</a:t>
            </a:r>
          </a:p>
          <a:p>
            <a:pPr marL="285750" lvl="0" indent="-285750" eaLnBrk="0" fontAlgn="base" hangingPunct="0">
              <a:spcBef>
                <a:spcPct val="0"/>
              </a:spcBef>
              <a:spcAft>
                <a:spcPct val="0"/>
              </a:spcAft>
              <a:buFont typeface="Arial" panose="020B0604020202020204" pitchFamily="34" charset="0"/>
              <a:buChar char="•"/>
            </a:pPr>
            <a:r>
              <a:rPr lang="en-US" sz="1400">
                <a:solidFill>
                  <a:schemeClr val="bg1"/>
                </a:solidFill>
              </a:rPr>
              <a:t>Humans remain essential for validating assumptions, making trade-offs, and interpreting ambiguous requirements</a:t>
            </a:r>
          </a:p>
          <a:p>
            <a:pPr marL="285750" indent="-285750" eaLnBrk="0" fontAlgn="base" hangingPunct="0">
              <a:spcBef>
                <a:spcPct val="0"/>
              </a:spcBef>
              <a:spcAft>
                <a:spcPct val="0"/>
              </a:spcAft>
              <a:buFont typeface="Arial" panose="020B0604020202020204" pitchFamily="34" charset="0"/>
              <a:buChar char="•"/>
            </a:pPr>
            <a:r>
              <a:rPr lang="en-US" altLang="en-US" sz="1400">
                <a:solidFill>
                  <a:schemeClr val="bg1"/>
                </a:solidFill>
                <a:latin typeface="Arial" panose="020B0604020202020204" pitchFamily="34" charset="0"/>
              </a:rPr>
              <a:t>Effective human–AI collaboration maximizes productivity while ensuring outcomes remain trustworthy and strategic.</a:t>
            </a:r>
          </a:p>
        </p:txBody>
      </p:sp>
    </p:spTree>
    <p:extLst>
      <p:ext uri="{BB962C8B-B14F-4D97-AF65-F5344CB8AC3E}">
        <p14:creationId xmlns:p14="http://schemas.microsoft.com/office/powerpoint/2010/main" val="26593178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C65029-6D91-AD01-C3A6-39EF6606D5DA}"/>
            </a:ext>
          </a:extLst>
        </p:cNvPr>
        <p:cNvGrpSpPr/>
        <p:nvPr/>
      </p:nvGrpSpPr>
      <p:grpSpPr>
        <a:xfrm>
          <a:off x="0" y="0"/>
          <a:ext cx="0" cy="0"/>
          <a:chOff x="0" y="0"/>
          <a:chExt cx="0" cy="0"/>
        </a:xfrm>
      </p:grpSpPr>
      <p:sp>
        <p:nvSpPr>
          <p:cNvPr id="7" name="Text Placeholder 6">
            <a:extLst>
              <a:ext uri="{FF2B5EF4-FFF2-40B4-BE49-F238E27FC236}">
                <a16:creationId xmlns:a16="http://schemas.microsoft.com/office/drawing/2014/main" id="{689E49BA-8780-DAC4-6766-E3126761F36D}"/>
              </a:ext>
            </a:extLst>
          </p:cNvPr>
          <p:cNvSpPr>
            <a:spLocks noGrp="1"/>
          </p:cNvSpPr>
          <p:nvPr>
            <p:ph type="body" sz="quarter" idx="10"/>
          </p:nvPr>
        </p:nvSpPr>
        <p:spPr/>
        <p:txBody>
          <a:bodyPr/>
          <a:lstStyle/>
          <a:p>
            <a:r>
              <a:rPr lang="en-US"/>
              <a:t>Developer Experience and tooling</a:t>
            </a:r>
          </a:p>
        </p:txBody>
      </p:sp>
      <p:sp>
        <p:nvSpPr>
          <p:cNvPr id="3" name="Date Placeholder 2">
            <a:extLst>
              <a:ext uri="{FF2B5EF4-FFF2-40B4-BE49-F238E27FC236}">
                <a16:creationId xmlns:a16="http://schemas.microsoft.com/office/drawing/2014/main" id="{D0108BFA-3B2E-33B7-9611-A261A8595CC3}"/>
              </a:ext>
            </a:extLst>
          </p:cNvPr>
          <p:cNvSpPr>
            <a:spLocks noGrp="1"/>
          </p:cNvSpPr>
          <p:nvPr>
            <p:ph type="dt" sz="half" idx="16"/>
          </p:nvPr>
        </p:nvSpPr>
        <p:spPr/>
        <p: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fld id="{6C03C840-AF03-4AC7-888F-1B23DCEAB4ED}" type="datetime5">
              <a:rPr kumimoji="0" lang="en-US" sz="1333" b="0" i="0" u="none" strike="noStrike" kern="1200" cap="none" spc="0" normalizeH="0" baseline="0" noProof="0">
                <a:ln>
                  <a:noFill/>
                </a:ln>
                <a:solidFill>
                  <a:srgbClr val="000000"/>
                </a:solidFill>
                <a:effectLst/>
                <a:uLnTx/>
                <a:uFillTx/>
                <a:latin typeface="Calibri"/>
                <a:ea typeface="+mn-ea"/>
                <a:cs typeface="+mn-cs"/>
              </a:rPr>
              <a:pPr marL="0" marR="0" lvl="0" indent="0" algn="ctr" defTabSz="1219170" rtl="0" eaLnBrk="1" fontAlgn="auto" latinLnBrk="0" hangingPunct="1">
                <a:lnSpc>
                  <a:spcPct val="100000"/>
                </a:lnSpc>
                <a:spcBef>
                  <a:spcPts val="0"/>
                </a:spcBef>
                <a:spcAft>
                  <a:spcPts val="0"/>
                </a:spcAft>
                <a:buClrTx/>
                <a:buSzTx/>
                <a:buFontTx/>
                <a:buNone/>
                <a:tabLst/>
                <a:defRPr/>
              </a:pPr>
              <a:t>7-May-26</a:t>
            </a:fld>
            <a:endParaRPr kumimoji="0" lang="en-IN" sz="1333" b="0" i="0" u="none" strike="noStrike" kern="1200" cap="none" spc="0" normalizeH="0" baseline="0" noProof="0">
              <a:ln>
                <a:noFill/>
              </a:ln>
              <a:solidFill>
                <a:srgbClr val="000000"/>
              </a:solidFill>
              <a:effectLst/>
              <a:uLnTx/>
              <a:uFillTx/>
              <a:latin typeface="Calibri"/>
              <a:ea typeface="+mn-ea"/>
              <a:cs typeface="+mn-cs"/>
            </a:endParaRPr>
          </a:p>
        </p:txBody>
      </p:sp>
      <p:sp>
        <p:nvSpPr>
          <p:cNvPr id="21" name="Slide Number Placeholder 20">
            <a:extLst>
              <a:ext uri="{FF2B5EF4-FFF2-40B4-BE49-F238E27FC236}">
                <a16:creationId xmlns:a16="http://schemas.microsoft.com/office/drawing/2014/main" id="{49078647-5F64-C27D-E307-72B637E3C5A6}"/>
              </a:ext>
            </a:extLst>
          </p:cNvPr>
          <p:cNvSpPr>
            <a:spLocks noGrp="1"/>
          </p:cNvSpPr>
          <p:nvPr>
            <p:ph type="sldNum" sz="quarter" idx="18"/>
          </p:nvPr>
        </p:nvSpPr>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r>
              <a:rPr kumimoji="0" lang="en-IN" sz="1333" b="0" i="0" u="none" strike="noStrike" kern="1200" cap="none" spc="0" normalizeH="0" baseline="0" noProof="0">
                <a:ln>
                  <a:noFill/>
                </a:ln>
                <a:solidFill>
                  <a:srgbClr val="000000"/>
                </a:solidFill>
                <a:effectLst/>
                <a:uLnTx/>
                <a:uFillTx/>
                <a:latin typeface="Calibri"/>
                <a:ea typeface="+mn-ea"/>
                <a:cs typeface="+mn-cs"/>
              </a:rPr>
              <a:t>|    </a:t>
            </a:r>
            <a:fld id="{7B2119CD-3B2D-4CEB-B404-D2E3F8CD6D69}" type="slidenum">
              <a:rPr kumimoji="0" lang="en-IN" sz="1333" b="0" i="0" u="none" strike="noStrike" kern="1200" cap="none" spc="0" normalizeH="0" baseline="0" noProof="0">
                <a:ln>
                  <a:noFill/>
                </a:ln>
                <a:solidFill>
                  <a:srgbClr val="000000"/>
                </a:solidFill>
                <a:effectLst/>
                <a:uLnTx/>
                <a:uFillTx/>
                <a:latin typeface="Calibri"/>
                <a:ea typeface="+mn-ea"/>
                <a:cs typeface="+mn-cs"/>
              </a:rPr>
              <a:pPr marL="0" marR="0" lvl="0" indent="0" algn="r" defTabSz="1219170" rtl="0" eaLnBrk="1" fontAlgn="auto" latinLnBrk="0" hangingPunct="1">
                <a:lnSpc>
                  <a:spcPct val="100000"/>
                </a:lnSpc>
                <a:spcBef>
                  <a:spcPts val="0"/>
                </a:spcBef>
                <a:spcAft>
                  <a:spcPts val="0"/>
                </a:spcAft>
                <a:buClrTx/>
                <a:buSzTx/>
                <a:buFontTx/>
                <a:buNone/>
                <a:tabLst/>
                <a:defRPr/>
              </a:pPr>
              <a:t>10</a:t>
            </a:fld>
            <a:endParaRPr kumimoji="0" lang="en-IN" sz="1333" b="0" i="0" u="none" strike="noStrike" kern="1200" cap="none" spc="0" normalizeH="0" baseline="0" noProof="0">
              <a:ln>
                <a:noFill/>
              </a:ln>
              <a:solidFill>
                <a:srgbClr val="000000"/>
              </a:solidFill>
              <a:effectLst/>
              <a:uLnTx/>
              <a:uFillTx/>
              <a:latin typeface="Calibri"/>
              <a:ea typeface="+mn-ea"/>
              <a:cs typeface="+mn-cs"/>
            </a:endParaRPr>
          </a:p>
        </p:txBody>
      </p:sp>
      <p:sp>
        <p:nvSpPr>
          <p:cNvPr id="15" name="TextBox 14">
            <a:extLst>
              <a:ext uri="{FF2B5EF4-FFF2-40B4-BE49-F238E27FC236}">
                <a16:creationId xmlns:a16="http://schemas.microsoft.com/office/drawing/2014/main" id="{E2EF8528-2284-B2A6-6440-5DAE517B8F94}"/>
              </a:ext>
            </a:extLst>
          </p:cNvPr>
          <p:cNvSpPr txBox="1"/>
          <p:nvPr/>
        </p:nvSpPr>
        <p:spPr>
          <a:xfrm>
            <a:off x="576199" y="1333387"/>
            <a:ext cx="7083595" cy="954107"/>
          </a:xfrm>
          <a:prstGeom prst="rect">
            <a:avLst/>
          </a:prstGeom>
          <a:noFill/>
        </p:spPr>
        <p:txBody>
          <a:bodyPr wrap="square" rtlCol="0">
            <a:spAutoFit/>
          </a:bodyPr>
          <a:lstStyle/>
          <a:p>
            <a:pPr lvl="0" defTabSz="1219170">
              <a:spcBef>
                <a:spcPts val="300"/>
              </a:spcBef>
              <a:defRPr/>
            </a:pPr>
            <a:r>
              <a:rPr lang="en-US" sz="1400">
                <a:latin typeface="+mj-lt"/>
              </a:rPr>
              <a:t>A set of AI-enabled platforms that streamline software development, DevOps, and security workflows. These tools reduce manual engineering tasks, improve code quality, accelerate delivery timelines, and enhance visibility into development performance. They help teams ship software faster, safer, and with stronger governance.</a:t>
            </a:r>
            <a:endParaRPr kumimoji="0" lang="en-US" sz="1400" b="0" i="0" u="none" strike="noStrike" kern="1200" cap="none" spc="0" normalizeH="0" baseline="0" noProof="0">
              <a:ln>
                <a:noFill/>
              </a:ln>
              <a:solidFill>
                <a:srgbClr val="222731"/>
              </a:solidFill>
              <a:effectLst/>
              <a:uLnTx/>
              <a:uFillTx/>
              <a:latin typeface="+mj-lt"/>
              <a:ea typeface="Calibri Light"/>
              <a:cs typeface="Calibri Light"/>
            </a:endParaRPr>
          </a:p>
        </p:txBody>
      </p:sp>
      <p:sp>
        <p:nvSpPr>
          <p:cNvPr id="16" name="TextBox 15">
            <a:extLst>
              <a:ext uri="{FF2B5EF4-FFF2-40B4-BE49-F238E27FC236}">
                <a16:creationId xmlns:a16="http://schemas.microsoft.com/office/drawing/2014/main" id="{5C889068-2601-95F5-0E48-97B135566265}"/>
              </a:ext>
            </a:extLst>
          </p:cNvPr>
          <p:cNvSpPr txBox="1"/>
          <p:nvPr/>
        </p:nvSpPr>
        <p:spPr>
          <a:xfrm>
            <a:off x="605447" y="2411419"/>
            <a:ext cx="3205333" cy="224676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000000"/>
                </a:solidFill>
                <a:effectLst/>
                <a:uLnTx/>
                <a:uFillTx/>
                <a:latin typeface="Georgia"/>
                <a:ea typeface="+mn-ea"/>
                <a:cs typeface="+mn-cs"/>
              </a:rPr>
              <a:t>Adopt</a:t>
            </a:r>
          </a:p>
          <a:p>
            <a:pPr marL="274320" marR="0" lvl="0" indent="-27432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400" b="0" i="0" u="none" strike="noStrike" kern="1200" cap="none" spc="0" normalizeH="0" baseline="0" noProof="0">
                <a:ln>
                  <a:noFill/>
                </a:ln>
                <a:solidFill>
                  <a:srgbClr val="000000"/>
                </a:solidFill>
                <a:effectLst/>
                <a:uLnTx/>
                <a:uFillTx/>
                <a:latin typeface="Georgia"/>
                <a:ea typeface="+mn-ea"/>
                <a:cs typeface="+mn-cs"/>
              </a:rPr>
              <a:t>GitHub Copilot (AI pair programmer)</a:t>
            </a:r>
          </a:p>
          <a:p>
            <a:pPr marL="274320" marR="0" lvl="0" indent="-274320" algn="l" defTabSz="914400" rtl="0" eaLnBrk="1" fontAlgn="auto" latinLnBrk="0" hangingPunct="1">
              <a:lnSpc>
                <a:spcPct val="100000"/>
              </a:lnSpc>
              <a:spcBef>
                <a:spcPts val="0"/>
              </a:spcBef>
              <a:spcAft>
                <a:spcPts val="0"/>
              </a:spcAft>
              <a:buClrTx/>
              <a:buSzTx/>
              <a:buFont typeface="+mj-lt"/>
              <a:buAutoNum type="arabicPeriod"/>
              <a:tabLst/>
              <a:defRPr/>
            </a:pPr>
            <a:r>
              <a:rPr lang="en-US" sz="1400">
                <a:solidFill>
                  <a:srgbClr val="000000"/>
                </a:solidFill>
                <a:latin typeface="Georgia"/>
              </a:rPr>
              <a:t>GitHub (Actions,  Source Code Management)</a:t>
            </a:r>
          </a:p>
          <a:p>
            <a:pPr marL="274320" marR="0" lvl="0" indent="-27432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400" b="0" i="0" u="none" strike="noStrike" kern="1200" cap="none" spc="0" normalizeH="0" baseline="0" noProof="0" err="1">
                <a:ln>
                  <a:noFill/>
                </a:ln>
                <a:solidFill>
                  <a:srgbClr val="000000"/>
                </a:solidFill>
                <a:effectLst/>
                <a:uLnTx/>
                <a:uFillTx/>
                <a:latin typeface="Georgia"/>
                <a:ea typeface="+mn-ea"/>
                <a:cs typeface="+mn-cs"/>
              </a:rPr>
              <a:t>jFrog</a:t>
            </a:r>
            <a:r>
              <a:rPr kumimoji="0" lang="en-US" sz="1400" b="0" i="0" u="none" strike="noStrike" kern="1200" cap="none" spc="0" normalizeH="0" baseline="0" noProof="0">
                <a:ln>
                  <a:noFill/>
                </a:ln>
                <a:solidFill>
                  <a:srgbClr val="000000"/>
                </a:solidFill>
                <a:effectLst/>
                <a:uLnTx/>
                <a:uFillTx/>
                <a:latin typeface="Georgia"/>
                <a:ea typeface="+mn-ea"/>
                <a:cs typeface="+mn-cs"/>
              </a:rPr>
              <a:t> Artifactory</a:t>
            </a: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endParaRPr kumimoji="0" lang="en-US" sz="1400" b="0" i="0" u="none" strike="noStrike" kern="1200" cap="none" spc="0" normalizeH="0" baseline="0" noProof="0">
              <a:ln>
                <a:noFill/>
              </a:ln>
              <a:solidFill>
                <a:srgbClr val="000000"/>
              </a:solidFill>
              <a:effectLst/>
              <a:uLnTx/>
              <a:uFillTx/>
              <a:latin typeface="Georgia"/>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000000"/>
                </a:solidFill>
                <a:effectLst/>
                <a:uLnTx/>
                <a:uFillTx/>
                <a:latin typeface="Georgia"/>
                <a:ea typeface="+mn-ea"/>
                <a:cs typeface="+mn-cs"/>
              </a:rPr>
              <a:t>Trial</a:t>
            </a:r>
            <a:endParaRPr kumimoji="0" lang="en-US" sz="1400" b="0" i="0" u="none" strike="noStrike" kern="1200" cap="none" spc="0" normalizeH="0" baseline="0" noProof="0">
              <a:ln>
                <a:noFill/>
              </a:ln>
              <a:solidFill>
                <a:srgbClr val="000000"/>
              </a:solidFill>
              <a:effectLst/>
              <a:uLnTx/>
              <a:uFillTx/>
              <a:latin typeface="Georgia"/>
              <a:ea typeface="+mn-ea"/>
              <a:cs typeface="+mn-cs"/>
            </a:endParaRPr>
          </a:p>
          <a:p>
            <a:pPr marL="296863" marR="0" lvl="0" indent="-296863" algn="l" defTabSz="914400" rtl="0" eaLnBrk="1" fontAlgn="auto" latinLnBrk="0" hangingPunct="1">
              <a:lnSpc>
                <a:spcPct val="100000"/>
              </a:lnSpc>
              <a:spcBef>
                <a:spcPts val="0"/>
              </a:spcBef>
              <a:spcAft>
                <a:spcPts val="0"/>
              </a:spcAft>
              <a:buClrTx/>
              <a:buSzTx/>
              <a:buFont typeface="+mj-lt"/>
              <a:buAutoNum type="arabicPeriod" startAt="4"/>
              <a:defRPr/>
            </a:pPr>
            <a:r>
              <a:rPr kumimoji="0" lang="en-US" sz="1400" b="0" i="0" u="none" strike="noStrike" kern="1200" cap="none" spc="0" normalizeH="0" baseline="0" noProof="0">
                <a:ln>
                  <a:noFill/>
                </a:ln>
                <a:solidFill>
                  <a:srgbClr val="000000"/>
                </a:solidFill>
                <a:effectLst/>
                <a:uLnTx/>
                <a:uFillTx/>
                <a:latin typeface="Georgia"/>
                <a:ea typeface="+mn-ea"/>
                <a:cs typeface="+mn-cs"/>
              </a:rPr>
              <a:t>ChatGPT Enterprise (ADC/DTS)</a:t>
            </a:r>
          </a:p>
          <a:p>
            <a:pPr marL="296863" lvl="0" indent="-296863">
              <a:buFont typeface="+mj-lt"/>
              <a:buAutoNum type="arabicPeriod" startAt="4"/>
              <a:defRPr/>
            </a:pPr>
            <a:r>
              <a:rPr lang="en-US" sz="1400">
                <a:solidFill>
                  <a:srgbClr val="000000"/>
                </a:solidFill>
                <a:latin typeface="Georgia"/>
              </a:rPr>
              <a:t>Claude Code (ADC/DTS)</a:t>
            </a:r>
            <a:endParaRPr kumimoji="0" lang="en-US" sz="1400" b="0" i="0" u="none" strike="noStrike" kern="1200" cap="none" spc="0" normalizeH="0" baseline="0" noProof="0">
              <a:ln>
                <a:noFill/>
              </a:ln>
              <a:solidFill>
                <a:srgbClr val="000000"/>
              </a:solidFill>
              <a:effectLst/>
              <a:uLnTx/>
              <a:uFillTx/>
              <a:latin typeface="Georgia"/>
              <a:ea typeface="+mn-ea"/>
              <a:cs typeface="+mn-cs"/>
            </a:endParaRPr>
          </a:p>
        </p:txBody>
      </p:sp>
      <p:sp>
        <p:nvSpPr>
          <p:cNvPr id="17" name="TextBox 16">
            <a:extLst>
              <a:ext uri="{FF2B5EF4-FFF2-40B4-BE49-F238E27FC236}">
                <a16:creationId xmlns:a16="http://schemas.microsoft.com/office/drawing/2014/main" id="{E5FD7CB6-1F2C-279A-71DB-EFB1DE56F33F}"/>
              </a:ext>
            </a:extLst>
          </p:cNvPr>
          <p:cNvSpPr txBox="1"/>
          <p:nvPr/>
        </p:nvSpPr>
        <p:spPr>
          <a:xfrm>
            <a:off x="4052138" y="2411419"/>
            <a:ext cx="2834640" cy="2462213"/>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000000"/>
                </a:solidFill>
                <a:effectLst/>
                <a:uLnTx/>
                <a:uFillTx/>
                <a:latin typeface="Georgia"/>
                <a:ea typeface="+mn-ea"/>
                <a:cs typeface="+mn-cs"/>
              </a:rPr>
              <a:t>Assess</a:t>
            </a:r>
          </a:p>
          <a:p>
            <a:pPr marL="342900" marR="0" lvl="0" indent="-342900" algn="l" defTabSz="914400" rtl="0" eaLnBrk="1" fontAlgn="auto" latinLnBrk="0" hangingPunct="1">
              <a:lnSpc>
                <a:spcPct val="100000"/>
              </a:lnSpc>
              <a:spcBef>
                <a:spcPts val="0"/>
              </a:spcBef>
              <a:spcAft>
                <a:spcPts val="0"/>
              </a:spcAft>
              <a:buClrTx/>
              <a:buSzTx/>
              <a:buFont typeface="+mj-lt"/>
              <a:buAutoNum type="arabicPeriod" startAt="7"/>
              <a:defRPr/>
            </a:pPr>
            <a:r>
              <a:rPr kumimoji="0" lang="en-US" sz="1400" b="0" i="0" u="none" strike="noStrike" kern="1200" cap="none" spc="0" normalizeH="0" baseline="0" noProof="0">
                <a:ln>
                  <a:noFill/>
                </a:ln>
                <a:solidFill>
                  <a:srgbClr val="000000"/>
                </a:solidFill>
                <a:effectLst/>
                <a:uLnTx/>
                <a:uFillTx/>
                <a:latin typeface="Georgia"/>
                <a:ea typeface="+mn-ea"/>
                <a:cs typeface="+mn-cs"/>
              </a:rPr>
              <a:t>Claude Enterprise (ADC/DTS)</a:t>
            </a:r>
          </a:p>
          <a:p>
            <a:pPr marL="342900" marR="0" lvl="0" indent="-342900" algn="l" defTabSz="914400" rtl="0" eaLnBrk="1" fontAlgn="auto" latinLnBrk="0" hangingPunct="1">
              <a:lnSpc>
                <a:spcPct val="100000"/>
              </a:lnSpc>
              <a:spcBef>
                <a:spcPts val="0"/>
              </a:spcBef>
              <a:spcAft>
                <a:spcPts val="0"/>
              </a:spcAft>
              <a:buClrTx/>
              <a:buSzTx/>
              <a:buFont typeface="+mj-lt"/>
              <a:buAutoNum type="arabicPeriod" startAt="7"/>
              <a:tabLst/>
              <a:defRPr/>
            </a:pPr>
            <a:r>
              <a:rPr kumimoji="0" lang="en-US" sz="1400" b="0" i="0" u="none" strike="noStrike" kern="1200" cap="none" spc="0" normalizeH="0" baseline="0" noProof="0" err="1">
                <a:ln>
                  <a:noFill/>
                </a:ln>
                <a:solidFill>
                  <a:srgbClr val="000000"/>
                </a:solidFill>
                <a:effectLst/>
                <a:uLnTx/>
                <a:uFillTx/>
                <a:latin typeface="Georgia"/>
                <a:ea typeface="+mn-ea"/>
                <a:cs typeface="+mn-cs"/>
              </a:rPr>
              <a:t>CodeRabbit</a:t>
            </a:r>
            <a:r>
              <a:rPr kumimoji="0" lang="en-US" sz="1400" b="0" i="0" u="none" strike="noStrike" kern="1200" cap="none" spc="0" normalizeH="0" baseline="0" noProof="0">
                <a:ln>
                  <a:noFill/>
                </a:ln>
                <a:solidFill>
                  <a:srgbClr val="000000"/>
                </a:solidFill>
                <a:effectLst/>
                <a:uLnTx/>
                <a:uFillTx/>
                <a:latin typeface="Georgia"/>
                <a:ea typeface="+mn-ea"/>
                <a:cs typeface="+mn-cs"/>
              </a:rPr>
              <a:t> (ADC)</a:t>
            </a:r>
          </a:p>
          <a:p>
            <a:pPr marL="342900" marR="0" lvl="0" indent="-342900" algn="l" defTabSz="914400" rtl="0" eaLnBrk="1" fontAlgn="auto" latinLnBrk="0" hangingPunct="1">
              <a:lnSpc>
                <a:spcPct val="100000"/>
              </a:lnSpc>
              <a:spcBef>
                <a:spcPts val="0"/>
              </a:spcBef>
              <a:spcAft>
                <a:spcPts val="0"/>
              </a:spcAft>
              <a:buClrTx/>
              <a:buSzTx/>
              <a:buFont typeface="+mj-lt"/>
              <a:buAutoNum type="arabicPeriod" startAt="7"/>
              <a:tabLst/>
              <a:defRPr/>
            </a:pPr>
            <a:r>
              <a:rPr kumimoji="0" lang="en-US" sz="1400" b="0" i="0" u="none" strike="noStrike" kern="1200" cap="none" spc="0" normalizeH="0" baseline="0" noProof="0" err="1">
                <a:ln>
                  <a:noFill/>
                </a:ln>
                <a:solidFill>
                  <a:srgbClr val="000000"/>
                </a:solidFill>
                <a:effectLst/>
                <a:uLnTx/>
                <a:uFillTx/>
                <a:latin typeface="Georgia"/>
                <a:ea typeface="+mn-ea"/>
                <a:cs typeface="+mn-cs"/>
              </a:rPr>
              <a:t>Rematiq</a:t>
            </a:r>
            <a:r>
              <a:rPr kumimoji="0" lang="en-US" sz="1400" b="0" i="0" u="none" strike="noStrike" kern="1200" cap="none" spc="0" normalizeH="0" baseline="0" noProof="0">
                <a:ln>
                  <a:noFill/>
                </a:ln>
                <a:solidFill>
                  <a:srgbClr val="000000"/>
                </a:solidFill>
                <a:effectLst/>
                <a:uLnTx/>
                <a:uFillTx/>
                <a:latin typeface="Georgia"/>
                <a:ea typeface="+mn-ea"/>
                <a:cs typeface="+mn-cs"/>
              </a:rPr>
              <a:t> (AI workflow automation) (ADC)</a:t>
            </a: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endParaRPr kumimoji="0" lang="en-US" sz="1400" b="0" i="0" u="none" strike="noStrike" kern="1200" cap="none" spc="0" normalizeH="0" baseline="0" noProof="0">
              <a:ln>
                <a:noFill/>
              </a:ln>
              <a:solidFill>
                <a:srgbClr val="000000"/>
              </a:solidFill>
              <a:effectLst/>
              <a:uLnTx/>
              <a:uFillTx/>
              <a:latin typeface="Georgia"/>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000000"/>
                </a:solidFill>
                <a:effectLst/>
                <a:uLnTx/>
                <a:uFillTx/>
                <a:latin typeface="Georgia"/>
                <a:ea typeface="+mn-ea"/>
                <a:cs typeface="+mn-cs"/>
              </a:rPr>
              <a:t>Hold</a:t>
            </a:r>
          </a:p>
          <a:p>
            <a:pPr marL="342900" marR="0" lvl="0" indent="-342900" algn="l" defTabSz="914400" rtl="0" eaLnBrk="1" fontAlgn="auto" latinLnBrk="0" hangingPunct="1">
              <a:lnSpc>
                <a:spcPct val="100000"/>
              </a:lnSpc>
              <a:spcBef>
                <a:spcPts val="0"/>
              </a:spcBef>
              <a:spcAft>
                <a:spcPts val="0"/>
              </a:spcAft>
              <a:buClrTx/>
              <a:buSzTx/>
              <a:buFont typeface="+mj-lt"/>
              <a:buAutoNum type="arabicPeriod" startAt="10"/>
              <a:tabLst/>
              <a:defRPr/>
            </a:pPr>
            <a:r>
              <a:rPr lang="en-US" sz="1400">
                <a:solidFill>
                  <a:srgbClr val="000000"/>
                </a:solidFill>
                <a:latin typeface="Georgia"/>
              </a:rPr>
              <a:t>Jenkins</a:t>
            </a:r>
          </a:p>
          <a:p>
            <a:pPr marL="342900" marR="0" lvl="0" indent="-342900" algn="l" defTabSz="914400" rtl="0" eaLnBrk="1" fontAlgn="auto" latinLnBrk="0" hangingPunct="1">
              <a:lnSpc>
                <a:spcPct val="100000"/>
              </a:lnSpc>
              <a:spcBef>
                <a:spcPts val="0"/>
              </a:spcBef>
              <a:spcAft>
                <a:spcPts val="0"/>
              </a:spcAft>
              <a:buClrTx/>
              <a:buSzTx/>
              <a:buFont typeface="+mj-lt"/>
              <a:buAutoNum type="arabicPeriod" startAt="10"/>
              <a:tabLst/>
              <a:defRPr/>
            </a:pPr>
            <a:r>
              <a:rPr kumimoji="0" lang="en-US" sz="1400" b="0" i="0" u="none" strike="noStrike" kern="1200" cap="none" spc="0" normalizeH="0" baseline="0" noProof="0" err="1">
                <a:ln>
                  <a:noFill/>
                </a:ln>
                <a:solidFill>
                  <a:srgbClr val="000000"/>
                </a:solidFill>
                <a:effectLst/>
                <a:uLnTx/>
                <a:uFillTx/>
                <a:latin typeface="Georgia"/>
                <a:ea typeface="+mn-ea"/>
                <a:cs typeface="+mn-cs"/>
              </a:rPr>
              <a:t>Sonarqu</a:t>
            </a:r>
            <a:r>
              <a:rPr lang="en-US" sz="1400">
                <a:solidFill>
                  <a:srgbClr val="000000"/>
                </a:solidFill>
                <a:latin typeface="Georgia"/>
              </a:rPr>
              <a:t>be</a:t>
            </a:r>
          </a:p>
          <a:p>
            <a:pPr marL="342900" marR="0" lvl="0" indent="-342900" algn="l" defTabSz="914400" rtl="0" eaLnBrk="1" fontAlgn="auto" latinLnBrk="0" hangingPunct="1">
              <a:lnSpc>
                <a:spcPct val="100000"/>
              </a:lnSpc>
              <a:spcBef>
                <a:spcPts val="0"/>
              </a:spcBef>
              <a:spcAft>
                <a:spcPts val="0"/>
              </a:spcAft>
              <a:buClrTx/>
              <a:buSzTx/>
              <a:buFont typeface="+mj-lt"/>
              <a:buAutoNum type="arabicPeriod" startAt="10"/>
              <a:tabLst/>
              <a:defRPr/>
            </a:pPr>
            <a:r>
              <a:rPr lang="en-US" sz="1400">
                <a:solidFill>
                  <a:srgbClr val="000000"/>
                </a:solidFill>
                <a:latin typeface="Georgia"/>
              </a:rPr>
              <a:t>Bitbucket</a:t>
            </a:r>
          </a:p>
        </p:txBody>
      </p:sp>
      <p:sp>
        <p:nvSpPr>
          <p:cNvPr id="19" name="Rectangle 18">
            <a:extLst>
              <a:ext uri="{FF2B5EF4-FFF2-40B4-BE49-F238E27FC236}">
                <a16:creationId xmlns:a16="http://schemas.microsoft.com/office/drawing/2014/main" id="{53ED550C-CE70-4688-8008-02EE835066B4}"/>
              </a:ext>
            </a:extLst>
          </p:cNvPr>
          <p:cNvSpPr/>
          <p:nvPr/>
        </p:nvSpPr>
        <p:spPr>
          <a:xfrm>
            <a:off x="670560" y="5597312"/>
            <a:ext cx="10597585" cy="63621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white"/>
                </a:solidFill>
                <a:effectLst/>
                <a:uLnTx/>
                <a:uFillTx/>
                <a:latin typeface="Georgia"/>
                <a:ea typeface="+mn-ea"/>
                <a:cs typeface="+mn-cs"/>
              </a:rPr>
              <a:t>GitHub Copilot is now widely adopted across the enterprise, with four tools actively in use by Abbott teams. ChatGPT and Claude are progressing from trial phases toward full adoption.</a:t>
            </a:r>
          </a:p>
        </p:txBody>
      </p:sp>
      <p:grpSp>
        <p:nvGrpSpPr>
          <p:cNvPr id="57" name="Group 56">
            <a:extLst>
              <a:ext uri="{FF2B5EF4-FFF2-40B4-BE49-F238E27FC236}">
                <a16:creationId xmlns:a16="http://schemas.microsoft.com/office/drawing/2014/main" id="{BB31B04A-71B8-289D-B523-C21B8248DEBC}"/>
              </a:ext>
            </a:extLst>
          </p:cNvPr>
          <p:cNvGrpSpPr/>
          <p:nvPr/>
        </p:nvGrpSpPr>
        <p:grpSpPr>
          <a:xfrm>
            <a:off x="6753568" y="601296"/>
            <a:ext cx="4527103" cy="4872373"/>
            <a:chOff x="6753568" y="601296"/>
            <a:chExt cx="4527103" cy="4872373"/>
          </a:xfrm>
        </p:grpSpPr>
        <p:pic>
          <p:nvPicPr>
            <p:cNvPr id="10" name="Picture 9">
              <a:extLst>
                <a:ext uri="{FF2B5EF4-FFF2-40B4-BE49-F238E27FC236}">
                  <a16:creationId xmlns:a16="http://schemas.microsoft.com/office/drawing/2014/main" id="{71419F07-A50D-9E6F-04AC-53E0A2A713C7}"/>
                </a:ext>
              </a:extLst>
            </p:cNvPr>
            <p:cNvPicPr>
              <a:picLocks noChangeAspect="1"/>
            </p:cNvPicPr>
            <p:nvPr/>
          </p:nvPicPr>
          <p:blipFill>
            <a:blip r:embed="rId3"/>
            <a:stretch>
              <a:fillRect/>
            </a:stretch>
          </p:blipFill>
          <p:spPr>
            <a:xfrm>
              <a:off x="6753568" y="601296"/>
              <a:ext cx="4527103" cy="4573871"/>
            </a:xfrm>
            <a:prstGeom prst="rect">
              <a:avLst/>
            </a:prstGeom>
          </p:spPr>
        </p:pic>
        <p:sp>
          <p:nvSpPr>
            <p:cNvPr id="6" name="TextBox 5">
              <a:extLst>
                <a:ext uri="{FF2B5EF4-FFF2-40B4-BE49-F238E27FC236}">
                  <a16:creationId xmlns:a16="http://schemas.microsoft.com/office/drawing/2014/main" id="{399F7384-2754-537C-849F-9EB8D8F4A190}"/>
                </a:ext>
              </a:extLst>
            </p:cNvPr>
            <p:cNvSpPr txBox="1"/>
            <p:nvPr/>
          </p:nvSpPr>
          <p:spPr>
            <a:xfrm>
              <a:off x="10391576" y="5196670"/>
              <a:ext cx="663964"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Georgia"/>
                  <a:ea typeface="+mn-ea"/>
                  <a:cs typeface="+mn-cs"/>
                </a:rPr>
                <a:t>Adopt</a:t>
              </a:r>
            </a:p>
          </p:txBody>
        </p:sp>
        <p:sp>
          <p:nvSpPr>
            <p:cNvPr id="8" name="TextBox 7">
              <a:extLst>
                <a:ext uri="{FF2B5EF4-FFF2-40B4-BE49-F238E27FC236}">
                  <a16:creationId xmlns:a16="http://schemas.microsoft.com/office/drawing/2014/main" id="{04052A3C-688B-56E6-D51A-D8121585CEE7}"/>
                </a:ext>
              </a:extLst>
            </p:cNvPr>
            <p:cNvSpPr txBox="1"/>
            <p:nvPr/>
          </p:nvSpPr>
          <p:spPr>
            <a:xfrm>
              <a:off x="9001359" y="5196670"/>
              <a:ext cx="569387"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Georgia"/>
                  <a:ea typeface="+mn-ea"/>
                  <a:cs typeface="+mn-cs"/>
                </a:rPr>
                <a:t>Trial</a:t>
              </a:r>
            </a:p>
          </p:txBody>
        </p:sp>
        <p:sp>
          <p:nvSpPr>
            <p:cNvPr id="9" name="TextBox 8">
              <a:extLst>
                <a:ext uri="{FF2B5EF4-FFF2-40B4-BE49-F238E27FC236}">
                  <a16:creationId xmlns:a16="http://schemas.microsoft.com/office/drawing/2014/main" id="{DC5691C8-55BC-A656-E42B-0458F82066DB}"/>
                </a:ext>
              </a:extLst>
            </p:cNvPr>
            <p:cNvSpPr txBox="1"/>
            <p:nvPr/>
          </p:nvSpPr>
          <p:spPr>
            <a:xfrm>
              <a:off x="7878704" y="5196670"/>
              <a:ext cx="704039"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Georgia"/>
                  <a:ea typeface="+mn-ea"/>
                  <a:cs typeface="+mn-cs"/>
                </a:rPr>
                <a:t>Assess</a:t>
              </a:r>
            </a:p>
          </p:txBody>
        </p:sp>
        <p:sp>
          <p:nvSpPr>
            <p:cNvPr id="11" name="TextBox 10">
              <a:extLst>
                <a:ext uri="{FF2B5EF4-FFF2-40B4-BE49-F238E27FC236}">
                  <a16:creationId xmlns:a16="http://schemas.microsoft.com/office/drawing/2014/main" id="{D06F859B-DE51-E631-DC3B-92D8BEB2F2AF}"/>
                </a:ext>
              </a:extLst>
            </p:cNvPr>
            <p:cNvSpPr txBox="1"/>
            <p:nvPr/>
          </p:nvSpPr>
          <p:spPr>
            <a:xfrm>
              <a:off x="6994079" y="5196670"/>
              <a:ext cx="579005"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Georgia"/>
                  <a:ea typeface="+mn-ea"/>
                  <a:cs typeface="+mn-cs"/>
                </a:rPr>
                <a:t>Hold</a:t>
              </a:r>
            </a:p>
          </p:txBody>
        </p:sp>
      </p:grpSp>
      <p:sp>
        <p:nvSpPr>
          <p:cNvPr id="22" name="Oval 21">
            <a:extLst>
              <a:ext uri="{FF2B5EF4-FFF2-40B4-BE49-F238E27FC236}">
                <a16:creationId xmlns:a16="http://schemas.microsoft.com/office/drawing/2014/main" id="{833B5BBA-6756-982F-2028-08872C165113}"/>
              </a:ext>
            </a:extLst>
          </p:cNvPr>
          <p:cNvSpPr/>
          <p:nvPr/>
        </p:nvSpPr>
        <p:spPr>
          <a:xfrm>
            <a:off x="10487333" y="4719336"/>
            <a:ext cx="365760" cy="365760"/>
          </a:xfrm>
          <a:prstGeom prst="ellipse">
            <a:avLst/>
          </a:prstGeom>
          <a:solidFill>
            <a:schemeClr val="accent1"/>
          </a:solidFill>
          <a:ln>
            <a:noFill/>
          </a:ln>
          <a:effectLst/>
        </p:spPr>
        <p:txBody>
          <a:bodyPr rtlCol="0" anchor="ctr"/>
          <a:lstStyle/>
          <a:p>
            <a:pPr marL="0" marR="0" lvl="0" indent="0" algn="ctr" defTabSz="1219140" rtl="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a:ln>
                  <a:noFill/>
                </a:ln>
                <a:solidFill>
                  <a:prstClr val="white"/>
                </a:solidFill>
                <a:effectLst/>
                <a:uLnTx/>
                <a:uFillTx/>
                <a:latin typeface="Calibri"/>
                <a:ea typeface="+mn-ea"/>
                <a:cs typeface="+mn-cs"/>
              </a:rPr>
              <a:t>1</a:t>
            </a:r>
          </a:p>
        </p:txBody>
      </p:sp>
      <p:sp>
        <p:nvSpPr>
          <p:cNvPr id="24" name="Oval 23">
            <a:extLst>
              <a:ext uri="{FF2B5EF4-FFF2-40B4-BE49-F238E27FC236}">
                <a16:creationId xmlns:a16="http://schemas.microsoft.com/office/drawing/2014/main" id="{52CCF5AB-A4AE-B448-E935-68619AAF7433}"/>
              </a:ext>
            </a:extLst>
          </p:cNvPr>
          <p:cNvSpPr/>
          <p:nvPr/>
        </p:nvSpPr>
        <p:spPr>
          <a:xfrm>
            <a:off x="9326097" y="4557249"/>
            <a:ext cx="365760" cy="365760"/>
          </a:xfrm>
          <a:prstGeom prst="ellipse">
            <a:avLst/>
          </a:prstGeom>
          <a:solidFill>
            <a:schemeClr val="accent1"/>
          </a:solidFill>
          <a:ln>
            <a:noFill/>
          </a:ln>
          <a:effectLst/>
        </p:spPr>
        <p:txBody>
          <a:bodyPr rtlCol="0" anchor="ctr"/>
          <a:lstStyle/>
          <a:p>
            <a:pPr marL="0" marR="0" lvl="0" indent="0" algn="ctr" defTabSz="1219140" rtl="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a:ln>
                  <a:noFill/>
                </a:ln>
                <a:solidFill>
                  <a:prstClr val="white"/>
                </a:solidFill>
                <a:effectLst/>
                <a:uLnTx/>
                <a:uFillTx/>
                <a:latin typeface="Calibri"/>
                <a:ea typeface="+mn-ea"/>
                <a:cs typeface="+mn-cs"/>
              </a:rPr>
              <a:t>4</a:t>
            </a:r>
          </a:p>
        </p:txBody>
      </p:sp>
      <p:sp>
        <p:nvSpPr>
          <p:cNvPr id="26" name="Oval 25">
            <a:extLst>
              <a:ext uri="{FF2B5EF4-FFF2-40B4-BE49-F238E27FC236}">
                <a16:creationId xmlns:a16="http://schemas.microsoft.com/office/drawing/2014/main" id="{B846EF8A-2795-138B-2100-CC00D89DE70F}"/>
              </a:ext>
            </a:extLst>
          </p:cNvPr>
          <p:cNvSpPr/>
          <p:nvPr/>
        </p:nvSpPr>
        <p:spPr>
          <a:xfrm>
            <a:off x="10778358" y="4040010"/>
            <a:ext cx="365760" cy="365760"/>
          </a:xfrm>
          <a:prstGeom prst="ellipse">
            <a:avLst/>
          </a:prstGeom>
          <a:solidFill>
            <a:schemeClr val="accent1"/>
          </a:solidFill>
          <a:ln>
            <a:noFill/>
          </a:ln>
          <a:effectLst/>
        </p:spPr>
        <p:txBody>
          <a:bodyPr rtlCol="0" anchor="ctr"/>
          <a:lstStyle/>
          <a:p>
            <a:pPr marL="0" marR="0" lvl="0" indent="0" algn="ctr" defTabSz="1219140" rtl="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a:ln>
                  <a:noFill/>
                </a:ln>
                <a:solidFill>
                  <a:prstClr val="white"/>
                </a:solidFill>
                <a:effectLst/>
                <a:uLnTx/>
                <a:uFillTx/>
                <a:latin typeface="Calibri"/>
                <a:ea typeface="+mn-ea"/>
                <a:cs typeface="+mn-cs"/>
              </a:rPr>
              <a:t>3</a:t>
            </a:r>
          </a:p>
        </p:txBody>
      </p:sp>
      <p:grpSp>
        <p:nvGrpSpPr>
          <p:cNvPr id="42" name="Group 41">
            <a:extLst>
              <a:ext uri="{FF2B5EF4-FFF2-40B4-BE49-F238E27FC236}">
                <a16:creationId xmlns:a16="http://schemas.microsoft.com/office/drawing/2014/main" id="{E3EC6F93-F7D2-FA6E-D8C0-E61F1CFDF196}"/>
              </a:ext>
            </a:extLst>
          </p:cNvPr>
          <p:cNvGrpSpPr/>
          <p:nvPr/>
        </p:nvGrpSpPr>
        <p:grpSpPr>
          <a:xfrm rot="17632272">
            <a:off x="9877253" y="4637741"/>
            <a:ext cx="91440" cy="457200"/>
            <a:chOff x="5708111" y="4622922"/>
            <a:chExt cx="91440" cy="457200"/>
          </a:xfrm>
        </p:grpSpPr>
        <p:cxnSp>
          <p:nvCxnSpPr>
            <p:cNvPr id="43" name="Straight Arrow Connector 42">
              <a:extLst>
                <a:ext uri="{FF2B5EF4-FFF2-40B4-BE49-F238E27FC236}">
                  <a16:creationId xmlns:a16="http://schemas.microsoft.com/office/drawing/2014/main" id="{A2CE5F0B-A8F7-51A1-1B0A-B0EDD115C487}"/>
                </a:ext>
              </a:extLst>
            </p:cNvPr>
            <p:cNvCxnSpPr>
              <a:cxnSpLocks/>
            </p:cNvCxnSpPr>
            <p:nvPr/>
          </p:nvCxnSpPr>
          <p:spPr>
            <a:xfrm>
              <a:off x="5708111" y="4622922"/>
              <a:ext cx="91440" cy="457200"/>
            </a:xfrm>
            <a:prstGeom prst="straightConnector1">
              <a:avLst/>
            </a:prstGeom>
            <a:ln w="190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BDDF814F-4909-54B1-BECB-7BB36973E60B}"/>
                </a:ext>
              </a:extLst>
            </p:cNvPr>
            <p:cNvCxnSpPr>
              <a:cxnSpLocks/>
            </p:cNvCxnSpPr>
            <p:nvPr/>
          </p:nvCxnSpPr>
          <p:spPr>
            <a:xfrm>
              <a:off x="5708111" y="4622922"/>
              <a:ext cx="60698" cy="311797"/>
            </a:xfrm>
            <a:prstGeom prst="straightConnector1">
              <a:avLst/>
            </a:prstGeom>
            <a:ln w="190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grpSp>
      <p:sp>
        <p:nvSpPr>
          <p:cNvPr id="45" name="Oval 44">
            <a:extLst>
              <a:ext uri="{FF2B5EF4-FFF2-40B4-BE49-F238E27FC236}">
                <a16:creationId xmlns:a16="http://schemas.microsoft.com/office/drawing/2014/main" id="{8C2B0095-DF56-77A9-E523-59A38C5C58A6}"/>
              </a:ext>
            </a:extLst>
          </p:cNvPr>
          <p:cNvSpPr/>
          <p:nvPr/>
        </p:nvSpPr>
        <p:spPr>
          <a:xfrm>
            <a:off x="9539660" y="4126996"/>
            <a:ext cx="365760" cy="365760"/>
          </a:xfrm>
          <a:prstGeom prst="ellipse">
            <a:avLst/>
          </a:prstGeom>
          <a:solidFill>
            <a:schemeClr val="accent1"/>
          </a:solidFill>
          <a:ln>
            <a:noFill/>
          </a:ln>
          <a:effectLst/>
        </p:spPr>
        <p:txBody>
          <a:bodyPr rtlCol="0" anchor="ctr"/>
          <a:lstStyle/>
          <a:p>
            <a:pPr marL="0" marR="0" lvl="0" indent="0" algn="ctr" defTabSz="1219140" rtl="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a:ln>
                  <a:noFill/>
                </a:ln>
                <a:solidFill>
                  <a:prstClr val="white"/>
                </a:solidFill>
                <a:effectLst/>
                <a:uLnTx/>
                <a:uFillTx/>
                <a:latin typeface="Calibri"/>
                <a:ea typeface="+mn-ea"/>
                <a:cs typeface="+mn-cs"/>
              </a:rPr>
              <a:t>5</a:t>
            </a:r>
          </a:p>
        </p:txBody>
      </p:sp>
      <p:sp>
        <p:nvSpPr>
          <p:cNvPr id="47" name="Oval 46">
            <a:extLst>
              <a:ext uri="{FF2B5EF4-FFF2-40B4-BE49-F238E27FC236}">
                <a16:creationId xmlns:a16="http://schemas.microsoft.com/office/drawing/2014/main" id="{7B842279-3BB8-CC37-D7A5-BD99AF1F287B}"/>
              </a:ext>
            </a:extLst>
          </p:cNvPr>
          <p:cNvSpPr/>
          <p:nvPr/>
        </p:nvSpPr>
        <p:spPr>
          <a:xfrm>
            <a:off x="8625487" y="3601009"/>
            <a:ext cx="365760" cy="365760"/>
          </a:xfrm>
          <a:prstGeom prst="ellipse">
            <a:avLst/>
          </a:prstGeom>
          <a:solidFill>
            <a:schemeClr val="accent1"/>
          </a:solidFill>
          <a:ln>
            <a:noFill/>
          </a:ln>
          <a:effectLst/>
        </p:spPr>
        <p:txBody>
          <a:bodyPr rtlCol="0" anchor="ctr"/>
          <a:lstStyle/>
          <a:p>
            <a:pPr marL="0" marR="0" lvl="0" indent="0" algn="ctr" defTabSz="1219140" rtl="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a:ln>
                  <a:noFill/>
                </a:ln>
                <a:solidFill>
                  <a:prstClr val="white"/>
                </a:solidFill>
                <a:effectLst/>
                <a:uLnTx/>
                <a:uFillTx/>
                <a:latin typeface="Calibri"/>
                <a:ea typeface="+mn-ea"/>
                <a:cs typeface="+mn-cs"/>
              </a:rPr>
              <a:t>7</a:t>
            </a:r>
          </a:p>
        </p:txBody>
      </p:sp>
      <p:sp>
        <p:nvSpPr>
          <p:cNvPr id="23" name="Oval 22">
            <a:extLst>
              <a:ext uri="{FF2B5EF4-FFF2-40B4-BE49-F238E27FC236}">
                <a16:creationId xmlns:a16="http://schemas.microsoft.com/office/drawing/2014/main" id="{EAA3F9E7-383A-7FD0-A411-2F921CBCE75F}"/>
              </a:ext>
            </a:extLst>
          </p:cNvPr>
          <p:cNvSpPr/>
          <p:nvPr/>
        </p:nvSpPr>
        <p:spPr>
          <a:xfrm>
            <a:off x="7715586" y="4695402"/>
            <a:ext cx="365760" cy="365760"/>
          </a:xfrm>
          <a:prstGeom prst="ellipse">
            <a:avLst/>
          </a:prstGeom>
          <a:solidFill>
            <a:schemeClr val="accent1"/>
          </a:solidFill>
          <a:ln>
            <a:noFill/>
          </a:ln>
          <a:effectLst/>
        </p:spPr>
        <p:txBody>
          <a:bodyPr rtlCol="0" anchor="ctr"/>
          <a:lstStyle/>
          <a:p>
            <a:pPr marL="0" marR="0" lvl="0" indent="0" algn="ctr" defTabSz="1219140" rtl="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a:ln>
                  <a:noFill/>
                </a:ln>
                <a:solidFill>
                  <a:prstClr val="white"/>
                </a:solidFill>
                <a:effectLst/>
                <a:uLnTx/>
                <a:uFillTx/>
                <a:latin typeface="Calibri"/>
                <a:ea typeface="+mn-ea"/>
                <a:cs typeface="+mn-cs"/>
              </a:rPr>
              <a:t>9</a:t>
            </a:r>
          </a:p>
        </p:txBody>
      </p:sp>
      <p:sp>
        <p:nvSpPr>
          <p:cNvPr id="27" name="Oval 26">
            <a:extLst>
              <a:ext uri="{FF2B5EF4-FFF2-40B4-BE49-F238E27FC236}">
                <a16:creationId xmlns:a16="http://schemas.microsoft.com/office/drawing/2014/main" id="{650CE0B4-6006-B0FD-7FB0-68E1F5EAC4B5}"/>
              </a:ext>
            </a:extLst>
          </p:cNvPr>
          <p:cNvSpPr/>
          <p:nvPr/>
        </p:nvSpPr>
        <p:spPr>
          <a:xfrm>
            <a:off x="9021556" y="1371100"/>
            <a:ext cx="470115" cy="424919"/>
          </a:xfrm>
          <a:prstGeom prst="ellipse">
            <a:avLst/>
          </a:prstGeom>
          <a:solidFill>
            <a:schemeClr val="accent1"/>
          </a:solidFill>
          <a:ln>
            <a:noFill/>
          </a:ln>
          <a:effectLst/>
        </p:spPr>
        <p:txBody>
          <a:bodyPr rtlCol="0" anchor="ctr"/>
          <a:lstStyle/>
          <a:p>
            <a:pPr marL="0" marR="0" lvl="0" indent="0" algn="ctr" defTabSz="1219140" rtl="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a:ln>
                  <a:noFill/>
                </a:ln>
                <a:solidFill>
                  <a:prstClr val="white"/>
                </a:solidFill>
                <a:effectLst/>
                <a:uLnTx/>
                <a:uFillTx/>
                <a:latin typeface="Calibri"/>
                <a:ea typeface="+mn-ea"/>
                <a:cs typeface="+mn-cs"/>
              </a:rPr>
              <a:t>11</a:t>
            </a:r>
          </a:p>
        </p:txBody>
      </p:sp>
      <p:sp>
        <p:nvSpPr>
          <p:cNvPr id="31" name="Oval 30">
            <a:extLst>
              <a:ext uri="{FF2B5EF4-FFF2-40B4-BE49-F238E27FC236}">
                <a16:creationId xmlns:a16="http://schemas.microsoft.com/office/drawing/2014/main" id="{165E1040-2A4D-6437-D02B-C8483C349C26}"/>
              </a:ext>
            </a:extLst>
          </p:cNvPr>
          <p:cNvSpPr/>
          <p:nvPr/>
        </p:nvSpPr>
        <p:spPr>
          <a:xfrm>
            <a:off x="8024763" y="4014941"/>
            <a:ext cx="365760" cy="365760"/>
          </a:xfrm>
          <a:prstGeom prst="ellipse">
            <a:avLst/>
          </a:prstGeom>
          <a:solidFill>
            <a:schemeClr val="accent1"/>
          </a:solidFill>
          <a:ln>
            <a:noFill/>
          </a:ln>
          <a:effectLst/>
        </p:spPr>
        <p:txBody>
          <a:bodyPr rtlCol="0" anchor="ctr"/>
          <a:lstStyle/>
          <a:p>
            <a:pPr marL="0" marR="0" lvl="0" indent="0" algn="ctr" defTabSz="1219140" rtl="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a:ln>
                  <a:noFill/>
                </a:ln>
                <a:solidFill>
                  <a:prstClr val="white"/>
                </a:solidFill>
                <a:effectLst/>
                <a:uLnTx/>
                <a:uFillTx/>
                <a:latin typeface="Calibri"/>
                <a:ea typeface="+mn-ea"/>
                <a:cs typeface="+mn-cs"/>
              </a:rPr>
              <a:t>8</a:t>
            </a:r>
          </a:p>
        </p:txBody>
      </p:sp>
      <p:sp>
        <p:nvSpPr>
          <p:cNvPr id="34" name="Oval 33">
            <a:extLst>
              <a:ext uri="{FF2B5EF4-FFF2-40B4-BE49-F238E27FC236}">
                <a16:creationId xmlns:a16="http://schemas.microsoft.com/office/drawing/2014/main" id="{5EB6FB1F-672A-33CF-7253-949E7BFFA658}"/>
              </a:ext>
            </a:extLst>
          </p:cNvPr>
          <p:cNvSpPr/>
          <p:nvPr/>
        </p:nvSpPr>
        <p:spPr>
          <a:xfrm>
            <a:off x="9571901" y="1120927"/>
            <a:ext cx="470115" cy="424919"/>
          </a:xfrm>
          <a:prstGeom prst="ellipse">
            <a:avLst/>
          </a:prstGeom>
          <a:solidFill>
            <a:schemeClr val="accent1"/>
          </a:solidFill>
          <a:ln>
            <a:noFill/>
          </a:ln>
          <a:effectLst/>
        </p:spPr>
        <p:txBody>
          <a:bodyPr rtlCol="0" anchor="ctr"/>
          <a:lstStyle/>
          <a:p>
            <a:pPr marL="0" marR="0" lvl="0" indent="0" algn="ctr" defTabSz="1219140" rtl="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a:ln>
                  <a:noFill/>
                </a:ln>
                <a:solidFill>
                  <a:prstClr val="white"/>
                </a:solidFill>
                <a:effectLst/>
                <a:uLnTx/>
                <a:uFillTx/>
                <a:latin typeface="Calibri"/>
                <a:ea typeface="+mn-ea"/>
                <a:cs typeface="+mn-cs"/>
              </a:rPr>
              <a:t>12</a:t>
            </a:r>
          </a:p>
        </p:txBody>
      </p:sp>
      <p:cxnSp>
        <p:nvCxnSpPr>
          <p:cNvPr id="37" name="Straight Connector 36">
            <a:extLst>
              <a:ext uri="{FF2B5EF4-FFF2-40B4-BE49-F238E27FC236}">
                <a16:creationId xmlns:a16="http://schemas.microsoft.com/office/drawing/2014/main" id="{C84FCC3D-AC9B-0634-67B9-7D481E681B77}"/>
              </a:ext>
            </a:extLst>
          </p:cNvPr>
          <p:cNvCxnSpPr>
            <a:cxnSpLocks/>
          </p:cNvCxnSpPr>
          <p:nvPr/>
        </p:nvCxnSpPr>
        <p:spPr>
          <a:xfrm flipH="1" flipV="1">
            <a:off x="7715586" y="1873845"/>
            <a:ext cx="3552559" cy="3301322"/>
          </a:xfrm>
          <a:prstGeom prst="line">
            <a:avLst/>
          </a:prstGeom>
          <a:ln w="41275">
            <a:solidFill>
              <a:schemeClr val="accent6"/>
            </a:solidFill>
          </a:ln>
        </p:spPr>
        <p:style>
          <a:lnRef idx="1">
            <a:schemeClr val="accent1"/>
          </a:lnRef>
          <a:fillRef idx="0">
            <a:schemeClr val="accent1"/>
          </a:fillRef>
          <a:effectRef idx="0">
            <a:schemeClr val="accent1"/>
          </a:effectRef>
          <a:fontRef idx="minor">
            <a:schemeClr val="tx1"/>
          </a:fontRef>
        </p:style>
      </p:cxnSp>
      <p:sp>
        <p:nvSpPr>
          <p:cNvPr id="36" name="Oval 35">
            <a:extLst>
              <a:ext uri="{FF2B5EF4-FFF2-40B4-BE49-F238E27FC236}">
                <a16:creationId xmlns:a16="http://schemas.microsoft.com/office/drawing/2014/main" id="{8991FF24-E774-30D7-5777-110D158D3AF8}"/>
              </a:ext>
            </a:extLst>
          </p:cNvPr>
          <p:cNvSpPr/>
          <p:nvPr/>
        </p:nvSpPr>
        <p:spPr>
          <a:xfrm>
            <a:off x="8551738" y="1723558"/>
            <a:ext cx="470115" cy="424919"/>
          </a:xfrm>
          <a:prstGeom prst="ellipse">
            <a:avLst/>
          </a:prstGeom>
          <a:solidFill>
            <a:schemeClr val="accent1"/>
          </a:solidFill>
          <a:ln>
            <a:noFill/>
          </a:ln>
          <a:effectLst/>
        </p:spPr>
        <p:txBody>
          <a:bodyPr rtlCol="0" anchor="ctr"/>
          <a:lstStyle/>
          <a:p>
            <a:pPr marL="0" marR="0" lvl="0" indent="0" algn="ctr" defTabSz="1219140" rtl="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a:ln>
                  <a:noFill/>
                </a:ln>
                <a:solidFill>
                  <a:prstClr val="white"/>
                </a:solidFill>
                <a:effectLst/>
                <a:uLnTx/>
                <a:uFillTx/>
                <a:latin typeface="Calibri"/>
                <a:ea typeface="+mn-ea"/>
                <a:cs typeface="+mn-cs"/>
              </a:rPr>
              <a:t>10</a:t>
            </a:r>
          </a:p>
        </p:txBody>
      </p:sp>
      <p:sp>
        <p:nvSpPr>
          <p:cNvPr id="25" name="Oval 24">
            <a:extLst>
              <a:ext uri="{FF2B5EF4-FFF2-40B4-BE49-F238E27FC236}">
                <a16:creationId xmlns:a16="http://schemas.microsoft.com/office/drawing/2014/main" id="{A453DB02-3D1E-F216-6A0A-50706A24DCF2}"/>
              </a:ext>
            </a:extLst>
          </p:cNvPr>
          <p:cNvSpPr/>
          <p:nvPr/>
        </p:nvSpPr>
        <p:spPr>
          <a:xfrm>
            <a:off x="10947289" y="4821159"/>
            <a:ext cx="365760" cy="365760"/>
          </a:xfrm>
          <a:prstGeom prst="ellipse">
            <a:avLst/>
          </a:prstGeom>
          <a:solidFill>
            <a:schemeClr val="accent1"/>
          </a:solidFill>
          <a:ln>
            <a:noFill/>
          </a:ln>
          <a:effectLst/>
        </p:spPr>
        <p:txBody>
          <a:bodyPr rtlCol="0" anchor="ctr"/>
          <a:lstStyle/>
          <a:p>
            <a:pPr marL="0" marR="0" lvl="0" indent="0" algn="ctr" defTabSz="1219140" rtl="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a:ln>
                  <a:noFill/>
                </a:ln>
                <a:solidFill>
                  <a:prstClr val="white"/>
                </a:solidFill>
                <a:effectLst/>
                <a:uLnTx/>
                <a:uFillTx/>
                <a:latin typeface="Calibri"/>
                <a:ea typeface="+mn-ea"/>
                <a:cs typeface="+mn-cs"/>
              </a:rPr>
              <a:t>2</a:t>
            </a:r>
          </a:p>
        </p:txBody>
      </p:sp>
      <p:grpSp>
        <p:nvGrpSpPr>
          <p:cNvPr id="39" name="Group 38">
            <a:extLst>
              <a:ext uri="{FF2B5EF4-FFF2-40B4-BE49-F238E27FC236}">
                <a16:creationId xmlns:a16="http://schemas.microsoft.com/office/drawing/2014/main" id="{BDF48982-6D41-5105-6F65-E2E9BBCCCB93}"/>
              </a:ext>
            </a:extLst>
          </p:cNvPr>
          <p:cNvGrpSpPr/>
          <p:nvPr/>
        </p:nvGrpSpPr>
        <p:grpSpPr>
          <a:xfrm rot="18981503">
            <a:off x="9016666" y="3713820"/>
            <a:ext cx="91440" cy="457200"/>
            <a:chOff x="5708111" y="4622922"/>
            <a:chExt cx="91440" cy="457200"/>
          </a:xfrm>
        </p:grpSpPr>
        <p:cxnSp>
          <p:nvCxnSpPr>
            <p:cNvPr id="40" name="Straight Arrow Connector 39">
              <a:extLst>
                <a:ext uri="{FF2B5EF4-FFF2-40B4-BE49-F238E27FC236}">
                  <a16:creationId xmlns:a16="http://schemas.microsoft.com/office/drawing/2014/main" id="{01782308-9302-5F13-6BA7-C955C18DB125}"/>
                </a:ext>
              </a:extLst>
            </p:cNvPr>
            <p:cNvCxnSpPr>
              <a:cxnSpLocks/>
            </p:cNvCxnSpPr>
            <p:nvPr/>
          </p:nvCxnSpPr>
          <p:spPr>
            <a:xfrm>
              <a:off x="5708111" y="4622922"/>
              <a:ext cx="91440" cy="457200"/>
            </a:xfrm>
            <a:prstGeom prst="straightConnector1">
              <a:avLst/>
            </a:prstGeom>
            <a:ln w="190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6FC6B83A-1F1E-8E60-0CD1-5DBA5567D739}"/>
                </a:ext>
              </a:extLst>
            </p:cNvPr>
            <p:cNvCxnSpPr>
              <a:cxnSpLocks/>
            </p:cNvCxnSpPr>
            <p:nvPr/>
          </p:nvCxnSpPr>
          <p:spPr>
            <a:xfrm>
              <a:off x="5708111" y="4622922"/>
              <a:ext cx="60698" cy="311797"/>
            </a:xfrm>
            <a:prstGeom prst="straightConnector1">
              <a:avLst/>
            </a:prstGeom>
            <a:ln w="190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grpSp>
      <p:sp>
        <p:nvSpPr>
          <p:cNvPr id="50" name="TextBox 49">
            <a:extLst>
              <a:ext uri="{FF2B5EF4-FFF2-40B4-BE49-F238E27FC236}">
                <a16:creationId xmlns:a16="http://schemas.microsoft.com/office/drawing/2014/main" id="{D4941906-A48F-E40A-A6A0-21F095C17072}"/>
              </a:ext>
            </a:extLst>
          </p:cNvPr>
          <p:cNvSpPr txBox="1"/>
          <p:nvPr/>
        </p:nvSpPr>
        <p:spPr>
          <a:xfrm rot="20022645">
            <a:off x="8281136" y="730877"/>
            <a:ext cx="2009831" cy="369332"/>
          </a:xfrm>
          <a:prstGeom prst="rect">
            <a:avLst/>
          </a:prstGeom>
          <a:noFill/>
        </p:spPr>
        <p:txBody>
          <a:bodyPr wrap="square" rtlCol="0">
            <a:spAutoFit/>
          </a:bodyPr>
          <a:lstStyle/>
          <a:p>
            <a:pPr algn="l"/>
            <a:r>
              <a:rPr lang="en-US" b="1">
                <a:solidFill>
                  <a:schemeClr val="accent3"/>
                </a:solidFill>
                <a:latin typeface="+mj-lt"/>
              </a:rPr>
              <a:t>Platform Tools</a:t>
            </a:r>
          </a:p>
        </p:txBody>
      </p:sp>
      <p:sp>
        <p:nvSpPr>
          <p:cNvPr id="51" name="TextBox 50">
            <a:extLst>
              <a:ext uri="{FF2B5EF4-FFF2-40B4-BE49-F238E27FC236}">
                <a16:creationId xmlns:a16="http://schemas.microsoft.com/office/drawing/2014/main" id="{04E4CB87-1F48-3168-14D5-9827C464F82C}"/>
              </a:ext>
            </a:extLst>
          </p:cNvPr>
          <p:cNvSpPr txBox="1"/>
          <p:nvPr/>
        </p:nvSpPr>
        <p:spPr>
          <a:xfrm rot="17488526">
            <a:off x="5923560" y="3190783"/>
            <a:ext cx="2009831" cy="369332"/>
          </a:xfrm>
          <a:prstGeom prst="rect">
            <a:avLst/>
          </a:prstGeom>
          <a:noFill/>
        </p:spPr>
        <p:txBody>
          <a:bodyPr wrap="square" rtlCol="0">
            <a:spAutoFit/>
          </a:bodyPr>
          <a:lstStyle/>
          <a:p>
            <a:pPr algn="l"/>
            <a:r>
              <a:rPr lang="en-US" b="1">
                <a:solidFill>
                  <a:schemeClr val="accent3"/>
                </a:solidFill>
                <a:latin typeface="+mj-lt"/>
              </a:rPr>
              <a:t>Agentic Tools</a:t>
            </a:r>
          </a:p>
        </p:txBody>
      </p:sp>
      <p:grpSp>
        <p:nvGrpSpPr>
          <p:cNvPr id="58" name="Group 57">
            <a:extLst>
              <a:ext uri="{FF2B5EF4-FFF2-40B4-BE49-F238E27FC236}">
                <a16:creationId xmlns:a16="http://schemas.microsoft.com/office/drawing/2014/main" id="{4DE776A7-557C-44AE-6961-18A490A4B8BC}"/>
              </a:ext>
            </a:extLst>
          </p:cNvPr>
          <p:cNvGrpSpPr/>
          <p:nvPr/>
        </p:nvGrpSpPr>
        <p:grpSpPr>
          <a:xfrm rot="9500627">
            <a:off x="10186994" y="1660362"/>
            <a:ext cx="221609" cy="2558295"/>
            <a:chOff x="5708111" y="4622922"/>
            <a:chExt cx="91440" cy="457200"/>
          </a:xfrm>
        </p:grpSpPr>
        <p:cxnSp>
          <p:nvCxnSpPr>
            <p:cNvPr id="59" name="Straight Arrow Connector 58">
              <a:extLst>
                <a:ext uri="{FF2B5EF4-FFF2-40B4-BE49-F238E27FC236}">
                  <a16:creationId xmlns:a16="http://schemas.microsoft.com/office/drawing/2014/main" id="{CDB7FBE7-46A9-1A3D-5815-76C05ACF66E4}"/>
                </a:ext>
              </a:extLst>
            </p:cNvPr>
            <p:cNvCxnSpPr>
              <a:cxnSpLocks/>
            </p:cNvCxnSpPr>
            <p:nvPr/>
          </p:nvCxnSpPr>
          <p:spPr>
            <a:xfrm>
              <a:off x="5708111" y="4622922"/>
              <a:ext cx="91440" cy="457200"/>
            </a:xfrm>
            <a:prstGeom prst="straightConnector1">
              <a:avLst/>
            </a:prstGeom>
            <a:ln w="190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60" name="Straight Arrow Connector 59">
              <a:extLst>
                <a:ext uri="{FF2B5EF4-FFF2-40B4-BE49-F238E27FC236}">
                  <a16:creationId xmlns:a16="http://schemas.microsoft.com/office/drawing/2014/main" id="{133E11BB-3CF9-DC1F-F9EE-AC31017B6C27}"/>
                </a:ext>
              </a:extLst>
            </p:cNvPr>
            <p:cNvCxnSpPr>
              <a:cxnSpLocks/>
            </p:cNvCxnSpPr>
            <p:nvPr/>
          </p:nvCxnSpPr>
          <p:spPr>
            <a:xfrm>
              <a:off x="5708111" y="4622922"/>
              <a:ext cx="60698" cy="311797"/>
            </a:xfrm>
            <a:prstGeom prst="straightConnector1">
              <a:avLst/>
            </a:prstGeom>
            <a:ln w="190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grpSp>
      <p:sp>
        <p:nvSpPr>
          <p:cNvPr id="5" name="Title 4">
            <a:extLst>
              <a:ext uri="{FF2B5EF4-FFF2-40B4-BE49-F238E27FC236}">
                <a16:creationId xmlns:a16="http://schemas.microsoft.com/office/drawing/2014/main" id="{17CDF29E-F5D8-E132-4270-28752462BEB2}"/>
              </a:ext>
            </a:extLst>
          </p:cNvPr>
          <p:cNvSpPr>
            <a:spLocks noGrp="1"/>
          </p:cNvSpPr>
          <p:nvPr>
            <p:ph type="title"/>
          </p:nvPr>
        </p:nvSpPr>
        <p:spPr/>
        <p:txBody>
          <a:bodyPr/>
          <a:lstStyle/>
          <a:p>
            <a:r>
              <a:rPr lang="en-US"/>
              <a:t>Code Creation and Management</a:t>
            </a:r>
            <a:endParaRPr lang="en-IN"/>
          </a:p>
        </p:txBody>
      </p:sp>
      <p:grpSp>
        <p:nvGrpSpPr>
          <p:cNvPr id="4" name="Group 3">
            <a:extLst>
              <a:ext uri="{FF2B5EF4-FFF2-40B4-BE49-F238E27FC236}">
                <a16:creationId xmlns:a16="http://schemas.microsoft.com/office/drawing/2014/main" id="{93B02680-C7DF-D45D-3C71-D1379EB3E7FD}"/>
              </a:ext>
            </a:extLst>
          </p:cNvPr>
          <p:cNvGrpSpPr/>
          <p:nvPr/>
        </p:nvGrpSpPr>
        <p:grpSpPr>
          <a:xfrm rot="18379788">
            <a:off x="10068622" y="4246279"/>
            <a:ext cx="91440" cy="457200"/>
            <a:chOff x="5708111" y="4622922"/>
            <a:chExt cx="91440" cy="457200"/>
          </a:xfrm>
        </p:grpSpPr>
        <p:cxnSp>
          <p:nvCxnSpPr>
            <p:cNvPr id="12" name="Straight Arrow Connector 11">
              <a:extLst>
                <a:ext uri="{FF2B5EF4-FFF2-40B4-BE49-F238E27FC236}">
                  <a16:creationId xmlns:a16="http://schemas.microsoft.com/office/drawing/2014/main" id="{7DB55990-4051-9A39-5A6A-A75644495B65}"/>
                </a:ext>
              </a:extLst>
            </p:cNvPr>
            <p:cNvCxnSpPr>
              <a:cxnSpLocks/>
            </p:cNvCxnSpPr>
            <p:nvPr/>
          </p:nvCxnSpPr>
          <p:spPr>
            <a:xfrm>
              <a:off x="5708111" y="4622922"/>
              <a:ext cx="91440" cy="457200"/>
            </a:xfrm>
            <a:prstGeom prst="straightConnector1">
              <a:avLst/>
            </a:prstGeom>
            <a:ln w="190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38137DC8-3FB7-6DB8-0058-3198AC755C76}"/>
                </a:ext>
              </a:extLst>
            </p:cNvPr>
            <p:cNvCxnSpPr>
              <a:cxnSpLocks/>
            </p:cNvCxnSpPr>
            <p:nvPr/>
          </p:nvCxnSpPr>
          <p:spPr>
            <a:xfrm>
              <a:off x="5708111" y="4622922"/>
              <a:ext cx="60698" cy="311797"/>
            </a:xfrm>
            <a:prstGeom prst="straightConnector1">
              <a:avLst/>
            </a:prstGeom>
            <a:ln w="190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9419214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B3DE60-D224-FCB3-0DAC-6FDE71060830}"/>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7BC909AE-85D7-5356-D4CA-B61F208CE08E}"/>
              </a:ext>
            </a:extLst>
          </p:cNvPr>
          <p:cNvPicPr>
            <a:picLocks noChangeAspect="1"/>
          </p:cNvPicPr>
          <p:nvPr/>
        </p:nvPicPr>
        <p:blipFill>
          <a:blip r:embed="rId3"/>
          <a:stretch>
            <a:fillRect/>
          </a:stretch>
        </p:blipFill>
        <p:spPr>
          <a:xfrm>
            <a:off x="6741042" y="586435"/>
            <a:ext cx="4527103" cy="4573871"/>
          </a:xfrm>
          <a:prstGeom prst="rect">
            <a:avLst/>
          </a:prstGeom>
        </p:spPr>
      </p:pic>
      <p:sp>
        <p:nvSpPr>
          <p:cNvPr id="7" name="Text Placeholder 6">
            <a:extLst>
              <a:ext uri="{FF2B5EF4-FFF2-40B4-BE49-F238E27FC236}">
                <a16:creationId xmlns:a16="http://schemas.microsoft.com/office/drawing/2014/main" id="{2EFD1237-E5F9-C315-DCC3-A8F270F06E07}"/>
              </a:ext>
            </a:extLst>
          </p:cNvPr>
          <p:cNvSpPr>
            <a:spLocks noGrp="1"/>
          </p:cNvSpPr>
          <p:nvPr>
            <p:ph type="body" sz="quarter" idx="10"/>
          </p:nvPr>
        </p:nvSpPr>
        <p:spPr/>
        <p:txBody>
          <a:bodyPr/>
          <a:lstStyle/>
          <a:p>
            <a:r>
              <a:rPr lang="en-US"/>
              <a:t>Developer Experience and tooling</a:t>
            </a:r>
          </a:p>
        </p:txBody>
      </p:sp>
      <p:sp>
        <p:nvSpPr>
          <p:cNvPr id="3" name="Date Placeholder 2">
            <a:extLst>
              <a:ext uri="{FF2B5EF4-FFF2-40B4-BE49-F238E27FC236}">
                <a16:creationId xmlns:a16="http://schemas.microsoft.com/office/drawing/2014/main" id="{943933DA-7D70-C2DC-9E1F-29887A5AFE1F}"/>
              </a:ext>
            </a:extLst>
          </p:cNvPr>
          <p:cNvSpPr>
            <a:spLocks noGrp="1"/>
          </p:cNvSpPr>
          <p:nvPr>
            <p:ph type="dt" sz="half" idx="16"/>
          </p:nvPr>
        </p:nvSpPr>
        <p:spPr/>
        <p: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fld id="{6C03C840-AF03-4AC7-888F-1B23DCEAB4ED}" type="datetime5">
              <a:rPr kumimoji="0" lang="en-US" sz="1333" b="0" i="0" u="none" strike="noStrike" kern="1200" cap="none" spc="0" normalizeH="0" baseline="0" noProof="0">
                <a:ln>
                  <a:noFill/>
                </a:ln>
                <a:solidFill>
                  <a:srgbClr val="000000"/>
                </a:solidFill>
                <a:effectLst/>
                <a:uLnTx/>
                <a:uFillTx/>
                <a:latin typeface="Calibri"/>
                <a:ea typeface="+mn-ea"/>
                <a:cs typeface="+mn-cs"/>
              </a:rPr>
              <a:pPr marL="0" marR="0" lvl="0" indent="0" algn="ctr" defTabSz="1219170" rtl="0" eaLnBrk="1" fontAlgn="auto" latinLnBrk="0" hangingPunct="1">
                <a:lnSpc>
                  <a:spcPct val="100000"/>
                </a:lnSpc>
                <a:spcBef>
                  <a:spcPts val="0"/>
                </a:spcBef>
                <a:spcAft>
                  <a:spcPts val="0"/>
                </a:spcAft>
                <a:buClrTx/>
                <a:buSzTx/>
                <a:buFontTx/>
                <a:buNone/>
                <a:tabLst/>
                <a:defRPr/>
              </a:pPr>
              <a:t>7-May-26</a:t>
            </a:fld>
            <a:endParaRPr kumimoji="0" lang="en-IN" sz="1333" b="0" i="0" u="none" strike="noStrike" kern="1200" cap="none" spc="0" normalizeH="0" baseline="0" noProof="0">
              <a:ln>
                <a:noFill/>
              </a:ln>
              <a:solidFill>
                <a:srgbClr val="000000"/>
              </a:solidFill>
              <a:effectLst/>
              <a:uLnTx/>
              <a:uFillTx/>
              <a:latin typeface="Calibri"/>
              <a:ea typeface="+mn-ea"/>
              <a:cs typeface="+mn-cs"/>
            </a:endParaRPr>
          </a:p>
        </p:txBody>
      </p:sp>
      <p:sp>
        <p:nvSpPr>
          <p:cNvPr id="21" name="Slide Number Placeholder 20">
            <a:extLst>
              <a:ext uri="{FF2B5EF4-FFF2-40B4-BE49-F238E27FC236}">
                <a16:creationId xmlns:a16="http://schemas.microsoft.com/office/drawing/2014/main" id="{903747DB-25EC-9BA2-2E53-549D4781D700}"/>
              </a:ext>
            </a:extLst>
          </p:cNvPr>
          <p:cNvSpPr>
            <a:spLocks noGrp="1"/>
          </p:cNvSpPr>
          <p:nvPr>
            <p:ph type="sldNum" sz="quarter" idx="18"/>
          </p:nvPr>
        </p:nvSpPr>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r>
              <a:rPr kumimoji="0" lang="en-IN" sz="1333" b="0" i="0" u="none" strike="noStrike" kern="1200" cap="none" spc="0" normalizeH="0" baseline="0" noProof="0">
                <a:ln>
                  <a:noFill/>
                </a:ln>
                <a:solidFill>
                  <a:srgbClr val="000000"/>
                </a:solidFill>
                <a:effectLst/>
                <a:uLnTx/>
                <a:uFillTx/>
                <a:latin typeface="Calibri"/>
                <a:ea typeface="+mn-ea"/>
                <a:cs typeface="+mn-cs"/>
              </a:rPr>
              <a:t>|    </a:t>
            </a:r>
            <a:fld id="{7B2119CD-3B2D-4CEB-B404-D2E3F8CD6D69}" type="slidenum">
              <a:rPr kumimoji="0" lang="en-IN" sz="1333" b="0" i="0" u="none" strike="noStrike" kern="1200" cap="none" spc="0" normalizeH="0" baseline="0" noProof="0">
                <a:ln>
                  <a:noFill/>
                </a:ln>
                <a:solidFill>
                  <a:srgbClr val="000000"/>
                </a:solidFill>
                <a:effectLst/>
                <a:uLnTx/>
                <a:uFillTx/>
                <a:latin typeface="Calibri"/>
                <a:ea typeface="+mn-ea"/>
                <a:cs typeface="+mn-cs"/>
              </a:rPr>
              <a:pPr marL="0" marR="0" lvl="0" indent="0" algn="r" defTabSz="1219170" rtl="0" eaLnBrk="1" fontAlgn="auto" latinLnBrk="0" hangingPunct="1">
                <a:lnSpc>
                  <a:spcPct val="100000"/>
                </a:lnSpc>
                <a:spcBef>
                  <a:spcPts val="0"/>
                </a:spcBef>
                <a:spcAft>
                  <a:spcPts val="0"/>
                </a:spcAft>
                <a:buClrTx/>
                <a:buSzTx/>
                <a:buFontTx/>
                <a:buNone/>
                <a:tabLst/>
                <a:defRPr/>
              </a:pPr>
              <a:t>11</a:t>
            </a:fld>
            <a:endParaRPr kumimoji="0" lang="en-IN" sz="1333" b="0" i="0" u="none" strike="noStrike" kern="1200" cap="none" spc="0" normalizeH="0" baseline="0" noProof="0">
              <a:ln>
                <a:noFill/>
              </a:ln>
              <a:solidFill>
                <a:srgbClr val="000000"/>
              </a:solidFill>
              <a:effectLst/>
              <a:uLnTx/>
              <a:uFillTx/>
              <a:latin typeface="Calibri"/>
              <a:ea typeface="+mn-ea"/>
              <a:cs typeface="+mn-cs"/>
            </a:endParaRPr>
          </a:p>
        </p:txBody>
      </p:sp>
      <p:sp>
        <p:nvSpPr>
          <p:cNvPr id="5" name="Title 4">
            <a:extLst>
              <a:ext uri="{FF2B5EF4-FFF2-40B4-BE49-F238E27FC236}">
                <a16:creationId xmlns:a16="http://schemas.microsoft.com/office/drawing/2014/main" id="{A2AF34AE-09A7-EFB0-D08D-91F4EDC24D76}"/>
              </a:ext>
            </a:extLst>
          </p:cNvPr>
          <p:cNvSpPr>
            <a:spLocks noGrp="1"/>
          </p:cNvSpPr>
          <p:nvPr>
            <p:ph type="title"/>
          </p:nvPr>
        </p:nvSpPr>
        <p:spPr/>
        <p:txBody>
          <a:bodyPr/>
          <a:lstStyle/>
          <a:p>
            <a:r>
              <a:rPr lang="en-US"/>
              <a:t>Security, Compliance, and Governance</a:t>
            </a:r>
            <a:endParaRPr lang="en-IN"/>
          </a:p>
        </p:txBody>
      </p:sp>
      <p:sp>
        <p:nvSpPr>
          <p:cNvPr id="15" name="TextBox 14">
            <a:extLst>
              <a:ext uri="{FF2B5EF4-FFF2-40B4-BE49-F238E27FC236}">
                <a16:creationId xmlns:a16="http://schemas.microsoft.com/office/drawing/2014/main" id="{0FEB8D36-C25C-A519-7DBC-7C88BC982CAA}"/>
              </a:ext>
            </a:extLst>
          </p:cNvPr>
          <p:cNvSpPr txBox="1"/>
          <p:nvPr/>
        </p:nvSpPr>
        <p:spPr>
          <a:xfrm>
            <a:off x="576199" y="1333387"/>
            <a:ext cx="7227629" cy="954107"/>
          </a:xfrm>
          <a:prstGeom prst="rect">
            <a:avLst/>
          </a:prstGeom>
          <a:noFill/>
        </p:spPr>
        <p:txBody>
          <a:bodyPr wrap="square" rtlCol="0">
            <a:spAutoFit/>
          </a:bodyPr>
          <a:lstStyle/>
          <a:p>
            <a:pPr defTabSz="1219170">
              <a:spcAft>
                <a:spcPts val="400"/>
              </a:spcAft>
            </a:pPr>
            <a:r>
              <a:rPr lang="en-US" sz="1400">
                <a:latin typeface="+mj-lt"/>
              </a:rPr>
              <a:t>AI-powered platforms that manage regulatory intelligence, compliance operations, traceability, and documentation. They help organizations stay aligned with evolving regulations, reduce compliance risk, automate audit artifacts, and ensure that controlled processes and regulated software remain compliant over time.</a:t>
            </a:r>
            <a:endParaRPr lang="en-US" sz="1400">
              <a:solidFill>
                <a:srgbClr val="222731"/>
              </a:solidFill>
              <a:latin typeface="+mj-lt"/>
            </a:endParaRPr>
          </a:p>
        </p:txBody>
      </p:sp>
      <p:sp>
        <p:nvSpPr>
          <p:cNvPr id="16" name="TextBox 15">
            <a:extLst>
              <a:ext uri="{FF2B5EF4-FFF2-40B4-BE49-F238E27FC236}">
                <a16:creationId xmlns:a16="http://schemas.microsoft.com/office/drawing/2014/main" id="{7AE8D8C9-C216-C561-9AD0-D09AAFEF4EF6}"/>
              </a:ext>
            </a:extLst>
          </p:cNvPr>
          <p:cNvSpPr txBox="1"/>
          <p:nvPr/>
        </p:nvSpPr>
        <p:spPr>
          <a:xfrm>
            <a:off x="605448" y="2323737"/>
            <a:ext cx="2834640" cy="147732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000000"/>
                </a:solidFill>
                <a:effectLst/>
                <a:uLnTx/>
                <a:uFillTx/>
                <a:latin typeface="Georgia"/>
                <a:ea typeface="+mn-ea"/>
                <a:cs typeface="+mn-cs"/>
              </a:rPr>
              <a:t>Adopt</a:t>
            </a:r>
          </a:p>
          <a:p>
            <a:pPr marL="274320" marR="0" lvl="0" indent="-27432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400" b="0" i="0" u="none" strike="noStrike" kern="1200" cap="none" spc="0" normalizeH="0" baseline="0" noProof="0">
                <a:ln>
                  <a:noFill/>
                </a:ln>
                <a:solidFill>
                  <a:srgbClr val="000000"/>
                </a:solidFill>
                <a:effectLst/>
                <a:uLnTx/>
                <a:uFillTx/>
                <a:latin typeface="Georgia"/>
                <a:ea typeface="+mn-ea"/>
                <a:cs typeface="+mn-cs"/>
              </a:rPr>
              <a:t>GitHub Advance Security</a:t>
            </a:r>
          </a:p>
          <a:p>
            <a:pPr marL="274320" marR="0" lvl="0" indent="-274320" algn="l" defTabSz="914400" rtl="0" eaLnBrk="1" fontAlgn="auto" latinLnBrk="0" hangingPunct="1">
              <a:lnSpc>
                <a:spcPct val="100000"/>
              </a:lnSpc>
              <a:spcBef>
                <a:spcPts val="0"/>
              </a:spcBef>
              <a:spcAft>
                <a:spcPts val="0"/>
              </a:spcAft>
              <a:buClrTx/>
              <a:buSzTx/>
              <a:buFont typeface="+mj-lt"/>
              <a:buAutoNum type="arabicPeriod"/>
              <a:tabLst/>
              <a:defRPr/>
            </a:pPr>
            <a:r>
              <a:rPr lang="en-US" sz="1400">
                <a:solidFill>
                  <a:srgbClr val="000000"/>
                </a:solidFill>
                <a:latin typeface="Georgia"/>
              </a:rPr>
              <a:t>ALM</a:t>
            </a:r>
            <a:endParaRPr kumimoji="0" lang="en-US" sz="1400" b="0" i="0" u="none" strike="noStrike" kern="1200" cap="none" spc="0" normalizeH="0" baseline="0" noProof="0">
              <a:ln>
                <a:noFill/>
              </a:ln>
              <a:solidFill>
                <a:srgbClr val="000000"/>
              </a:solidFill>
              <a:effectLst/>
              <a:uLnTx/>
              <a:uFillTx/>
              <a:latin typeface="Georgia"/>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endParaRPr kumimoji="0" lang="en-US" sz="1400" b="0" i="0" u="none" strike="noStrike" kern="1200" cap="none" spc="0" normalizeH="0" baseline="0" noProof="0">
              <a:ln>
                <a:noFill/>
              </a:ln>
              <a:solidFill>
                <a:srgbClr val="000000"/>
              </a:solidFill>
              <a:effectLst/>
              <a:uLnTx/>
              <a:uFillTx/>
              <a:latin typeface="Georgia"/>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000000"/>
                </a:solidFill>
                <a:effectLst/>
                <a:uLnTx/>
                <a:uFillTx/>
                <a:latin typeface="Georgia"/>
                <a:ea typeface="+mn-ea"/>
                <a:cs typeface="+mn-cs"/>
              </a:rPr>
              <a:t>Trial</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600">
                <a:solidFill>
                  <a:srgbClr val="000000"/>
                </a:solidFill>
                <a:latin typeface="Georgia"/>
              </a:rPr>
              <a:t>N/A</a:t>
            </a:r>
            <a:endParaRPr kumimoji="0" lang="en-US" sz="1400" i="0" u="none" strike="noStrike" kern="1200" cap="none" spc="0" normalizeH="0" baseline="0" noProof="0">
              <a:ln>
                <a:noFill/>
              </a:ln>
              <a:solidFill>
                <a:srgbClr val="000000"/>
              </a:solidFill>
              <a:effectLst/>
              <a:uLnTx/>
              <a:uFillTx/>
              <a:latin typeface="Georgia"/>
              <a:ea typeface="+mn-ea"/>
              <a:cs typeface="+mn-cs"/>
            </a:endParaRPr>
          </a:p>
        </p:txBody>
      </p:sp>
      <p:sp>
        <p:nvSpPr>
          <p:cNvPr id="17" name="TextBox 16">
            <a:extLst>
              <a:ext uri="{FF2B5EF4-FFF2-40B4-BE49-F238E27FC236}">
                <a16:creationId xmlns:a16="http://schemas.microsoft.com/office/drawing/2014/main" id="{CB9A65AE-1FFB-F0B1-1420-226C505E4C13}"/>
              </a:ext>
            </a:extLst>
          </p:cNvPr>
          <p:cNvSpPr txBox="1"/>
          <p:nvPr/>
        </p:nvSpPr>
        <p:spPr>
          <a:xfrm>
            <a:off x="3810782" y="2323737"/>
            <a:ext cx="2834640" cy="233910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000000"/>
                </a:solidFill>
                <a:effectLst/>
                <a:uLnTx/>
                <a:uFillTx/>
                <a:latin typeface="Georgia"/>
                <a:ea typeface="+mn-ea"/>
                <a:cs typeface="+mn-cs"/>
              </a:rPr>
              <a:t>Assess</a:t>
            </a:r>
          </a:p>
          <a:p>
            <a:pPr marL="342900" marR="0" lvl="0" indent="-342900" algn="l" defTabSz="914400" rtl="0" eaLnBrk="1" fontAlgn="auto" latinLnBrk="0" hangingPunct="1">
              <a:lnSpc>
                <a:spcPct val="100000"/>
              </a:lnSpc>
              <a:spcBef>
                <a:spcPts val="0"/>
              </a:spcBef>
              <a:spcAft>
                <a:spcPts val="0"/>
              </a:spcAft>
              <a:buClrTx/>
              <a:buSzTx/>
              <a:buFont typeface="+mj-lt"/>
              <a:buAutoNum type="arabicPeriod" startAt="2"/>
              <a:tabLst/>
              <a:defRPr/>
            </a:pPr>
            <a:r>
              <a:rPr kumimoji="0" lang="en-US" sz="1400" b="0" i="0" u="none" strike="noStrike" kern="1200" cap="none" spc="0" normalizeH="0" baseline="0" noProof="0">
                <a:ln>
                  <a:noFill/>
                </a:ln>
                <a:solidFill>
                  <a:srgbClr val="000000"/>
                </a:solidFill>
                <a:effectLst/>
                <a:uLnTx/>
                <a:uFillTx/>
                <a:latin typeface="Georgia"/>
                <a:ea typeface="+mn-ea"/>
                <a:cs typeface="+mn-cs"/>
              </a:rPr>
              <a:t>Aikido (ADC)</a:t>
            </a:r>
          </a:p>
          <a:p>
            <a:pPr marL="342900" marR="0" lvl="0" indent="-342900" algn="l" defTabSz="914400" rtl="0" eaLnBrk="1" fontAlgn="auto" latinLnBrk="0" hangingPunct="1">
              <a:lnSpc>
                <a:spcPct val="100000"/>
              </a:lnSpc>
              <a:spcBef>
                <a:spcPts val="0"/>
              </a:spcBef>
              <a:spcAft>
                <a:spcPts val="0"/>
              </a:spcAft>
              <a:buClrTx/>
              <a:buSzTx/>
              <a:buFont typeface="+mj-lt"/>
              <a:buAutoNum type="arabicPeriod" startAt="2"/>
              <a:tabLst/>
              <a:defRPr/>
            </a:pPr>
            <a:r>
              <a:rPr kumimoji="0" lang="en-US" sz="1400" b="0" i="0" u="none" strike="noStrike" kern="1200" cap="none" spc="0" normalizeH="0" baseline="0" noProof="0" err="1">
                <a:ln>
                  <a:noFill/>
                </a:ln>
                <a:solidFill>
                  <a:srgbClr val="000000"/>
                </a:solidFill>
                <a:effectLst/>
                <a:uLnTx/>
                <a:uFillTx/>
                <a:latin typeface="Georgia"/>
                <a:ea typeface="+mn-ea"/>
                <a:cs typeface="+mn-cs"/>
              </a:rPr>
              <a:t>Regology</a:t>
            </a:r>
            <a:r>
              <a:rPr kumimoji="0" lang="en-US" sz="1400" b="0" i="0" u="none" strike="noStrike" kern="1200" cap="none" spc="0" normalizeH="0" baseline="0" noProof="0">
                <a:ln>
                  <a:noFill/>
                </a:ln>
                <a:solidFill>
                  <a:srgbClr val="000000"/>
                </a:solidFill>
                <a:effectLst/>
                <a:uLnTx/>
                <a:uFillTx/>
                <a:latin typeface="Georgia"/>
                <a:ea typeface="+mn-ea"/>
                <a:cs typeface="+mn-cs"/>
              </a:rPr>
              <a:t> (ADC)</a:t>
            </a:r>
            <a:endParaRPr lang="en-US" sz="1400">
              <a:solidFill>
                <a:srgbClr val="000000"/>
              </a:solidFill>
              <a:latin typeface="Georgia"/>
            </a:endParaRPr>
          </a:p>
          <a:p>
            <a:pPr marL="342900" marR="0" lvl="0" indent="-342900" algn="l" defTabSz="914400" rtl="0" eaLnBrk="1" fontAlgn="auto" latinLnBrk="0" hangingPunct="1">
              <a:lnSpc>
                <a:spcPct val="100000"/>
              </a:lnSpc>
              <a:spcBef>
                <a:spcPts val="0"/>
              </a:spcBef>
              <a:spcAft>
                <a:spcPts val="0"/>
              </a:spcAft>
              <a:buClrTx/>
              <a:buSzTx/>
              <a:buFont typeface="+mj-lt"/>
              <a:buAutoNum type="arabicPeriod" startAt="2"/>
              <a:tabLst/>
              <a:defRPr/>
            </a:pPr>
            <a:r>
              <a:rPr lang="en-US" sz="1400" err="1">
                <a:solidFill>
                  <a:srgbClr val="000000"/>
                </a:solidFill>
                <a:latin typeface="Georgia"/>
              </a:rPr>
              <a:t>Ketryx</a:t>
            </a:r>
            <a:r>
              <a:rPr lang="en-US" sz="1400">
                <a:solidFill>
                  <a:srgbClr val="000000"/>
                </a:solidFill>
                <a:latin typeface="Georgia"/>
              </a:rPr>
              <a:t> (Lingo)</a:t>
            </a:r>
          </a:p>
          <a:p>
            <a:pPr marL="342900" marR="0" lvl="0" indent="-342900" algn="l" defTabSz="914400" rtl="0" eaLnBrk="1" fontAlgn="auto" latinLnBrk="0" hangingPunct="1">
              <a:lnSpc>
                <a:spcPct val="100000"/>
              </a:lnSpc>
              <a:spcBef>
                <a:spcPts val="0"/>
              </a:spcBef>
              <a:spcAft>
                <a:spcPts val="0"/>
              </a:spcAft>
              <a:buClrTx/>
              <a:buSzTx/>
              <a:buFont typeface="+mj-lt"/>
              <a:buAutoNum type="arabicPeriod" startAt="2"/>
              <a:tabLst/>
              <a:defRPr/>
            </a:pPr>
            <a:r>
              <a:rPr kumimoji="0" lang="en-US" sz="1400" b="0" i="0" u="none" strike="noStrike" kern="1200" cap="none" spc="0" normalizeH="0" baseline="0" noProof="0">
                <a:ln>
                  <a:noFill/>
                </a:ln>
                <a:solidFill>
                  <a:srgbClr val="000000"/>
                </a:solidFill>
                <a:effectLst/>
                <a:uLnTx/>
                <a:uFillTx/>
                <a:latin typeface="Georgia"/>
                <a:ea typeface="+mn-ea"/>
                <a:cs typeface="+mn-cs"/>
              </a:rPr>
              <a:t>Collate (DTS)</a:t>
            </a: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endParaRPr kumimoji="0" lang="en-US" sz="1600" b="0" i="0" u="none" strike="noStrike" kern="1200" cap="none" spc="0" normalizeH="0" baseline="0" noProof="0">
              <a:ln>
                <a:noFill/>
              </a:ln>
              <a:solidFill>
                <a:srgbClr val="000000"/>
              </a:solidFill>
              <a:effectLst/>
              <a:uLnTx/>
              <a:uFillTx/>
              <a:latin typeface="Georgia"/>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000000"/>
                </a:solidFill>
                <a:effectLst/>
                <a:uLnTx/>
                <a:uFillTx/>
                <a:latin typeface="Georgia"/>
                <a:ea typeface="+mn-ea"/>
                <a:cs typeface="+mn-cs"/>
              </a:rPr>
              <a:t>Hold</a:t>
            </a:r>
          </a:p>
          <a:p>
            <a:pPr marL="342900" marR="0" lvl="0" indent="-342900" algn="l" defTabSz="914400" rtl="0" eaLnBrk="1" fontAlgn="auto" latinLnBrk="0" hangingPunct="1">
              <a:lnSpc>
                <a:spcPct val="100000"/>
              </a:lnSpc>
              <a:spcBef>
                <a:spcPts val="0"/>
              </a:spcBef>
              <a:spcAft>
                <a:spcPts val="0"/>
              </a:spcAft>
              <a:buClrTx/>
              <a:buSzTx/>
              <a:buFont typeface="+mj-lt"/>
              <a:buAutoNum type="arabicPeriod" startAt="6"/>
              <a:tabLst/>
              <a:defRPr/>
            </a:pPr>
            <a:r>
              <a:rPr kumimoji="0" lang="en-US" sz="1400" b="0" i="0" u="none" strike="noStrike" kern="1200" cap="none" spc="0" normalizeH="0" baseline="0" noProof="0">
                <a:ln>
                  <a:noFill/>
                </a:ln>
                <a:solidFill>
                  <a:srgbClr val="000000"/>
                </a:solidFill>
                <a:effectLst/>
                <a:uLnTx/>
                <a:uFillTx/>
                <a:latin typeface="Georgia"/>
                <a:ea typeface="+mn-ea"/>
                <a:cs typeface="+mn-cs"/>
              </a:rPr>
              <a:t>Veracode</a:t>
            </a:r>
          </a:p>
          <a:p>
            <a:pPr marL="342900" marR="0" lvl="0" indent="-342900" algn="l" defTabSz="914400" rtl="0" eaLnBrk="1" fontAlgn="auto" latinLnBrk="0" hangingPunct="1">
              <a:lnSpc>
                <a:spcPct val="100000"/>
              </a:lnSpc>
              <a:spcBef>
                <a:spcPts val="0"/>
              </a:spcBef>
              <a:spcAft>
                <a:spcPts val="0"/>
              </a:spcAft>
              <a:buClrTx/>
              <a:buSzTx/>
              <a:buFont typeface="+mj-lt"/>
              <a:buAutoNum type="arabicPeriod" startAt="6"/>
              <a:tabLst/>
              <a:defRPr/>
            </a:pPr>
            <a:r>
              <a:rPr lang="en-US" sz="1400" err="1">
                <a:solidFill>
                  <a:srgbClr val="000000"/>
                </a:solidFill>
                <a:latin typeface="Georgia"/>
              </a:rPr>
              <a:t>Sonarqube</a:t>
            </a:r>
            <a:endParaRPr lang="en-US" sz="1400">
              <a:solidFill>
                <a:srgbClr val="000000"/>
              </a:solidFill>
              <a:latin typeface="Georgia"/>
            </a:endParaRPr>
          </a:p>
          <a:p>
            <a:pPr marL="342900" marR="0" lvl="0" indent="-342900" algn="l" defTabSz="914400" rtl="0" eaLnBrk="1" fontAlgn="auto" latinLnBrk="0" hangingPunct="1">
              <a:lnSpc>
                <a:spcPct val="100000"/>
              </a:lnSpc>
              <a:spcBef>
                <a:spcPts val="0"/>
              </a:spcBef>
              <a:spcAft>
                <a:spcPts val="0"/>
              </a:spcAft>
              <a:buClrTx/>
              <a:buSzTx/>
              <a:buFont typeface="+mj-lt"/>
              <a:buAutoNum type="arabicPeriod" startAt="6"/>
              <a:tabLst/>
              <a:defRPr/>
            </a:pPr>
            <a:r>
              <a:rPr kumimoji="0" lang="en-US" sz="1400" b="0" i="0" u="none" strike="noStrike" kern="1200" cap="none" spc="0" normalizeH="0" baseline="0" noProof="0" err="1">
                <a:ln>
                  <a:noFill/>
                </a:ln>
                <a:solidFill>
                  <a:srgbClr val="000000"/>
                </a:solidFill>
                <a:effectLst/>
                <a:uLnTx/>
                <a:uFillTx/>
                <a:latin typeface="Georgia"/>
                <a:ea typeface="+mn-ea"/>
                <a:cs typeface="+mn-cs"/>
              </a:rPr>
              <a:t>jFrog</a:t>
            </a:r>
            <a:r>
              <a:rPr kumimoji="0" lang="en-US" sz="1400" b="0" i="0" u="none" strike="noStrike" kern="1200" cap="none" spc="0" normalizeH="0" baseline="0" noProof="0">
                <a:ln>
                  <a:noFill/>
                </a:ln>
                <a:solidFill>
                  <a:srgbClr val="000000"/>
                </a:solidFill>
                <a:effectLst/>
                <a:uLnTx/>
                <a:uFillTx/>
                <a:latin typeface="Georgia"/>
                <a:ea typeface="+mn-ea"/>
                <a:cs typeface="+mn-cs"/>
              </a:rPr>
              <a:t> Advance </a:t>
            </a:r>
            <a:r>
              <a:rPr kumimoji="0" lang="en-US" sz="1400" b="0" i="0" u="none" strike="noStrike" kern="1200" cap="none" spc="0" normalizeH="0" baseline="0" noProof="0" err="1">
                <a:ln>
                  <a:noFill/>
                </a:ln>
                <a:solidFill>
                  <a:srgbClr val="000000"/>
                </a:solidFill>
                <a:effectLst/>
                <a:uLnTx/>
                <a:uFillTx/>
                <a:latin typeface="Georgia"/>
                <a:ea typeface="+mn-ea"/>
                <a:cs typeface="+mn-cs"/>
              </a:rPr>
              <a:t>Securit</a:t>
            </a:r>
            <a:r>
              <a:rPr lang="en-US" sz="1400">
                <a:solidFill>
                  <a:srgbClr val="000000"/>
                </a:solidFill>
                <a:latin typeface="Georgia"/>
              </a:rPr>
              <a:t>y </a:t>
            </a:r>
            <a:endParaRPr kumimoji="0" lang="en-US" sz="1600" b="0" i="0" u="none" strike="noStrike" kern="1200" cap="none" spc="0" normalizeH="0" baseline="0" noProof="0">
              <a:ln>
                <a:noFill/>
              </a:ln>
              <a:solidFill>
                <a:srgbClr val="000000"/>
              </a:solidFill>
              <a:effectLst/>
              <a:uLnTx/>
              <a:uFillTx/>
              <a:latin typeface="Georgia"/>
              <a:ea typeface="+mn-ea"/>
              <a:cs typeface="+mn-cs"/>
            </a:endParaRPr>
          </a:p>
        </p:txBody>
      </p:sp>
      <p:sp>
        <p:nvSpPr>
          <p:cNvPr id="19" name="Rectangle 18">
            <a:extLst>
              <a:ext uri="{FF2B5EF4-FFF2-40B4-BE49-F238E27FC236}">
                <a16:creationId xmlns:a16="http://schemas.microsoft.com/office/drawing/2014/main" id="{584D83F4-DEDC-7967-D292-A78210094CA5}"/>
              </a:ext>
            </a:extLst>
          </p:cNvPr>
          <p:cNvSpPr/>
          <p:nvPr/>
        </p:nvSpPr>
        <p:spPr>
          <a:xfrm>
            <a:off x="670560" y="5597312"/>
            <a:ext cx="10597585" cy="63621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eaLnBrk="0" fontAlgn="base" hangingPunct="0">
              <a:spcBef>
                <a:spcPct val="0"/>
              </a:spcBef>
              <a:spcAft>
                <a:spcPct val="0"/>
              </a:spcAft>
            </a:pPr>
            <a:r>
              <a:rPr lang="en-US" altLang="en-US" sz="1400">
                <a:solidFill>
                  <a:schemeClr val="bg1"/>
                </a:solidFill>
                <a:latin typeface="+mj-lt"/>
              </a:rPr>
              <a:t>AI-driven security and compliance tools reduce risk, automate evidence and monitoring, and help teams stay aligned with evolving regulations—strengthening protection, improving audit readiness, and ensuring trusted, compliant software delivery.</a:t>
            </a:r>
          </a:p>
        </p:txBody>
      </p:sp>
      <p:sp>
        <p:nvSpPr>
          <p:cNvPr id="6" name="TextBox 5">
            <a:extLst>
              <a:ext uri="{FF2B5EF4-FFF2-40B4-BE49-F238E27FC236}">
                <a16:creationId xmlns:a16="http://schemas.microsoft.com/office/drawing/2014/main" id="{9E69ACF2-D45B-B12B-ADAE-081E35378FFB}"/>
              </a:ext>
            </a:extLst>
          </p:cNvPr>
          <p:cNvSpPr txBox="1"/>
          <p:nvPr/>
        </p:nvSpPr>
        <p:spPr>
          <a:xfrm>
            <a:off x="10391576" y="5196670"/>
            <a:ext cx="663964"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Georgia"/>
                <a:ea typeface="+mn-ea"/>
                <a:cs typeface="+mn-cs"/>
              </a:rPr>
              <a:t>Adopt</a:t>
            </a:r>
          </a:p>
        </p:txBody>
      </p:sp>
      <p:sp>
        <p:nvSpPr>
          <p:cNvPr id="8" name="TextBox 7">
            <a:extLst>
              <a:ext uri="{FF2B5EF4-FFF2-40B4-BE49-F238E27FC236}">
                <a16:creationId xmlns:a16="http://schemas.microsoft.com/office/drawing/2014/main" id="{CE851CA6-0FCC-B398-02F1-1DE0A4F7FAC5}"/>
              </a:ext>
            </a:extLst>
          </p:cNvPr>
          <p:cNvSpPr txBox="1"/>
          <p:nvPr/>
        </p:nvSpPr>
        <p:spPr>
          <a:xfrm>
            <a:off x="9001359" y="5196670"/>
            <a:ext cx="569387"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Georgia"/>
                <a:ea typeface="+mn-ea"/>
                <a:cs typeface="+mn-cs"/>
              </a:rPr>
              <a:t>Trial</a:t>
            </a:r>
          </a:p>
        </p:txBody>
      </p:sp>
      <p:sp>
        <p:nvSpPr>
          <p:cNvPr id="9" name="TextBox 8">
            <a:extLst>
              <a:ext uri="{FF2B5EF4-FFF2-40B4-BE49-F238E27FC236}">
                <a16:creationId xmlns:a16="http://schemas.microsoft.com/office/drawing/2014/main" id="{8B9875EC-E456-0DBE-4717-C0C3A95F8093}"/>
              </a:ext>
            </a:extLst>
          </p:cNvPr>
          <p:cNvSpPr txBox="1"/>
          <p:nvPr/>
        </p:nvSpPr>
        <p:spPr>
          <a:xfrm>
            <a:off x="7878704" y="5196670"/>
            <a:ext cx="704039"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Georgia"/>
                <a:ea typeface="+mn-ea"/>
                <a:cs typeface="+mn-cs"/>
              </a:rPr>
              <a:t>Assess</a:t>
            </a:r>
          </a:p>
        </p:txBody>
      </p:sp>
      <p:sp>
        <p:nvSpPr>
          <p:cNvPr id="11" name="TextBox 10">
            <a:extLst>
              <a:ext uri="{FF2B5EF4-FFF2-40B4-BE49-F238E27FC236}">
                <a16:creationId xmlns:a16="http://schemas.microsoft.com/office/drawing/2014/main" id="{86E4BDE2-9F13-2FA4-C1EB-3E7EEC00B369}"/>
              </a:ext>
            </a:extLst>
          </p:cNvPr>
          <p:cNvSpPr txBox="1"/>
          <p:nvPr/>
        </p:nvSpPr>
        <p:spPr>
          <a:xfrm>
            <a:off x="6994079" y="5196670"/>
            <a:ext cx="579005"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Georgia"/>
                <a:ea typeface="+mn-ea"/>
                <a:cs typeface="+mn-cs"/>
              </a:rPr>
              <a:t>Hold</a:t>
            </a:r>
          </a:p>
        </p:txBody>
      </p:sp>
      <p:sp>
        <p:nvSpPr>
          <p:cNvPr id="22" name="Oval 21">
            <a:extLst>
              <a:ext uri="{FF2B5EF4-FFF2-40B4-BE49-F238E27FC236}">
                <a16:creationId xmlns:a16="http://schemas.microsoft.com/office/drawing/2014/main" id="{B62559E6-A7B1-F26C-83CE-BED281834DC4}"/>
              </a:ext>
            </a:extLst>
          </p:cNvPr>
          <p:cNvSpPr/>
          <p:nvPr/>
        </p:nvSpPr>
        <p:spPr>
          <a:xfrm>
            <a:off x="10587836" y="4064899"/>
            <a:ext cx="365760" cy="365760"/>
          </a:xfrm>
          <a:prstGeom prst="ellipse">
            <a:avLst/>
          </a:prstGeom>
          <a:solidFill>
            <a:schemeClr val="accent1"/>
          </a:solidFill>
          <a:ln>
            <a:noFill/>
          </a:ln>
          <a:effectLst/>
        </p:spPr>
        <p:txBody>
          <a:bodyPr rtlCol="0" anchor="ctr"/>
          <a:lstStyle/>
          <a:p>
            <a:pPr marL="0" marR="0" lvl="0" indent="0" algn="ctr" defTabSz="1219140" rtl="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a:ln>
                  <a:noFill/>
                </a:ln>
                <a:solidFill>
                  <a:prstClr val="white"/>
                </a:solidFill>
                <a:effectLst/>
                <a:uLnTx/>
                <a:uFillTx/>
                <a:latin typeface="Calibri"/>
                <a:ea typeface="+mn-ea"/>
                <a:cs typeface="+mn-cs"/>
              </a:rPr>
              <a:t>1</a:t>
            </a:r>
          </a:p>
        </p:txBody>
      </p:sp>
      <p:sp>
        <p:nvSpPr>
          <p:cNvPr id="24" name="Oval 23">
            <a:extLst>
              <a:ext uri="{FF2B5EF4-FFF2-40B4-BE49-F238E27FC236}">
                <a16:creationId xmlns:a16="http://schemas.microsoft.com/office/drawing/2014/main" id="{4E979B00-3862-604A-DF90-8F7702DDC3CB}"/>
              </a:ext>
            </a:extLst>
          </p:cNvPr>
          <p:cNvSpPr/>
          <p:nvPr/>
        </p:nvSpPr>
        <p:spPr>
          <a:xfrm>
            <a:off x="9211602" y="2489083"/>
            <a:ext cx="365760" cy="365760"/>
          </a:xfrm>
          <a:prstGeom prst="ellipse">
            <a:avLst/>
          </a:prstGeom>
          <a:solidFill>
            <a:schemeClr val="accent1"/>
          </a:solidFill>
          <a:ln>
            <a:noFill/>
          </a:ln>
          <a:effectLst/>
        </p:spPr>
        <p:txBody>
          <a:bodyPr rtlCol="0" anchor="ctr"/>
          <a:lstStyle/>
          <a:p>
            <a:pPr marL="0" marR="0" lvl="0" indent="0" algn="ctr" defTabSz="1219140" rtl="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a:ln>
                  <a:noFill/>
                </a:ln>
                <a:solidFill>
                  <a:prstClr val="white"/>
                </a:solidFill>
                <a:effectLst/>
                <a:uLnTx/>
                <a:uFillTx/>
                <a:latin typeface="Calibri"/>
                <a:ea typeface="+mn-ea"/>
                <a:cs typeface="+mn-cs"/>
              </a:rPr>
              <a:t>4</a:t>
            </a:r>
          </a:p>
        </p:txBody>
      </p:sp>
      <p:sp>
        <p:nvSpPr>
          <p:cNvPr id="25" name="Oval 24">
            <a:extLst>
              <a:ext uri="{FF2B5EF4-FFF2-40B4-BE49-F238E27FC236}">
                <a16:creationId xmlns:a16="http://schemas.microsoft.com/office/drawing/2014/main" id="{3F1B0216-D8EF-3158-D378-14A5DF1A9D71}"/>
              </a:ext>
            </a:extLst>
          </p:cNvPr>
          <p:cNvSpPr/>
          <p:nvPr/>
        </p:nvSpPr>
        <p:spPr>
          <a:xfrm>
            <a:off x="8436767" y="3283260"/>
            <a:ext cx="365760" cy="365760"/>
          </a:xfrm>
          <a:prstGeom prst="ellipse">
            <a:avLst/>
          </a:prstGeom>
          <a:solidFill>
            <a:schemeClr val="accent1"/>
          </a:solidFill>
          <a:ln>
            <a:noFill/>
          </a:ln>
          <a:effectLst/>
        </p:spPr>
        <p:txBody>
          <a:bodyPr rtlCol="0" anchor="ctr"/>
          <a:lstStyle/>
          <a:p>
            <a:pPr marL="0" marR="0" lvl="0" indent="0" algn="ctr" defTabSz="1219140" rtl="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a:ln>
                  <a:noFill/>
                </a:ln>
                <a:solidFill>
                  <a:prstClr val="white"/>
                </a:solidFill>
                <a:effectLst/>
                <a:uLnTx/>
                <a:uFillTx/>
                <a:latin typeface="Calibri"/>
                <a:ea typeface="+mn-ea"/>
                <a:cs typeface="+mn-cs"/>
              </a:rPr>
              <a:t>2</a:t>
            </a:r>
          </a:p>
        </p:txBody>
      </p:sp>
      <p:sp>
        <p:nvSpPr>
          <p:cNvPr id="26" name="Oval 25">
            <a:extLst>
              <a:ext uri="{FF2B5EF4-FFF2-40B4-BE49-F238E27FC236}">
                <a16:creationId xmlns:a16="http://schemas.microsoft.com/office/drawing/2014/main" id="{67C6C1FF-992F-630D-218C-3B78654B7480}"/>
              </a:ext>
            </a:extLst>
          </p:cNvPr>
          <p:cNvSpPr/>
          <p:nvPr/>
        </p:nvSpPr>
        <p:spPr>
          <a:xfrm>
            <a:off x="8071007" y="4429527"/>
            <a:ext cx="365760" cy="365760"/>
          </a:xfrm>
          <a:prstGeom prst="ellipse">
            <a:avLst/>
          </a:prstGeom>
          <a:solidFill>
            <a:schemeClr val="accent1"/>
          </a:solidFill>
          <a:ln>
            <a:noFill/>
          </a:ln>
          <a:effectLst/>
        </p:spPr>
        <p:txBody>
          <a:bodyPr rtlCol="0" anchor="ctr"/>
          <a:lstStyle/>
          <a:p>
            <a:pPr marL="0" marR="0" lvl="0" indent="0" algn="ctr" defTabSz="1219140" rtl="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a:ln>
                  <a:noFill/>
                </a:ln>
                <a:solidFill>
                  <a:prstClr val="white"/>
                </a:solidFill>
                <a:effectLst/>
                <a:uLnTx/>
                <a:uFillTx/>
                <a:latin typeface="Calibri"/>
                <a:ea typeface="+mn-ea"/>
                <a:cs typeface="+mn-cs"/>
              </a:rPr>
              <a:t>3</a:t>
            </a:r>
          </a:p>
        </p:txBody>
      </p:sp>
      <p:sp>
        <p:nvSpPr>
          <p:cNvPr id="45" name="Oval 44">
            <a:extLst>
              <a:ext uri="{FF2B5EF4-FFF2-40B4-BE49-F238E27FC236}">
                <a16:creationId xmlns:a16="http://schemas.microsoft.com/office/drawing/2014/main" id="{81461789-4383-C1ED-4E5A-E45413E87E55}"/>
              </a:ext>
            </a:extLst>
          </p:cNvPr>
          <p:cNvSpPr/>
          <p:nvPr/>
        </p:nvSpPr>
        <p:spPr>
          <a:xfrm>
            <a:off x="10225765" y="1957977"/>
            <a:ext cx="365760" cy="365760"/>
          </a:xfrm>
          <a:prstGeom prst="ellipse">
            <a:avLst/>
          </a:prstGeom>
          <a:solidFill>
            <a:schemeClr val="accent1"/>
          </a:solidFill>
          <a:ln>
            <a:noFill/>
          </a:ln>
          <a:effectLst/>
        </p:spPr>
        <p:txBody>
          <a:bodyPr rtlCol="0" anchor="ctr"/>
          <a:lstStyle/>
          <a:p>
            <a:pPr marL="0" marR="0" lvl="0" indent="0" algn="ctr" defTabSz="1219140" rtl="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a:ln>
                  <a:noFill/>
                </a:ln>
                <a:solidFill>
                  <a:prstClr val="white"/>
                </a:solidFill>
                <a:effectLst/>
                <a:uLnTx/>
                <a:uFillTx/>
                <a:latin typeface="Calibri"/>
                <a:ea typeface="+mn-ea"/>
                <a:cs typeface="+mn-cs"/>
              </a:rPr>
              <a:t>5</a:t>
            </a:r>
          </a:p>
        </p:txBody>
      </p:sp>
      <p:sp>
        <p:nvSpPr>
          <p:cNvPr id="46" name="Oval 45">
            <a:extLst>
              <a:ext uri="{FF2B5EF4-FFF2-40B4-BE49-F238E27FC236}">
                <a16:creationId xmlns:a16="http://schemas.microsoft.com/office/drawing/2014/main" id="{AFE60022-52B9-F199-4282-A0143CD2203C}"/>
              </a:ext>
            </a:extLst>
          </p:cNvPr>
          <p:cNvSpPr/>
          <p:nvPr/>
        </p:nvSpPr>
        <p:spPr>
          <a:xfrm>
            <a:off x="7476915" y="3246120"/>
            <a:ext cx="365760" cy="365760"/>
          </a:xfrm>
          <a:prstGeom prst="ellipse">
            <a:avLst/>
          </a:prstGeom>
          <a:solidFill>
            <a:schemeClr val="accent1"/>
          </a:solidFill>
          <a:ln>
            <a:noFill/>
          </a:ln>
          <a:effectLst/>
        </p:spPr>
        <p:txBody>
          <a:bodyPr rtlCol="0" anchor="ctr"/>
          <a:lstStyle/>
          <a:p>
            <a:pPr marL="0" marR="0" lvl="0" indent="0" algn="ctr" defTabSz="1219140" rtl="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a:ln>
                  <a:noFill/>
                </a:ln>
                <a:solidFill>
                  <a:prstClr val="white"/>
                </a:solidFill>
                <a:effectLst/>
                <a:uLnTx/>
                <a:uFillTx/>
                <a:latin typeface="Calibri"/>
                <a:ea typeface="+mn-ea"/>
                <a:cs typeface="+mn-cs"/>
              </a:rPr>
              <a:t>6</a:t>
            </a:r>
          </a:p>
        </p:txBody>
      </p:sp>
      <p:sp>
        <p:nvSpPr>
          <p:cNvPr id="47" name="Oval 46">
            <a:extLst>
              <a:ext uri="{FF2B5EF4-FFF2-40B4-BE49-F238E27FC236}">
                <a16:creationId xmlns:a16="http://schemas.microsoft.com/office/drawing/2014/main" id="{E4002E4A-638F-42CC-53E9-4E178B682124}"/>
              </a:ext>
            </a:extLst>
          </p:cNvPr>
          <p:cNvSpPr/>
          <p:nvPr/>
        </p:nvSpPr>
        <p:spPr>
          <a:xfrm>
            <a:off x="8174522" y="2073949"/>
            <a:ext cx="365760" cy="365760"/>
          </a:xfrm>
          <a:prstGeom prst="ellipse">
            <a:avLst/>
          </a:prstGeom>
          <a:solidFill>
            <a:schemeClr val="accent1"/>
          </a:solidFill>
          <a:ln>
            <a:noFill/>
          </a:ln>
          <a:effectLst/>
        </p:spPr>
        <p:txBody>
          <a:bodyPr rtlCol="0" anchor="ctr"/>
          <a:lstStyle/>
          <a:p>
            <a:pPr marL="0" marR="0" lvl="0" indent="0" algn="ctr" defTabSz="1219140" rtl="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a:ln>
                  <a:noFill/>
                </a:ln>
                <a:solidFill>
                  <a:prstClr val="white"/>
                </a:solidFill>
                <a:effectLst/>
                <a:uLnTx/>
                <a:uFillTx/>
                <a:latin typeface="Calibri"/>
                <a:ea typeface="+mn-ea"/>
                <a:cs typeface="+mn-cs"/>
              </a:rPr>
              <a:t>7</a:t>
            </a:r>
          </a:p>
        </p:txBody>
      </p:sp>
      <p:sp>
        <p:nvSpPr>
          <p:cNvPr id="4" name="Oval 3">
            <a:extLst>
              <a:ext uri="{FF2B5EF4-FFF2-40B4-BE49-F238E27FC236}">
                <a16:creationId xmlns:a16="http://schemas.microsoft.com/office/drawing/2014/main" id="{4B6CBCD4-DBF1-CA95-D55C-28120084F48C}"/>
              </a:ext>
            </a:extLst>
          </p:cNvPr>
          <p:cNvSpPr/>
          <p:nvPr/>
        </p:nvSpPr>
        <p:spPr>
          <a:xfrm>
            <a:off x="9170226" y="1402984"/>
            <a:ext cx="365760" cy="365760"/>
          </a:xfrm>
          <a:prstGeom prst="ellipse">
            <a:avLst/>
          </a:prstGeom>
          <a:solidFill>
            <a:schemeClr val="accent1"/>
          </a:solidFill>
          <a:ln>
            <a:noFill/>
          </a:ln>
          <a:effectLst/>
        </p:spPr>
        <p:txBody>
          <a:bodyPr rtlCol="0" anchor="ctr"/>
          <a:lstStyle/>
          <a:p>
            <a:pPr marL="0" marR="0" lvl="0" indent="0" algn="ctr" defTabSz="1219140" rtl="0" eaLnBrk="1" fontAlgn="auto" latinLnBrk="0" hangingPunct="1">
              <a:lnSpc>
                <a:spcPct val="100000"/>
              </a:lnSpc>
              <a:spcBef>
                <a:spcPts val="0"/>
              </a:spcBef>
              <a:spcAft>
                <a:spcPts val="0"/>
              </a:spcAft>
              <a:buClrTx/>
              <a:buSzTx/>
              <a:buFontTx/>
              <a:buNone/>
              <a:tabLst/>
              <a:defRPr/>
            </a:pPr>
            <a:r>
              <a:rPr lang="en-US" sz="1600" b="1" kern="0">
                <a:solidFill>
                  <a:prstClr val="white"/>
                </a:solidFill>
                <a:latin typeface="Calibri"/>
              </a:rPr>
              <a:t>8</a:t>
            </a:r>
            <a:endParaRPr kumimoji="0" lang="en-US" sz="1600" b="1" i="0" u="none" strike="noStrike" kern="0" cap="none" spc="0" normalizeH="0" baseline="0" noProof="0">
              <a:ln>
                <a:noFill/>
              </a:ln>
              <a:solidFill>
                <a:prstClr val="white"/>
              </a:solidFill>
              <a:effectLst/>
              <a:uLnTx/>
              <a:uFillTx/>
              <a:latin typeface="Calibri"/>
              <a:ea typeface="+mn-ea"/>
              <a:cs typeface="+mn-cs"/>
            </a:endParaRPr>
          </a:p>
        </p:txBody>
      </p:sp>
    </p:spTree>
    <p:extLst>
      <p:ext uri="{BB962C8B-B14F-4D97-AF65-F5344CB8AC3E}">
        <p14:creationId xmlns:p14="http://schemas.microsoft.com/office/powerpoint/2010/main" val="31230581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5FC0BA-FE4D-5092-9222-AAC57DF7885A}"/>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2D4A1C04-F8D7-2B56-D289-0B3FE09B6C6D}"/>
              </a:ext>
            </a:extLst>
          </p:cNvPr>
          <p:cNvPicPr>
            <a:picLocks noChangeAspect="1"/>
          </p:cNvPicPr>
          <p:nvPr/>
        </p:nvPicPr>
        <p:blipFill>
          <a:blip r:embed="rId3"/>
          <a:stretch>
            <a:fillRect/>
          </a:stretch>
        </p:blipFill>
        <p:spPr>
          <a:xfrm>
            <a:off x="6741042" y="586435"/>
            <a:ext cx="4527103" cy="4573871"/>
          </a:xfrm>
          <a:prstGeom prst="rect">
            <a:avLst/>
          </a:prstGeom>
        </p:spPr>
      </p:pic>
      <p:sp>
        <p:nvSpPr>
          <p:cNvPr id="7" name="Text Placeholder 6">
            <a:extLst>
              <a:ext uri="{FF2B5EF4-FFF2-40B4-BE49-F238E27FC236}">
                <a16:creationId xmlns:a16="http://schemas.microsoft.com/office/drawing/2014/main" id="{A7636730-7D19-C2B3-4ABA-4020F258EEAB}"/>
              </a:ext>
            </a:extLst>
          </p:cNvPr>
          <p:cNvSpPr>
            <a:spLocks noGrp="1"/>
          </p:cNvSpPr>
          <p:nvPr>
            <p:ph type="body" sz="quarter" idx="10"/>
          </p:nvPr>
        </p:nvSpPr>
        <p:spPr/>
        <p:txBody>
          <a:bodyPr/>
          <a:lstStyle/>
          <a:p>
            <a:r>
              <a:rPr lang="en-US"/>
              <a:t>Developer Experience and tooling</a:t>
            </a:r>
          </a:p>
        </p:txBody>
      </p:sp>
      <p:sp>
        <p:nvSpPr>
          <p:cNvPr id="3" name="Date Placeholder 2">
            <a:extLst>
              <a:ext uri="{FF2B5EF4-FFF2-40B4-BE49-F238E27FC236}">
                <a16:creationId xmlns:a16="http://schemas.microsoft.com/office/drawing/2014/main" id="{DF44C754-3A66-B429-A073-1A69538B52CF}"/>
              </a:ext>
            </a:extLst>
          </p:cNvPr>
          <p:cNvSpPr>
            <a:spLocks noGrp="1"/>
          </p:cNvSpPr>
          <p:nvPr>
            <p:ph type="dt" sz="half" idx="16"/>
          </p:nvPr>
        </p:nvSpPr>
        <p:spPr/>
        <p: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fld id="{6C03C840-AF03-4AC7-888F-1B23DCEAB4ED}" type="datetime5">
              <a:rPr kumimoji="0" lang="en-US" sz="1333" b="0" i="0" u="none" strike="noStrike" kern="1200" cap="none" spc="0" normalizeH="0" baseline="0" noProof="0">
                <a:ln>
                  <a:noFill/>
                </a:ln>
                <a:solidFill>
                  <a:srgbClr val="000000"/>
                </a:solidFill>
                <a:effectLst/>
                <a:uLnTx/>
                <a:uFillTx/>
                <a:latin typeface="Calibri"/>
                <a:ea typeface="+mn-ea"/>
                <a:cs typeface="+mn-cs"/>
              </a:rPr>
              <a:pPr marL="0" marR="0" lvl="0" indent="0" algn="ctr" defTabSz="1219170" rtl="0" eaLnBrk="1" fontAlgn="auto" latinLnBrk="0" hangingPunct="1">
                <a:lnSpc>
                  <a:spcPct val="100000"/>
                </a:lnSpc>
                <a:spcBef>
                  <a:spcPts val="0"/>
                </a:spcBef>
                <a:spcAft>
                  <a:spcPts val="0"/>
                </a:spcAft>
                <a:buClrTx/>
                <a:buSzTx/>
                <a:buFontTx/>
                <a:buNone/>
                <a:tabLst/>
                <a:defRPr/>
              </a:pPr>
              <a:t>7-May-26</a:t>
            </a:fld>
            <a:endParaRPr kumimoji="0" lang="en-IN" sz="1333" b="0" i="0" u="none" strike="noStrike" kern="1200" cap="none" spc="0" normalizeH="0" baseline="0" noProof="0">
              <a:ln>
                <a:noFill/>
              </a:ln>
              <a:solidFill>
                <a:srgbClr val="000000"/>
              </a:solidFill>
              <a:effectLst/>
              <a:uLnTx/>
              <a:uFillTx/>
              <a:latin typeface="Calibri"/>
              <a:ea typeface="+mn-ea"/>
              <a:cs typeface="+mn-cs"/>
            </a:endParaRPr>
          </a:p>
        </p:txBody>
      </p:sp>
      <p:sp>
        <p:nvSpPr>
          <p:cNvPr id="21" name="Slide Number Placeholder 20">
            <a:extLst>
              <a:ext uri="{FF2B5EF4-FFF2-40B4-BE49-F238E27FC236}">
                <a16:creationId xmlns:a16="http://schemas.microsoft.com/office/drawing/2014/main" id="{3996E769-D10C-F7B6-C7C5-CEC991FF82C3}"/>
              </a:ext>
            </a:extLst>
          </p:cNvPr>
          <p:cNvSpPr>
            <a:spLocks noGrp="1"/>
          </p:cNvSpPr>
          <p:nvPr>
            <p:ph type="sldNum" sz="quarter" idx="18"/>
          </p:nvPr>
        </p:nvSpPr>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r>
              <a:rPr kumimoji="0" lang="en-IN" sz="1333" b="0" i="0" u="none" strike="noStrike" kern="1200" cap="none" spc="0" normalizeH="0" baseline="0" noProof="0">
                <a:ln>
                  <a:noFill/>
                </a:ln>
                <a:solidFill>
                  <a:srgbClr val="000000"/>
                </a:solidFill>
                <a:effectLst/>
                <a:uLnTx/>
                <a:uFillTx/>
                <a:latin typeface="Calibri"/>
                <a:ea typeface="+mn-ea"/>
                <a:cs typeface="+mn-cs"/>
              </a:rPr>
              <a:t>|    </a:t>
            </a:r>
            <a:fld id="{7B2119CD-3B2D-4CEB-B404-D2E3F8CD6D69}" type="slidenum">
              <a:rPr kumimoji="0" lang="en-IN" sz="1333" b="0" i="0" u="none" strike="noStrike" kern="1200" cap="none" spc="0" normalizeH="0" baseline="0" noProof="0">
                <a:ln>
                  <a:noFill/>
                </a:ln>
                <a:solidFill>
                  <a:srgbClr val="000000"/>
                </a:solidFill>
                <a:effectLst/>
                <a:uLnTx/>
                <a:uFillTx/>
                <a:latin typeface="Calibri"/>
                <a:ea typeface="+mn-ea"/>
                <a:cs typeface="+mn-cs"/>
              </a:rPr>
              <a:pPr marL="0" marR="0" lvl="0" indent="0" algn="r" defTabSz="1219170" rtl="0" eaLnBrk="1" fontAlgn="auto" latinLnBrk="0" hangingPunct="1">
                <a:lnSpc>
                  <a:spcPct val="100000"/>
                </a:lnSpc>
                <a:spcBef>
                  <a:spcPts val="0"/>
                </a:spcBef>
                <a:spcAft>
                  <a:spcPts val="0"/>
                </a:spcAft>
                <a:buClrTx/>
                <a:buSzTx/>
                <a:buFontTx/>
                <a:buNone/>
                <a:tabLst/>
                <a:defRPr/>
              </a:pPr>
              <a:t>12</a:t>
            </a:fld>
            <a:endParaRPr kumimoji="0" lang="en-IN" sz="1333" b="0" i="0" u="none" strike="noStrike" kern="1200" cap="none" spc="0" normalizeH="0" baseline="0" noProof="0">
              <a:ln>
                <a:noFill/>
              </a:ln>
              <a:solidFill>
                <a:srgbClr val="000000"/>
              </a:solidFill>
              <a:effectLst/>
              <a:uLnTx/>
              <a:uFillTx/>
              <a:latin typeface="Calibri"/>
              <a:ea typeface="+mn-ea"/>
              <a:cs typeface="+mn-cs"/>
            </a:endParaRPr>
          </a:p>
        </p:txBody>
      </p:sp>
      <p:sp>
        <p:nvSpPr>
          <p:cNvPr id="5" name="Title 4">
            <a:extLst>
              <a:ext uri="{FF2B5EF4-FFF2-40B4-BE49-F238E27FC236}">
                <a16:creationId xmlns:a16="http://schemas.microsoft.com/office/drawing/2014/main" id="{426301E7-3F75-0C74-E0FF-859F42045069}"/>
              </a:ext>
            </a:extLst>
          </p:cNvPr>
          <p:cNvSpPr>
            <a:spLocks noGrp="1"/>
          </p:cNvSpPr>
          <p:nvPr>
            <p:ph type="title"/>
          </p:nvPr>
        </p:nvSpPr>
        <p:spPr/>
        <p:txBody>
          <a:bodyPr/>
          <a:lstStyle/>
          <a:p>
            <a:r>
              <a:rPr lang="en-US"/>
              <a:t>Monitoring and Observability</a:t>
            </a:r>
            <a:endParaRPr lang="en-IN"/>
          </a:p>
        </p:txBody>
      </p:sp>
      <p:sp>
        <p:nvSpPr>
          <p:cNvPr id="15" name="TextBox 14">
            <a:extLst>
              <a:ext uri="{FF2B5EF4-FFF2-40B4-BE49-F238E27FC236}">
                <a16:creationId xmlns:a16="http://schemas.microsoft.com/office/drawing/2014/main" id="{8F5F4EBC-5D1D-2AF5-1B1E-1DBB12A8137A}"/>
              </a:ext>
            </a:extLst>
          </p:cNvPr>
          <p:cNvSpPr txBox="1"/>
          <p:nvPr/>
        </p:nvSpPr>
        <p:spPr>
          <a:xfrm>
            <a:off x="576199" y="1333387"/>
            <a:ext cx="7227629" cy="954107"/>
          </a:xfrm>
          <a:prstGeom prst="rect">
            <a:avLst/>
          </a:prstGeom>
          <a:noFill/>
        </p:spPr>
        <p:txBody>
          <a:bodyPr wrap="square" rtlCol="0">
            <a:spAutoFit/>
          </a:bodyPr>
          <a:lstStyle/>
          <a:p>
            <a:pPr defTabSz="1219170">
              <a:spcAft>
                <a:spcPts val="400"/>
              </a:spcAft>
            </a:pPr>
            <a:r>
              <a:rPr lang="en-US" sz="1400">
                <a:latin typeface="+mj-lt"/>
              </a:rPr>
              <a:t>Monitoring and observability tools deliver real-time insight into system and AI application performance. AI-enhanced platforms surface issues faster, automate root-cause analysis, and help teams ensure reliable, high-quality digital and LLM-driven experiences.</a:t>
            </a:r>
            <a:endParaRPr lang="en-US" sz="1400">
              <a:solidFill>
                <a:srgbClr val="222731"/>
              </a:solidFill>
              <a:latin typeface="+mj-lt"/>
            </a:endParaRPr>
          </a:p>
        </p:txBody>
      </p:sp>
      <p:sp>
        <p:nvSpPr>
          <p:cNvPr id="16" name="TextBox 15">
            <a:extLst>
              <a:ext uri="{FF2B5EF4-FFF2-40B4-BE49-F238E27FC236}">
                <a16:creationId xmlns:a16="http://schemas.microsoft.com/office/drawing/2014/main" id="{EF5563E9-881D-2897-1E33-B6EC80371DC0}"/>
              </a:ext>
            </a:extLst>
          </p:cNvPr>
          <p:cNvSpPr txBox="1"/>
          <p:nvPr/>
        </p:nvSpPr>
        <p:spPr>
          <a:xfrm>
            <a:off x="605448" y="2323737"/>
            <a:ext cx="2834640" cy="230832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000000"/>
                </a:solidFill>
                <a:effectLst/>
                <a:uLnTx/>
                <a:uFillTx/>
                <a:latin typeface="Georgia"/>
                <a:ea typeface="+mn-ea"/>
                <a:cs typeface="+mn-cs"/>
              </a:rPr>
              <a:t>Adopt</a:t>
            </a:r>
          </a:p>
          <a:p>
            <a:pPr marL="274320" marR="0" lvl="0" indent="-27432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400" b="0" i="0" u="none" strike="noStrike" kern="1200" cap="none" spc="0" normalizeH="0" baseline="0" noProof="0">
                <a:ln>
                  <a:noFill/>
                </a:ln>
                <a:solidFill>
                  <a:srgbClr val="000000"/>
                </a:solidFill>
                <a:effectLst/>
                <a:uLnTx/>
                <a:uFillTx/>
                <a:latin typeface="Georgia"/>
                <a:ea typeface="+mn-ea"/>
                <a:cs typeface="+mn-cs"/>
              </a:rPr>
              <a:t>New Relic</a:t>
            </a:r>
          </a:p>
          <a:p>
            <a:pPr marL="274320" marR="0" lvl="0" indent="-274320" algn="l" defTabSz="914400" rtl="0" eaLnBrk="1" fontAlgn="auto" latinLnBrk="0" hangingPunct="1">
              <a:lnSpc>
                <a:spcPct val="100000"/>
              </a:lnSpc>
              <a:spcBef>
                <a:spcPts val="0"/>
              </a:spcBef>
              <a:spcAft>
                <a:spcPts val="0"/>
              </a:spcAft>
              <a:buClrTx/>
              <a:buSzTx/>
              <a:buFont typeface="+mj-lt"/>
              <a:buAutoNum type="arabicPeriod"/>
              <a:tabLst/>
              <a:defRPr/>
            </a:pPr>
            <a:r>
              <a:rPr lang="en-US" sz="1400">
                <a:solidFill>
                  <a:srgbClr val="000000"/>
                </a:solidFill>
                <a:latin typeface="Georgia"/>
              </a:rPr>
              <a:t>Sentry</a:t>
            </a:r>
          </a:p>
          <a:p>
            <a:pPr marL="274320" marR="0" lvl="0" indent="-27432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400" b="0" i="0" u="none" strike="noStrike" kern="1200" cap="none" spc="0" normalizeH="0" baseline="0" noProof="0" err="1">
                <a:ln>
                  <a:noFill/>
                </a:ln>
                <a:solidFill>
                  <a:srgbClr val="000000"/>
                </a:solidFill>
                <a:effectLst/>
                <a:uLnTx/>
                <a:uFillTx/>
                <a:latin typeface="Georgia"/>
                <a:ea typeface="+mn-ea"/>
                <a:cs typeface="+mn-cs"/>
              </a:rPr>
              <a:t>OpenTelemetry</a:t>
            </a:r>
            <a:endParaRPr kumimoji="0" lang="en-US" sz="1400" b="0" i="0" u="none" strike="noStrike" kern="1200" cap="none" spc="0" normalizeH="0" baseline="0" noProof="0">
              <a:ln>
                <a:noFill/>
              </a:ln>
              <a:solidFill>
                <a:srgbClr val="000000"/>
              </a:solidFill>
              <a:effectLst/>
              <a:uLnTx/>
              <a:uFillTx/>
              <a:latin typeface="Georgia"/>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endParaRPr kumimoji="0" lang="en-US" sz="1400" b="0" i="0" u="none" strike="noStrike" kern="1200" cap="none" spc="0" normalizeH="0" baseline="0" noProof="0">
              <a:ln>
                <a:noFill/>
              </a:ln>
              <a:solidFill>
                <a:srgbClr val="000000"/>
              </a:solidFill>
              <a:effectLst/>
              <a:uLnTx/>
              <a:uFillTx/>
              <a:latin typeface="Georgia"/>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000000"/>
                </a:solidFill>
                <a:effectLst/>
                <a:uLnTx/>
                <a:uFillTx/>
                <a:latin typeface="Georgia"/>
                <a:ea typeface="+mn-ea"/>
                <a:cs typeface="+mn-cs"/>
              </a:rPr>
              <a:t>Trial</a:t>
            </a:r>
          </a:p>
          <a:p>
            <a:pPr marL="342900" indent="-342900">
              <a:buFont typeface="+mj-lt"/>
              <a:buAutoNum type="arabicPeriod" startAt="5"/>
              <a:defRPr/>
            </a:pPr>
            <a:r>
              <a:rPr lang="en-US" sz="1400" err="1">
                <a:solidFill>
                  <a:srgbClr val="000000"/>
                </a:solidFill>
                <a:latin typeface="Georgia"/>
              </a:rPr>
              <a:t>LangSmith</a:t>
            </a:r>
            <a:r>
              <a:rPr lang="en-US" sz="1400">
                <a:solidFill>
                  <a:srgbClr val="000000"/>
                </a:solidFill>
                <a:latin typeface="Georgia"/>
              </a:rPr>
              <a:t>/</a:t>
            </a:r>
            <a:r>
              <a:rPr lang="en-US" sz="1400" err="1">
                <a:solidFill>
                  <a:srgbClr val="000000"/>
                </a:solidFill>
                <a:latin typeface="Georgia"/>
              </a:rPr>
              <a:t>LangFuse</a:t>
            </a:r>
            <a:endParaRPr lang="en-US" sz="1400">
              <a:solidFill>
                <a:srgbClr val="000000"/>
              </a:solidFill>
              <a:latin typeface="Georgia"/>
            </a:endParaRPr>
          </a:p>
          <a:p>
            <a:pPr marL="342900" indent="-342900">
              <a:buFont typeface="+mj-lt"/>
              <a:buAutoNum type="arabicPeriod" startAt="5"/>
              <a:defRPr/>
            </a:pPr>
            <a:r>
              <a:rPr lang="en-US" sz="1400">
                <a:solidFill>
                  <a:srgbClr val="000000"/>
                </a:solidFill>
                <a:latin typeface="Georgia"/>
              </a:rPr>
              <a:t>Azure AI Foundry (trace and eval)</a:t>
            </a:r>
          </a:p>
          <a:p>
            <a:pPr marR="0" lvl="0" algn="l" defTabSz="914400" rtl="0" eaLnBrk="1" fontAlgn="auto" latinLnBrk="0" hangingPunct="1">
              <a:lnSpc>
                <a:spcPct val="100000"/>
              </a:lnSpc>
              <a:spcBef>
                <a:spcPts val="0"/>
              </a:spcBef>
              <a:spcAft>
                <a:spcPts val="0"/>
              </a:spcAft>
              <a:buClrTx/>
              <a:buSzTx/>
              <a:tabLst/>
              <a:defRPr/>
            </a:pPr>
            <a:endParaRPr kumimoji="0" lang="en-US" sz="1400" i="0" u="none" strike="noStrike" kern="1200" cap="none" spc="0" normalizeH="0" baseline="0" noProof="0">
              <a:ln>
                <a:noFill/>
              </a:ln>
              <a:solidFill>
                <a:srgbClr val="000000"/>
              </a:solidFill>
              <a:effectLst/>
              <a:uLnTx/>
              <a:uFillTx/>
              <a:latin typeface="Georgia"/>
              <a:ea typeface="+mn-ea"/>
              <a:cs typeface="+mn-cs"/>
            </a:endParaRPr>
          </a:p>
        </p:txBody>
      </p:sp>
      <p:sp>
        <p:nvSpPr>
          <p:cNvPr id="17" name="TextBox 16">
            <a:extLst>
              <a:ext uri="{FF2B5EF4-FFF2-40B4-BE49-F238E27FC236}">
                <a16:creationId xmlns:a16="http://schemas.microsoft.com/office/drawing/2014/main" id="{AC655D8F-1EA3-8B60-846E-822B11CAC124}"/>
              </a:ext>
            </a:extLst>
          </p:cNvPr>
          <p:cNvSpPr txBox="1"/>
          <p:nvPr/>
        </p:nvSpPr>
        <p:spPr>
          <a:xfrm>
            <a:off x="3810782" y="2323737"/>
            <a:ext cx="2834640" cy="187743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000000"/>
                </a:solidFill>
                <a:effectLst/>
                <a:uLnTx/>
                <a:uFillTx/>
                <a:latin typeface="Georgia"/>
                <a:ea typeface="+mn-ea"/>
                <a:cs typeface="+mn-cs"/>
              </a:rPr>
              <a:t>Assess</a:t>
            </a:r>
          </a:p>
          <a:p>
            <a:pPr marL="342900" marR="0" lvl="0" indent="-342900" algn="l" defTabSz="914400" rtl="0" eaLnBrk="1" fontAlgn="auto" latinLnBrk="0" hangingPunct="1">
              <a:lnSpc>
                <a:spcPct val="100000"/>
              </a:lnSpc>
              <a:spcBef>
                <a:spcPts val="0"/>
              </a:spcBef>
              <a:spcAft>
                <a:spcPts val="0"/>
              </a:spcAft>
              <a:buClrTx/>
              <a:buSzTx/>
              <a:buFont typeface="+mj-lt"/>
              <a:buAutoNum type="arabicPeriod" startAt="6"/>
              <a:tabLst/>
              <a:defRPr/>
            </a:pPr>
            <a:r>
              <a:rPr kumimoji="0" lang="en-US" sz="1400" b="0" i="0" u="none" strike="noStrike" kern="1200" cap="none" spc="0" normalizeH="0" baseline="0" noProof="0">
                <a:ln>
                  <a:noFill/>
                </a:ln>
                <a:solidFill>
                  <a:srgbClr val="000000"/>
                </a:solidFill>
                <a:effectLst/>
                <a:uLnTx/>
                <a:uFillTx/>
                <a:latin typeface="Georgia"/>
                <a:ea typeface="+mn-ea"/>
                <a:cs typeface="+mn-cs"/>
              </a:rPr>
              <a:t>Arize Phoenix</a:t>
            </a:r>
          </a:p>
          <a:p>
            <a:pPr marL="342900" marR="0" lvl="0" indent="-342900" algn="l" defTabSz="914400" rtl="0" eaLnBrk="1" fontAlgn="auto" latinLnBrk="0" hangingPunct="1">
              <a:lnSpc>
                <a:spcPct val="100000"/>
              </a:lnSpc>
              <a:spcBef>
                <a:spcPts val="0"/>
              </a:spcBef>
              <a:spcAft>
                <a:spcPts val="0"/>
              </a:spcAft>
              <a:buClrTx/>
              <a:buSzTx/>
              <a:buFont typeface="+mj-lt"/>
              <a:buAutoNum type="arabicPeriod" startAt="6"/>
              <a:tabLst/>
              <a:defRPr/>
            </a:pPr>
            <a:r>
              <a:rPr kumimoji="0" lang="en-US" sz="1400" b="0" i="0" u="none" strike="noStrike" kern="1200" cap="none" spc="0" normalizeH="0" baseline="0" noProof="0">
                <a:ln>
                  <a:noFill/>
                </a:ln>
                <a:solidFill>
                  <a:srgbClr val="000000"/>
                </a:solidFill>
                <a:effectLst/>
                <a:uLnTx/>
                <a:uFillTx/>
                <a:latin typeface="Georgia"/>
                <a:ea typeface="+mn-ea"/>
                <a:cs typeface="+mn-cs"/>
              </a:rPr>
              <a:t>Ragas</a:t>
            </a:r>
          </a:p>
          <a:p>
            <a:pPr marL="342900" marR="0" lvl="0" indent="-342900" algn="l" defTabSz="914400" rtl="0" eaLnBrk="1" fontAlgn="auto" latinLnBrk="0" hangingPunct="1">
              <a:lnSpc>
                <a:spcPct val="100000"/>
              </a:lnSpc>
              <a:spcBef>
                <a:spcPts val="0"/>
              </a:spcBef>
              <a:spcAft>
                <a:spcPts val="0"/>
              </a:spcAft>
              <a:buClrTx/>
              <a:buSzTx/>
              <a:buFont typeface="+mj-lt"/>
              <a:buAutoNum type="arabicPeriod" startAt="6"/>
              <a:tabLst/>
              <a:defRPr/>
            </a:pPr>
            <a:r>
              <a:rPr lang="en-US" sz="1400" err="1">
                <a:solidFill>
                  <a:srgbClr val="000000"/>
                </a:solidFill>
                <a:latin typeface="Georgia"/>
              </a:rPr>
              <a:t>Whylabs</a:t>
            </a:r>
            <a:endParaRPr lang="en-US" sz="1400">
              <a:solidFill>
                <a:srgbClr val="000000"/>
              </a:solidFill>
              <a:latin typeface="Georgia"/>
            </a:endParaRPr>
          </a:p>
          <a:p>
            <a:pPr marL="342900" marR="0" lvl="0" indent="-342900" algn="l" defTabSz="914400" rtl="0" eaLnBrk="1" fontAlgn="auto" latinLnBrk="0" hangingPunct="1">
              <a:lnSpc>
                <a:spcPct val="100000"/>
              </a:lnSpc>
              <a:spcBef>
                <a:spcPts val="0"/>
              </a:spcBef>
              <a:spcAft>
                <a:spcPts val="0"/>
              </a:spcAft>
              <a:buClrTx/>
              <a:buSzTx/>
              <a:buFont typeface="+mj-lt"/>
              <a:buAutoNum type="arabicPeriod" startAt="6"/>
              <a:tabLst/>
              <a:defRPr/>
            </a:pPr>
            <a:r>
              <a:rPr kumimoji="0" lang="en-US" sz="1400" b="0" i="0" u="none" strike="noStrike" kern="1200" cap="none" spc="0" normalizeH="0" baseline="0" noProof="0">
                <a:ln>
                  <a:noFill/>
                </a:ln>
                <a:solidFill>
                  <a:srgbClr val="000000"/>
                </a:solidFill>
                <a:effectLst/>
                <a:uLnTx/>
                <a:uFillTx/>
                <a:latin typeface="Georgia"/>
                <a:ea typeface="+mn-ea"/>
                <a:cs typeface="+mn-cs"/>
              </a:rPr>
              <a:t>PA-Runtime</a:t>
            </a:r>
          </a:p>
          <a:p>
            <a:pPr marL="342900" marR="0" lvl="0" indent="-342900" algn="l" defTabSz="914400" rtl="0" eaLnBrk="1" fontAlgn="auto" latinLnBrk="0" hangingPunct="1">
              <a:lnSpc>
                <a:spcPct val="100000"/>
              </a:lnSpc>
              <a:spcBef>
                <a:spcPts val="0"/>
              </a:spcBef>
              <a:spcAft>
                <a:spcPts val="0"/>
              </a:spcAft>
              <a:buClrTx/>
              <a:buSzTx/>
              <a:buFont typeface="+mj-lt"/>
              <a:buAutoNum type="arabicPeriod" startAt="6"/>
              <a:tabLst/>
              <a:defRPr/>
            </a:pPr>
            <a:endParaRPr kumimoji="0" lang="en-US" sz="1400" b="0" i="0" u="none" strike="noStrike" kern="1200" cap="none" spc="0" normalizeH="0" baseline="0" noProof="0">
              <a:ln>
                <a:noFill/>
              </a:ln>
              <a:solidFill>
                <a:srgbClr val="000000"/>
              </a:solidFill>
              <a:effectLst/>
              <a:uLnTx/>
              <a:uFillTx/>
              <a:latin typeface="Georgia"/>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000000"/>
                </a:solidFill>
                <a:effectLst/>
                <a:uLnTx/>
                <a:uFillTx/>
                <a:latin typeface="Georgia"/>
                <a:ea typeface="+mn-ea"/>
                <a:cs typeface="+mn-cs"/>
              </a:rPr>
              <a:t>Hold</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Georgia"/>
                <a:ea typeface="+mn-ea"/>
                <a:cs typeface="+mn-cs"/>
              </a:rPr>
              <a:t>N/A</a:t>
            </a:r>
          </a:p>
        </p:txBody>
      </p:sp>
      <p:sp>
        <p:nvSpPr>
          <p:cNvPr id="19" name="Rectangle 18">
            <a:extLst>
              <a:ext uri="{FF2B5EF4-FFF2-40B4-BE49-F238E27FC236}">
                <a16:creationId xmlns:a16="http://schemas.microsoft.com/office/drawing/2014/main" id="{5F8EB72E-2933-2BEA-61AC-CA0122651534}"/>
              </a:ext>
            </a:extLst>
          </p:cNvPr>
          <p:cNvSpPr/>
          <p:nvPr/>
        </p:nvSpPr>
        <p:spPr>
          <a:xfrm>
            <a:off x="670560" y="5597312"/>
            <a:ext cx="10597585" cy="63621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sz="1200">
                <a:solidFill>
                  <a:prstClr val="white"/>
                </a:solidFill>
                <a:latin typeface="Georgia"/>
              </a:rPr>
              <a:t>New Relic is existing tool that now being trialed across multiple AI projects for continued adoption across the enterprise. Lang Smith/Lang Fuse  also actively used for pilot projects by Abbott teams. Many other tools are on assess to support cloud, cybersecurity needs</a:t>
            </a:r>
            <a:endParaRPr lang="en-US" sz="1200"/>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Georgia"/>
              <a:ea typeface="+mn-ea"/>
              <a:cs typeface="+mn-cs"/>
            </a:endParaRPr>
          </a:p>
        </p:txBody>
      </p:sp>
      <p:sp>
        <p:nvSpPr>
          <p:cNvPr id="6" name="TextBox 5">
            <a:extLst>
              <a:ext uri="{FF2B5EF4-FFF2-40B4-BE49-F238E27FC236}">
                <a16:creationId xmlns:a16="http://schemas.microsoft.com/office/drawing/2014/main" id="{DEA1D44A-44C6-6DBA-9B9D-391AF689C513}"/>
              </a:ext>
            </a:extLst>
          </p:cNvPr>
          <p:cNvSpPr txBox="1"/>
          <p:nvPr/>
        </p:nvSpPr>
        <p:spPr>
          <a:xfrm>
            <a:off x="10391576" y="5196670"/>
            <a:ext cx="663964"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Georgia"/>
                <a:ea typeface="+mn-ea"/>
                <a:cs typeface="+mn-cs"/>
              </a:rPr>
              <a:t>Adopt</a:t>
            </a:r>
          </a:p>
        </p:txBody>
      </p:sp>
      <p:sp>
        <p:nvSpPr>
          <p:cNvPr id="8" name="TextBox 7">
            <a:extLst>
              <a:ext uri="{FF2B5EF4-FFF2-40B4-BE49-F238E27FC236}">
                <a16:creationId xmlns:a16="http://schemas.microsoft.com/office/drawing/2014/main" id="{3D58B1C5-AB04-03CC-5F04-0A4530DEF543}"/>
              </a:ext>
            </a:extLst>
          </p:cNvPr>
          <p:cNvSpPr txBox="1"/>
          <p:nvPr/>
        </p:nvSpPr>
        <p:spPr>
          <a:xfrm>
            <a:off x="9001359" y="5196670"/>
            <a:ext cx="569387"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Georgia"/>
                <a:ea typeface="+mn-ea"/>
                <a:cs typeface="+mn-cs"/>
              </a:rPr>
              <a:t>Trial</a:t>
            </a:r>
          </a:p>
        </p:txBody>
      </p:sp>
      <p:sp>
        <p:nvSpPr>
          <p:cNvPr id="9" name="TextBox 8">
            <a:extLst>
              <a:ext uri="{FF2B5EF4-FFF2-40B4-BE49-F238E27FC236}">
                <a16:creationId xmlns:a16="http://schemas.microsoft.com/office/drawing/2014/main" id="{16F8FE12-E026-51F3-1517-FFE0C6A4C18D}"/>
              </a:ext>
            </a:extLst>
          </p:cNvPr>
          <p:cNvSpPr txBox="1"/>
          <p:nvPr/>
        </p:nvSpPr>
        <p:spPr>
          <a:xfrm>
            <a:off x="7878704" y="5196670"/>
            <a:ext cx="704039"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Georgia"/>
                <a:ea typeface="+mn-ea"/>
                <a:cs typeface="+mn-cs"/>
              </a:rPr>
              <a:t>Assess</a:t>
            </a:r>
          </a:p>
        </p:txBody>
      </p:sp>
      <p:sp>
        <p:nvSpPr>
          <p:cNvPr id="11" name="TextBox 10">
            <a:extLst>
              <a:ext uri="{FF2B5EF4-FFF2-40B4-BE49-F238E27FC236}">
                <a16:creationId xmlns:a16="http://schemas.microsoft.com/office/drawing/2014/main" id="{13B6E077-E5D7-C771-F92E-4DC3011ACAAA}"/>
              </a:ext>
            </a:extLst>
          </p:cNvPr>
          <p:cNvSpPr txBox="1"/>
          <p:nvPr/>
        </p:nvSpPr>
        <p:spPr>
          <a:xfrm>
            <a:off x="6994079" y="5196670"/>
            <a:ext cx="579005"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Georgia"/>
                <a:ea typeface="+mn-ea"/>
                <a:cs typeface="+mn-cs"/>
              </a:rPr>
              <a:t>Hold</a:t>
            </a:r>
          </a:p>
        </p:txBody>
      </p:sp>
      <p:sp>
        <p:nvSpPr>
          <p:cNvPr id="22" name="Oval 21">
            <a:extLst>
              <a:ext uri="{FF2B5EF4-FFF2-40B4-BE49-F238E27FC236}">
                <a16:creationId xmlns:a16="http://schemas.microsoft.com/office/drawing/2014/main" id="{E1EDDC03-86BD-7FC1-00FC-9FA3418BE6D4}"/>
              </a:ext>
            </a:extLst>
          </p:cNvPr>
          <p:cNvSpPr/>
          <p:nvPr/>
        </p:nvSpPr>
        <p:spPr>
          <a:xfrm>
            <a:off x="10846153" y="4731752"/>
            <a:ext cx="365760" cy="365760"/>
          </a:xfrm>
          <a:prstGeom prst="ellipse">
            <a:avLst/>
          </a:prstGeom>
          <a:solidFill>
            <a:schemeClr val="accent1"/>
          </a:solidFill>
          <a:ln>
            <a:noFill/>
          </a:ln>
          <a:effectLst/>
        </p:spPr>
        <p:txBody>
          <a:bodyPr rtlCol="0" anchor="ctr"/>
          <a:lstStyle/>
          <a:p>
            <a:pPr marL="0" marR="0" lvl="0" indent="0" algn="ctr" defTabSz="1219140" rtl="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a:ln>
                  <a:noFill/>
                </a:ln>
                <a:solidFill>
                  <a:prstClr val="white"/>
                </a:solidFill>
                <a:effectLst/>
                <a:uLnTx/>
                <a:uFillTx/>
                <a:latin typeface="Calibri"/>
                <a:ea typeface="+mn-ea"/>
                <a:cs typeface="+mn-cs"/>
              </a:rPr>
              <a:t>1</a:t>
            </a:r>
          </a:p>
        </p:txBody>
      </p:sp>
      <p:sp>
        <p:nvSpPr>
          <p:cNvPr id="24" name="Oval 23">
            <a:extLst>
              <a:ext uri="{FF2B5EF4-FFF2-40B4-BE49-F238E27FC236}">
                <a16:creationId xmlns:a16="http://schemas.microsoft.com/office/drawing/2014/main" id="{CE637A09-55A2-B8CE-601C-8F4917A30511}"/>
              </a:ext>
            </a:extLst>
          </p:cNvPr>
          <p:cNvSpPr/>
          <p:nvPr/>
        </p:nvSpPr>
        <p:spPr>
          <a:xfrm>
            <a:off x="10095166" y="4668958"/>
            <a:ext cx="365760" cy="365760"/>
          </a:xfrm>
          <a:prstGeom prst="ellipse">
            <a:avLst/>
          </a:prstGeom>
          <a:solidFill>
            <a:schemeClr val="accent1"/>
          </a:solidFill>
          <a:ln>
            <a:noFill/>
          </a:ln>
          <a:effectLst/>
        </p:spPr>
        <p:txBody>
          <a:bodyPr rtlCol="0" anchor="ctr"/>
          <a:lstStyle/>
          <a:p>
            <a:pPr marL="0" marR="0" lvl="0" indent="0" algn="ctr" defTabSz="1219140" rtl="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a:ln>
                  <a:noFill/>
                </a:ln>
                <a:solidFill>
                  <a:prstClr val="white"/>
                </a:solidFill>
                <a:effectLst/>
                <a:uLnTx/>
                <a:uFillTx/>
                <a:latin typeface="Calibri"/>
                <a:ea typeface="+mn-ea"/>
                <a:cs typeface="+mn-cs"/>
              </a:rPr>
              <a:t>4</a:t>
            </a:r>
          </a:p>
        </p:txBody>
      </p:sp>
      <p:sp>
        <p:nvSpPr>
          <p:cNvPr id="25" name="Oval 24">
            <a:extLst>
              <a:ext uri="{FF2B5EF4-FFF2-40B4-BE49-F238E27FC236}">
                <a16:creationId xmlns:a16="http://schemas.microsoft.com/office/drawing/2014/main" id="{0FC37870-7362-4346-1FB9-51927AB9D713}"/>
              </a:ext>
            </a:extLst>
          </p:cNvPr>
          <p:cNvSpPr/>
          <p:nvPr/>
        </p:nvSpPr>
        <p:spPr>
          <a:xfrm>
            <a:off x="10787836" y="4276970"/>
            <a:ext cx="365760" cy="365760"/>
          </a:xfrm>
          <a:prstGeom prst="ellipse">
            <a:avLst/>
          </a:prstGeom>
          <a:solidFill>
            <a:schemeClr val="accent1"/>
          </a:solidFill>
          <a:ln>
            <a:noFill/>
          </a:ln>
          <a:effectLst/>
        </p:spPr>
        <p:txBody>
          <a:bodyPr rtlCol="0" anchor="ctr"/>
          <a:lstStyle/>
          <a:p>
            <a:pPr marL="0" marR="0" lvl="0" indent="0" algn="ctr" defTabSz="1219140" rtl="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a:ln>
                  <a:noFill/>
                </a:ln>
                <a:solidFill>
                  <a:prstClr val="white"/>
                </a:solidFill>
                <a:effectLst/>
                <a:uLnTx/>
                <a:uFillTx/>
                <a:latin typeface="Calibri"/>
                <a:ea typeface="+mn-ea"/>
                <a:cs typeface="+mn-cs"/>
              </a:rPr>
              <a:t>2</a:t>
            </a:r>
          </a:p>
        </p:txBody>
      </p:sp>
      <p:sp>
        <p:nvSpPr>
          <p:cNvPr id="26" name="Oval 25">
            <a:extLst>
              <a:ext uri="{FF2B5EF4-FFF2-40B4-BE49-F238E27FC236}">
                <a16:creationId xmlns:a16="http://schemas.microsoft.com/office/drawing/2014/main" id="{75DFC144-AB32-276C-F67A-E80074E4C27F}"/>
              </a:ext>
            </a:extLst>
          </p:cNvPr>
          <p:cNvSpPr/>
          <p:nvPr/>
        </p:nvSpPr>
        <p:spPr>
          <a:xfrm>
            <a:off x="10278046" y="4231952"/>
            <a:ext cx="365760" cy="365760"/>
          </a:xfrm>
          <a:prstGeom prst="ellipse">
            <a:avLst/>
          </a:prstGeom>
          <a:solidFill>
            <a:schemeClr val="accent1"/>
          </a:solidFill>
          <a:ln>
            <a:noFill/>
          </a:ln>
          <a:effectLst/>
        </p:spPr>
        <p:txBody>
          <a:bodyPr rtlCol="0" anchor="ctr"/>
          <a:lstStyle/>
          <a:p>
            <a:pPr marL="0" marR="0" lvl="0" indent="0" algn="ctr" defTabSz="1219140" rtl="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a:ln>
                  <a:noFill/>
                </a:ln>
                <a:solidFill>
                  <a:prstClr val="white"/>
                </a:solidFill>
                <a:effectLst/>
                <a:uLnTx/>
                <a:uFillTx/>
                <a:latin typeface="Calibri"/>
                <a:ea typeface="+mn-ea"/>
                <a:cs typeface="+mn-cs"/>
              </a:rPr>
              <a:t>3</a:t>
            </a:r>
          </a:p>
        </p:txBody>
      </p:sp>
      <p:sp>
        <p:nvSpPr>
          <p:cNvPr id="45" name="Oval 44">
            <a:extLst>
              <a:ext uri="{FF2B5EF4-FFF2-40B4-BE49-F238E27FC236}">
                <a16:creationId xmlns:a16="http://schemas.microsoft.com/office/drawing/2014/main" id="{BF8D3350-2663-4701-B522-F945CDC4AD58}"/>
              </a:ext>
            </a:extLst>
          </p:cNvPr>
          <p:cNvSpPr/>
          <p:nvPr/>
        </p:nvSpPr>
        <p:spPr>
          <a:xfrm>
            <a:off x="8701516" y="4018294"/>
            <a:ext cx="365760" cy="365760"/>
          </a:xfrm>
          <a:prstGeom prst="ellipse">
            <a:avLst/>
          </a:prstGeom>
          <a:solidFill>
            <a:schemeClr val="accent1"/>
          </a:solidFill>
          <a:ln>
            <a:noFill/>
          </a:ln>
          <a:effectLst/>
        </p:spPr>
        <p:txBody>
          <a:bodyPr rtlCol="0" anchor="ctr"/>
          <a:lstStyle/>
          <a:p>
            <a:pPr marL="0" marR="0" lvl="0" indent="0" algn="ctr" defTabSz="1219140" rtl="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a:ln>
                  <a:noFill/>
                </a:ln>
                <a:solidFill>
                  <a:prstClr val="white"/>
                </a:solidFill>
                <a:effectLst/>
                <a:uLnTx/>
                <a:uFillTx/>
                <a:latin typeface="Calibri"/>
                <a:ea typeface="+mn-ea"/>
                <a:cs typeface="+mn-cs"/>
              </a:rPr>
              <a:t>5</a:t>
            </a:r>
          </a:p>
        </p:txBody>
      </p:sp>
      <p:sp>
        <p:nvSpPr>
          <p:cNvPr id="46" name="Oval 45">
            <a:extLst>
              <a:ext uri="{FF2B5EF4-FFF2-40B4-BE49-F238E27FC236}">
                <a16:creationId xmlns:a16="http://schemas.microsoft.com/office/drawing/2014/main" id="{0069E05D-A3E1-DD0A-BD10-15B8C01F783B}"/>
              </a:ext>
            </a:extLst>
          </p:cNvPr>
          <p:cNvSpPr/>
          <p:nvPr/>
        </p:nvSpPr>
        <p:spPr>
          <a:xfrm>
            <a:off x="8518636" y="3242042"/>
            <a:ext cx="365760" cy="365760"/>
          </a:xfrm>
          <a:prstGeom prst="ellipse">
            <a:avLst/>
          </a:prstGeom>
          <a:solidFill>
            <a:schemeClr val="accent1"/>
          </a:solidFill>
          <a:ln>
            <a:noFill/>
          </a:ln>
          <a:effectLst/>
        </p:spPr>
        <p:txBody>
          <a:bodyPr rtlCol="0" anchor="ctr"/>
          <a:lstStyle/>
          <a:p>
            <a:pPr marL="0" marR="0" lvl="0" indent="0" algn="ctr" defTabSz="1219140" rtl="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a:ln>
                  <a:noFill/>
                </a:ln>
                <a:solidFill>
                  <a:prstClr val="white"/>
                </a:solidFill>
                <a:effectLst/>
                <a:uLnTx/>
                <a:uFillTx/>
                <a:latin typeface="Calibri"/>
                <a:ea typeface="+mn-ea"/>
                <a:cs typeface="+mn-cs"/>
              </a:rPr>
              <a:t>6</a:t>
            </a:r>
          </a:p>
        </p:txBody>
      </p:sp>
      <p:sp>
        <p:nvSpPr>
          <p:cNvPr id="47" name="Oval 46">
            <a:extLst>
              <a:ext uri="{FF2B5EF4-FFF2-40B4-BE49-F238E27FC236}">
                <a16:creationId xmlns:a16="http://schemas.microsoft.com/office/drawing/2014/main" id="{5EEE5D96-3ABE-7326-862A-DC60867C31EF}"/>
              </a:ext>
            </a:extLst>
          </p:cNvPr>
          <p:cNvSpPr/>
          <p:nvPr/>
        </p:nvSpPr>
        <p:spPr>
          <a:xfrm>
            <a:off x="8960289" y="2656826"/>
            <a:ext cx="365760" cy="365760"/>
          </a:xfrm>
          <a:prstGeom prst="ellipse">
            <a:avLst/>
          </a:prstGeom>
          <a:solidFill>
            <a:schemeClr val="accent1"/>
          </a:solidFill>
          <a:ln>
            <a:noFill/>
          </a:ln>
          <a:effectLst/>
        </p:spPr>
        <p:txBody>
          <a:bodyPr rtlCol="0" anchor="ctr"/>
          <a:lstStyle/>
          <a:p>
            <a:pPr marL="0" marR="0" lvl="0" indent="0" algn="ctr" defTabSz="1219140" rtl="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a:ln>
                  <a:noFill/>
                </a:ln>
                <a:solidFill>
                  <a:prstClr val="white"/>
                </a:solidFill>
                <a:effectLst/>
                <a:uLnTx/>
                <a:uFillTx/>
                <a:latin typeface="Calibri"/>
                <a:ea typeface="+mn-ea"/>
                <a:cs typeface="+mn-cs"/>
              </a:rPr>
              <a:t>7</a:t>
            </a:r>
          </a:p>
        </p:txBody>
      </p:sp>
      <p:sp>
        <p:nvSpPr>
          <p:cNvPr id="4" name="Oval 3">
            <a:extLst>
              <a:ext uri="{FF2B5EF4-FFF2-40B4-BE49-F238E27FC236}">
                <a16:creationId xmlns:a16="http://schemas.microsoft.com/office/drawing/2014/main" id="{24C0525A-0E65-BB80-A404-6ABB88411579}"/>
              </a:ext>
            </a:extLst>
          </p:cNvPr>
          <p:cNvSpPr/>
          <p:nvPr/>
        </p:nvSpPr>
        <p:spPr>
          <a:xfrm>
            <a:off x="9517664" y="2244765"/>
            <a:ext cx="365760" cy="365760"/>
          </a:xfrm>
          <a:prstGeom prst="ellipse">
            <a:avLst/>
          </a:prstGeom>
          <a:solidFill>
            <a:schemeClr val="accent1"/>
          </a:solidFill>
          <a:ln>
            <a:noFill/>
          </a:ln>
          <a:effectLst/>
        </p:spPr>
        <p:txBody>
          <a:bodyPr rtlCol="0" anchor="ctr"/>
          <a:lstStyle/>
          <a:p>
            <a:pPr marL="0" marR="0" lvl="0" indent="0" algn="ctr" defTabSz="1219140" rtl="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a:ln>
                  <a:noFill/>
                </a:ln>
                <a:solidFill>
                  <a:prstClr val="white"/>
                </a:solidFill>
                <a:effectLst/>
                <a:uLnTx/>
                <a:uFillTx/>
                <a:latin typeface="Calibri"/>
                <a:ea typeface="+mn-ea"/>
                <a:cs typeface="+mn-cs"/>
              </a:rPr>
              <a:t>8</a:t>
            </a:r>
          </a:p>
        </p:txBody>
      </p:sp>
      <p:sp>
        <p:nvSpPr>
          <p:cNvPr id="12" name="Oval 11">
            <a:extLst>
              <a:ext uri="{FF2B5EF4-FFF2-40B4-BE49-F238E27FC236}">
                <a16:creationId xmlns:a16="http://schemas.microsoft.com/office/drawing/2014/main" id="{165C38C8-3B6B-FD28-C976-41862E1CF60D}"/>
              </a:ext>
            </a:extLst>
          </p:cNvPr>
          <p:cNvSpPr/>
          <p:nvPr/>
        </p:nvSpPr>
        <p:spPr>
          <a:xfrm>
            <a:off x="10238393" y="1889171"/>
            <a:ext cx="365760" cy="365760"/>
          </a:xfrm>
          <a:prstGeom prst="ellipse">
            <a:avLst/>
          </a:prstGeom>
          <a:solidFill>
            <a:schemeClr val="accent1"/>
          </a:solidFill>
          <a:ln>
            <a:noFill/>
          </a:ln>
          <a:effectLst/>
        </p:spPr>
        <p:txBody>
          <a:bodyPr rtlCol="0" anchor="ctr"/>
          <a:lstStyle/>
          <a:p>
            <a:pPr marL="0" marR="0" lvl="0" indent="0" algn="ctr" defTabSz="1219140" rtl="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a:ln>
                  <a:noFill/>
                </a:ln>
                <a:solidFill>
                  <a:prstClr val="white"/>
                </a:solidFill>
                <a:effectLst/>
                <a:uLnTx/>
                <a:uFillTx/>
                <a:latin typeface="Calibri"/>
                <a:ea typeface="+mn-ea"/>
                <a:cs typeface="+mn-cs"/>
              </a:rPr>
              <a:t>9</a:t>
            </a:r>
          </a:p>
        </p:txBody>
      </p:sp>
    </p:spTree>
    <p:extLst>
      <p:ext uri="{BB962C8B-B14F-4D97-AF65-F5344CB8AC3E}">
        <p14:creationId xmlns:p14="http://schemas.microsoft.com/office/powerpoint/2010/main" val="7894368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BDBB71-D474-5935-0BC8-8C8CA410DC6E}"/>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C37CA478-0051-E8F5-D9AB-B6B4605BF867}"/>
              </a:ext>
            </a:extLst>
          </p:cNvPr>
          <p:cNvPicPr>
            <a:picLocks noChangeAspect="1"/>
          </p:cNvPicPr>
          <p:nvPr/>
        </p:nvPicPr>
        <p:blipFill>
          <a:blip r:embed="rId3"/>
          <a:stretch>
            <a:fillRect/>
          </a:stretch>
        </p:blipFill>
        <p:spPr>
          <a:xfrm>
            <a:off x="6741042" y="586435"/>
            <a:ext cx="4527103" cy="4573871"/>
          </a:xfrm>
          <a:prstGeom prst="rect">
            <a:avLst/>
          </a:prstGeom>
        </p:spPr>
      </p:pic>
      <p:sp>
        <p:nvSpPr>
          <p:cNvPr id="7" name="Text Placeholder 6">
            <a:extLst>
              <a:ext uri="{FF2B5EF4-FFF2-40B4-BE49-F238E27FC236}">
                <a16:creationId xmlns:a16="http://schemas.microsoft.com/office/drawing/2014/main" id="{F39ED3CB-C84D-20A7-DA16-20B666B88EE0}"/>
              </a:ext>
            </a:extLst>
          </p:cNvPr>
          <p:cNvSpPr>
            <a:spLocks noGrp="1"/>
          </p:cNvSpPr>
          <p:nvPr>
            <p:ph type="body" sz="quarter" idx="10"/>
          </p:nvPr>
        </p:nvSpPr>
        <p:spPr/>
        <p:txBody>
          <a:bodyPr/>
          <a:lstStyle/>
          <a:p>
            <a:r>
              <a:rPr lang="en-US"/>
              <a:t>Developer Experience and tooling</a:t>
            </a:r>
          </a:p>
        </p:txBody>
      </p:sp>
      <p:sp>
        <p:nvSpPr>
          <p:cNvPr id="3" name="Date Placeholder 2">
            <a:extLst>
              <a:ext uri="{FF2B5EF4-FFF2-40B4-BE49-F238E27FC236}">
                <a16:creationId xmlns:a16="http://schemas.microsoft.com/office/drawing/2014/main" id="{94EF0341-3F66-8179-FB67-063DFABE2239}"/>
              </a:ext>
            </a:extLst>
          </p:cNvPr>
          <p:cNvSpPr>
            <a:spLocks noGrp="1"/>
          </p:cNvSpPr>
          <p:nvPr>
            <p:ph type="dt" sz="half" idx="16"/>
          </p:nvPr>
        </p:nvSpPr>
        <p:spPr/>
        <p: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fld id="{6C03C840-AF03-4AC7-888F-1B23DCEAB4ED}" type="datetime5">
              <a:rPr kumimoji="0" lang="en-US" sz="1333" b="0" i="0" u="none" strike="noStrike" kern="1200" cap="none" spc="0" normalizeH="0" baseline="0" noProof="0">
                <a:ln>
                  <a:noFill/>
                </a:ln>
                <a:solidFill>
                  <a:srgbClr val="000000"/>
                </a:solidFill>
                <a:effectLst/>
                <a:uLnTx/>
                <a:uFillTx/>
                <a:latin typeface="Calibri"/>
                <a:ea typeface="+mn-ea"/>
                <a:cs typeface="+mn-cs"/>
              </a:rPr>
              <a:pPr marL="0" marR="0" lvl="0" indent="0" algn="ctr" defTabSz="1219170" rtl="0" eaLnBrk="1" fontAlgn="auto" latinLnBrk="0" hangingPunct="1">
                <a:lnSpc>
                  <a:spcPct val="100000"/>
                </a:lnSpc>
                <a:spcBef>
                  <a:spcPts val="0"/>
                </a:spcBef>
                <a:spcAft>
                  <a:spcPts val="0"/>
                </a:spcAft>
                <a:buClrTx/>
                <a:buSzTx/>
                <a:buFontTx/>
                <a:buNone/>
                <a:tabLst/>
                <a:defRPr/>
              </a:pPr>
              <a:t>7-May-26</a:t>
            </a:fld>
            <a:endParaRPr kumimoji="0" lang="en-IN" sz="1333" b="0" i="0" u="none" strike="noStrike" kern="1200" cap="none" spc="0" normalizeH="0" baseline="0" noProof="0">
              <a:ln>
                <a:noFill/>
              </a:ln>
              <a:solidFill>
                <a:srgbClr val="000000"/>
              </a:solidFill>
              <a:effectLst/>
              <a:uLnTx/>
              <a:uFillTx/>
              <a:latin typeface="Calibri"/>
              <a:ea typeface="+mn-ea"/>
              <a:cs typeface="+mn-cs"/>
            </a:endParaRPr>
          </a:p>
        </p:txBody>
      </p:sp>
      <p:sp>
        <p:nvSpPr>
          <p:cNvPr id="21" name="Slide Number Placeholder 20">
            <a:extLst>
              <a:ext uri="{FF2B5EF4-FFF2-40B4-BE49-F238E27FC236}">
                <a16:creationId xmlns:a16="http://schemas.microsoft.com/office/drawing/2014/main" id="{FF8D68AC-AF0A-8018-EDBC-EE99B3C2138F}"/>
              </a:ext>
            </a:extLst>
          </p:cNvPr>
          <p:cNvSpPr>
            <a:spLocks noGrp="1"/>
          </p:cNvSpPr>
          <p:nvPr>
            <p:ph type="sldNum" sz="quarter" idx="18"/>
          </p:nvPr>
        </p:nvSpPr>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r>
              <a:rPr kumimoji="0" lang="en-IN" sz="1333" b="0" i="0" u="none" strike="noStrike" kern="1200" cap="none" spc="0" normalizeH="0" baseline="0" noProof="0">
                <a:ln>
                  <a:noFill/>
                </a:ln>
                <a:solidFill>
                  <a:srgbClr val="000000"/>
                </a:solidFill>
                <a:effectLst/>
                <a:uLnTx/>
                <a:uFillTx/>
                <a:latin typeface="Calibri"/>
                <a:ea typeface="+mn-ea"/>
                <a:cs typeface="+mn-cs"/>
              </a:rPr>
              <a:t>|    </a:t>
            </a:r>
            <a:fld id="{7B2119CD-3B2D-4CEB-B404-D2E3F8CD6D69}" type="slidenum">
              <a:rPr kumimoji="0" lang="en-IN" sz="1333" b="0" i="0" u="none" strike="noStrike" kern="1200" cap="none" spc="0" normalizeH="0" baseline="0" noProof="0">
                <a:ln>
                  <a:noFill/>
                </a:ln>
                <a:solidFill>
                  <a:srgbClr val="000000"/>
                </a:solidFill>
                <a:effectLst/>
                <a:uLnTx/>
                <a:uFillTx/>
                <a:latin typeface="Calibri"/>
                <a:ea typeface="+mn-ea"/>
                <a:cs typeface="+mn-cs"/>
              </a:rPr>
              <a:pPr marL="0" marR="0" lvl="0" indent="0" algn="r" defTabSz="1219170" rtl="0" eaLnBrk="1" fontAlgn="auto" latinLnBrk="0" hangingPunct="1">
                <a:lnSpc>
                  <a:spcPct val="100000"/>
                </a:lnSpc>
                <a:spcBef>
                  <a:spcPts val="0"/>
                </a:spcBef>
                <a:spcAft>
                  <a:spcPts val="0"/>
                </a:spcAft>
                <a:buClrTx/>
                <a:buSzTx/>
                <a:buFontTx/>
                <a:buNone/>
                <a:tabLst/>
                <a:defRPr/>
              </a:pPr>
              <a:t>13</a:t>
            </a:fld>
            <a:endParaRPr kumimoji="0" lang="en-IN" sz="1333" b="0" i="0" u="none" strike="noStrike" kern="1200" cap="none" spc="0" normalizeH="0" baseline="0" noProof="0">
              <a:ln>
                <a:noFill/>
              </a:ln>
              <a:solidFill>
                <a:srgbClr val="000000"/>
              </a:solidFill>
              <a:effectLst/>
              <a:uLnTx/>
              <a:uFillTx/>
              <a:latin typeface="Calibri"/>
              <a:ea typeface="+mn-ea"/>
              <a:cs typeface="+mn-cs"/>
            </a:endParaRPr>
          </a:p>
        </p:txBody>
      </p:sp>
      <p:sp>
        <p:nvSpPr>
          <p:cNvPr id="5" name="Title 4">
            <a:extLst>
              <a:ext uri="{FF2B5EF4-FFF2-40B4-BE49-F238E27FC236}">
                <a16:creationId xmlns:a16="http://schemas.microsoft.com/office/drawing/2014/main" id="{4047D639-61CA-815E-32DA-89585C53810C}"/>
              </a:ext>
            </a:extLst>
          </p:cNvPr>
          <p:cNvSpPr>
            <a:spLocks noGrp="1"/>
          </p:cNvSpPr>
          <p:nvPr>
            <p:ph type="title"/>
          </p:nvPr>
        </p:nvSpPr>
        <p:spPr/>
        <p:txBody>
          <a:bodyPr/>
          <a:lstStyle/>
          <a:p>
            <a:r>
              <a:rPr lang="en-US"/>
              <a:t>Product, Design, and Knowledge Management</a:t>
            </a:r>
            <a:endParaRPr lang="en-IN"/>
          </a:p>
        </p:txBody>
      </p:sp>
      <p:sp>
        <p:nvSpPr>
          <p:cNvPr id="15" name="TextBox 14">
            <a:extLst>
              <a:ext uri="{FF2B5EF4-FFF2-40B4-BE49-F238E27FC236}">
                <a16:creationId xmlns:a16="http://schemas.microsoft.com/office/drawing/2014/main" id="{338E33EE-87ED-231D-8762-32178BE244B8}"/>
              </a:ext>
            </a:extLst>
          </p:cNvPr>
          <p:cNvSpPr txBox="1"/>
          <p:nvPr/>
        </p:nvSpPr>
        <p:spPr>
          <a:xfrm>
            <a:off x="576199" y="1333387"/>
            <a:ext cx="7227629" cy="954107"/>
          </a:xfrm>
          <a:prstGeom prst="rect">
            <a:avLst/>
          </a:prstGeom>
          <a:noFill/>
        </p:spPr>
        <p:txBody>
          <a:bodyPr wrap="square" rtlCol="0">
            <a:spAutoFit/>
          </a:bodyPr>
          <a:lstStyle/>
          <a:p>
            <a:pPr defTabSz="1219170">
              <a:spcAft>
                <a:spcPts val="400"/>
              </a:spcAft>
            </a:pPr>
            <a:r>
              <a:rPr lang="en-US" sz="1400">
                <a:latin typeface="+mj-lt"/>
              </a:rPr>
              <a:t>AI-enhanced project and knowledge management tools streamline planning, documentation, and collaboration by automating routine work and delivering real-time insights. They turn organizational knowledge into an intelligent, searchable resource and help teams stay aligned and move faster.</a:t>
            </a:r>
            <a:endParaRPr lang="en-US" sz="1400">
              <a:solidFill>
                <a:srgbClr val="222731"/>
              </a:solidFill>
              <a:latin typeface="+mj-lt"/>
            </a:endParaRPr>
          </a:p>
        </p:txBody>
      </p:sp>
      <p:sp>
        <p:nvSpPr>
          <p:cNvPr id="16" name="TextBox 15">
            <a:extLst>
              <a:ext uri="{FF2B5EF4-FFF2-40B4-BE49-F238E27FC236}">
                <a16:creationId xmlns:a16="http://schemas.microsoft.com/office/drawing/2014/main" id="{B6D9982B-2BF8-D019-47B6-46E6ED647E83}"/>
              </a:ext>
            </a:extLst>
          </p:cNvPr>
          <p:cNvSpPr txBox="1"/>
          <p:nvPr/>
        </p:nvSpPr>
        <p:spPr>
          <a:xfrm>
            <a:off x="617974" y="2323737"/>
            <a:ext cx="2834640" cy="3108543"/>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000000"/>
                </a:solidFill>
                <a:effectLst/>
                <a:uLnTx/>
                <a:uFillTx/>
                <a:latin typeface="Georgia"/>
                <a:ea typeface="+mn-ea"/>
                <a:cs typeface="+mn-cs"/>
              </a:rPr>
              <a:t>Adopt</a:t>
            </a:r>
          </a:p>
          <a:p>
            <a:pPr marL="274320" marR="0" lvl="0" indent="-27432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400" b="0" i="0" u="none" strike="noStrike" kern="1200" cap="none" spc="0" normalizeH="0" baseline="0" noProof="0">
                <a:ln>
                  <a:noFill/>
                </a:ln>
                <a:solidFill>
                  <a:srgbClr val="000000"/>
                </a:solidFill>
                <a:effectLst/>
                <a:uLnTx/>
                <a:uFillTx/>
                <a:latin typeface="Georgia"/>
                <a:ea typeface="+mn-ea"/>
                <a:cs typeface="+mn-cs"/>
              </a:rPr>
              <a:t>Jira</a:t>
            </a:r>
          </a:p>
          <a:p>
            <a:pPr marL="274320" marR="0" lvl="0" indent="-274320" algn="l" defTabSz="914400" rtl="0" eaLnBrk="1" fontAlgn="auto" latinLnBrk="0" hangingPunct="1">
              <a:lnSpc>
                <a:spcPct val="100000"/>
              </a:lnSpc>
              <a:spcBef>
                <a:spcPts val="0"/>
              </a:spcBef>
              <a:spcAft>
                <a:spcPts val="0"/>
              </a:spcAft>
              <a:buClrTx/>
              <a:buSzTx/>
              <a:buFont typeface="+mj-lt"/>
              <a:buAutoNum type="arabicPeriod"/>
              <a:tabLst/>
              <a:defRPr/>
            </a:pPr>
            <a:r>
              <a:rPr lang="en-US" sz="1400">
                <a:solidFill>
                  <a:srgbClr val="000000"/>
                </a:solidFill>
                <a:latin typeface="Georgia"/>
              </a:rPr>
              <a:t>Confluence</a:t>
            </a:r>
          </a:p>
          <a:p>
            <a:pPr marL="274320" marR="0" lvl="0" indent="-27432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400" b="0" i="0" u="none" strike="noStrike" kern="1200" cap="none" spc="0" normalizeH="0" baseline="0" noProof="0">
                <a:ln>
                  <a:noFill/>
                </a:ln>
                <a:solidFill>
                  <a:srgbClr val="000000"/>
                </a:solidFill>
                <a:effectLst/>
                <a:uLnTx/>
                <a:uFillTx/>
                <a:latin typeface="Georgia"/>
                <a:ea typeface="+mn-ea"/>
                <a:cs typeface="+mn-cs"/>
              </a:rPr>
              <a:t>MS Teams</a:t>
            </a:r>
          </a:p>
          <a:p>
            <a:pPr marL="274320" indent="-274320">
              <a:buFont typeface="+mj-lt"/>
              <a:buAutoNum type="arabicPeriod"/>
              <a:defRPr/>
            </a:pPr>
            <a:r>
              <a:rPr lang="en-US" sz="1400">
                <a:solidFill>
                  <a:srgbClr val="000000"/>
                </a:solidFill>
                <a:latin typeface="Georgia"/>
              </a:rPr>
              <a:t>Slack</a:t>
            </a:r>
          </a:p>
          <a:p>
            <a:pPr marL="274320" indent="-274320">
              <a:buFont typeface="+mj-lt"/>
              <a:buAutoNum type="arabicPeriod"/>
              <a:defRPr/>
            </a:pPr>
            <a:r>
              <a:rPr kumimoji="0" lang="en-US" sz="1400" b="0" i="0" u="none" strike="noStrike" kern="1200" cap="none" spc="0" normalizeH="0" baseline="0" noProof="0">
                <a:ln>
                  <a:noFill/>
                </a:ln>
                <a:solidFill>
                  <a:srgbClr val="000000"/>
                </a:solidFill>
                <a:effectLst/>
                <a:uLnTx/>
                <a:uFillTx/>
                <a:latin typeface="Georgia"/>
                <a:ea typeface="+mn-ea"/>
                <a:cs typeface="+mn-cs"/>
              </a:rPr>
              <a:t>Figma</a:t>
            </a:r>
          </a:p>
          <a:p>
            <a:pPr marL="274320" indent="-274320">
              <a:buFont typeface="+mj-lt"/>
              <a:buAutoNum type="arabicPeriod"/>
              <a:defRPr/>
            </a:pPr>
            <a:r>
              <a:rPr lang="en-US" sz="1400">
                <a:solidFill>
                  <a:srgbClr val="000000"/>
                </a:solidFill>
                <a:latin typeface="Georgia"/>
              </a:rPr>
              <a:t>Miro</a:t>
            </a:r>
          </a:p>
          <a:p>
            <a:pPr marL="274320" indent="-274320">
              <a:buFont typeface="+mj-lt"/>
              <a:buAutoNum type="arabicPeriod"/>
              <a:defRPr/>
            </a:pPr>
            <a:r>
              <a:rPr lang="en-US" sz="1400">
                <a:solidFill>
                  <a:srgbClr val="000000"/>
                </a:solidFill>
                <a:latin typeface="Georgia"/>
              </a:rPr>
              <a:t>Adobe Express </a:t>
            </a:r>
          </a:p>
          <a:p>
            <a:pPr marL="274320" indent="-274320">
              <a:buFont typeface="+mj-lt"/>
              <a:buAutoNum type="arabicPeriod"/>
              <a:defRPr/>
            </a:pPr>
            <a:r>
              <a:rPr lang="en-US" sz="1400">
                <a:solidFill>
                  <a:srgbClr val="000000"/>
                </a:solidFill>
                <a:latin typeface="Georgia"/>
              </a:rPr>
              <a:t>Adobe Firefly </a:t>
            </a:r>
            <a:endParaRPr kumimoji="0" lang="en-US" sz="1400" b="0" i="0" u="none" strike="noStrike" kern="1200" cap="none" spc="0" normalizeH="0" baseline="0" noProof="0">
              <a:ln>
                <a:noFill/>
              </a:ln>
              <a:solidFill>
                <a:srgbClr val="000000"/>
              </a:solidFill>
              <a:effectLst/>
              <a:uLnTx/>
              <a:uFillTx/>
              <a:latin typeface="Georgia"/>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endParaRPr kumimoji="0" lang="en-US" sz="1400" b="0" i="0" u="none" strike="noStrike" kern="1200" cap="none" spc="0" normalizeH="0" baseline="0" noProof="0">
              <a:ln>
                <a:noFill/>
              </a:ln>
              <a:solidFill>
                <a:srgbClr val="000000"/>
              </a:solidFill>
              <a:effectLst/>
              <a:uLnTx/>
              <a:uFillTx/>
              <a:latin typeface="Georgia"/>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000000"/>
                </a:solidFill>
                <a:effectLst/>
                <a:uLnTx/>
                <a:uFillTx/>
                <a:latin typeface="Georgia"/>
                <a:ea typeface="+mn-ea"/>
                <a:cs typeface="+mn-cs"/>
              </a:rPr>
              <a:t>Trial</a:t>
            </a:r>
          </a:p>
          <a:p>
            <a:pPr marL="342900" marR="0" lvl="0" indent="-342900" algn="l" defTabSz="914400" rtl="0" eaLnBrk="1" fontAlgn="auto" latinLnBrk="0" hangingPunct="1">
              <a:lnSpc>
                <a:spcPct val="100000"/>
              </a:lnSpc>
              <a:spcBef>
                <a:spcPts val="0"/>
              </a:spcBef>
              <a:spcAft>
                <a:spcPts val="0"/>
              </a:spcAft>
              <a:buClrTx/>
              <a:buSzTx/>
              <a:buFont typeface="+mj-lt"/>
              <a:buAutoNum type="arabicPeriod" startAt="9"/>
              <a:tabLst/>
              <a:defRPr/>
            </a:pPr>
            <a:r>
              <a:rPr kumimoji="0" lang="en-US" sz="1400" i="0" u="none" strike="noStrike" kern="1200" cap="none" spc="0" normalizeH="0" baseline="0" noProof="0">
                <a:ln>
                  <a:noFill/>
                </a:ln>
                <a:solidFill>
                  <a:srgbClr val="000000"/>
                </a:solidFill>
                <a:effectLst/>
                <a:uLnTx/>
                <a:uFillTx/>
                <a:latin typeface="Georgia"/>
                <a:ea typeface="+mn-ea"/>
                <a:cs typeface="+mn-cs"/>
              </a:rPr>
              <a:t>Chat</a:t>
            </a:r>
            <a:r>
              <a:rPr lang="en-US" sz="1400">
                <a:solidFill>
                  <a:srgbClr val="000000"/>
                </a:solidFill>
                <a:latin typeface="Georgia"/>
              </a:rPr>
              <a:t>GPT Enterprise</a:t>
            </a:r>
          </a:p>
          <a:p>
            <a:pPr marL="342900" indent="-342900">
              <a:buFont typeface="+mj-lt"/>
              <a:buAutoNum type="arabicPeriod" startAt="9"/>
              <a:defRPr/>
            </a:pPr>
            <a:r>
              <a:rPr lang="en-US" sz="1400">
                <a:solidFill>
                  <a:srgbClr val="000000"/>
                </a:solidFill>
                <a:latin typeface="Georgia"/>
              </a:rPr>
              <a:t>Claude Enterprise</a:t>
            </a:r>
          </a:p>
          <a:p>
            <a:pPr marL="342900" indent="-342900">
              <a:buFont typeface="+mj-lt"/>
              <a:buAutoNum type="arabicPeriod" startAt="9"/>
              <a:defRPr/>
            </a:pPr>
            <a:r>
              <a:rPr lang="en-US" sz="1400">
                <a:solidFill>
                  <a:srgbClr val="000000"/>
                </a:solidFill>
                <a:latin typeface="Georgia"/>
              </a:rPr>
              <a:t>Atlassian </a:t>
            </a:r>
            <a:r>
              <a:rPr lang="en-US" sz="1400" err="1">
                <a:solidFill>
                  <a:srgbClr val="000000"/>
                </a:solidFill>
                <a:latin typeface="Georgia"/>
              </a:rPr>
              <a:t>Rovo</a:t>
            </a:r>
            <a:endParaRPr lang="en-US" sz="1400">
              <a:solidFill>
                <a:srgbClr val="000000"/>
              </a:solidFill>
              <a:latin typeface="Georgia"/>
            </a:endParaRPr>
          </a:p>
        </p:txBody>
      </p:sp>
      <p:sp>
        <p:nvSpPr>
          <p:cNvPr id="17" name="TextBox 16">
            <a:extLst>
              <a:ext uri="{FF2B5EF4-FFF2-40B4-BE49-F238E27FC236}">
                <a16:creationId xmlns:a16="http://schemas.microsoft.com/office/drawing/2014/main" id="{976D6BF8-97C1-8962-DD74-2F33574D17B3}"/>
              </a:ext>
            </a:extLst>
          </p:cNvPr>
          <p:cNvSpPr txBox="1"/>
          <p:nvPr/>
        </p:nvSpPr>
        <p:spPr>
          <a:xfrm>
            <a:off x="3810782" y="2323737"/>
            <a:ext cx="2834640" cy="138499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000000"/>
                </a:solidFill>
                <a:effectLst/>
                <a:uLnTx/>
                <a:uFillTx/>
                <a:latin typeface="Georgia"/>
                <a:ea typeface="+mn-ea"/>
                <a:cs typeface="+mn-cs"/>
              </a:rPr>
              <a:t>Assess</a:t>
            </a:r>
          </a:p>
          <a:p>
            <a:pPr marL="342900" marR="0" lvl="0" indent="-342900" algn="l" defTabSz="914400" rtl="0" eaLnBrk="1" fontAlgn="auto" latinLnBrk="0" hangingPunct="1">
              <a:lnSpc>
                <a:spcPct val="100000"/>
              </a:lnSpc>
              <a:spcBef>
                <a:spcPts val="0"/>
              </a:spcBef>
              <a:spcAft>
                <a:spcPts val="0"/>
              </a:spcAft>
              <a:buClrTx/>
              <a:buSzTx/>
              <a:buFont typeface="+mj-lt"/>
              <a:buAutoNum type="arabicPeriod" startAt="12"/>
              <a:tabLst/>
              <a:defRPr/>
            </a:pPr>
            <a:r>
              <a:rPr kumimoji="0" lang="en-US" sz="1400" b="0" i="0" u="none" strike="noStrike" kern="1200" cap="none" spc="0" normalizeH="0" baseline="0" noProof="0">
                <a:ln>
                  <a:noFill/>
                </a:ln>
                <a:solidFill>
                  <a:srgbClr val="000000"/>
                </a:solidFill>
                <a:effectLst/>
                <a:uLnTx/>
                <a:uFillTx/>
                <a:latin typeface="Georgia"/>
                <a:ea typeface="+mn-ea"/>
                <a:cs typeface="+mn-cs"/>
              </a:rPr>
              <a:t>Notion AI</a:t>
            </a:r>
            <a:endParaRPr lang="en-US" sz="1400">
              <a:solidFill>
                <a:srgbClr val="000000"/>
              </a:solidFill>
              <a:latin typeface="Georgia"/>
            </a:endParaRPr>
          </a:p>
          <a:p>
            <a:pPr marL="342900" marR="0" lvl="0" indent="-342900" algn="l" defTabSz="914400" rtl="0" eaLnBrk="1" fontAlgn="auto" latinLnBrk="0" hangingPunct="1">
              <a:lnSpc>
                <a:spcPct val="100000"/>
              </a:lnSpc>
              <a:spcBef>
                <a:spcPts val="0"/>
              </a:spcBef>
              <a:spcAft>
                <a:spcPts val="0"/>
              </a:spcAft>
              <a:buClrTx/>
              <a:buSzTx/>
              <a:buFont typeface="+mj-lt"/>
              <a:buAutoNum type="arabicPeriod" startAt="12"/>
              <a:tabLst/>
              <a:defRPr/>
            </a:pPr>
            <a:r>
              <a:rPr kumimoji="0" lang="en-US" sz="1400" b="0" i="0" u="none" strike="noStrike" kern="1200" cap="none" spc="0" normalizeH="0" baseline="0" noProof="0" err="1">
                <a:ln>
                  <a:noFill/>
                </a:ln>
                <a:solidFill>
                  <a:srgbClr val="000000"/>
                </a:solidFill>
                <a:effectLst/>
                <a:uLnTx/>
                <a:uFillTx/>
                <a:latin typeface="Georgia"/>
                <a:ea typeface="+mn-ea"/>
                <a:cs typeface="+mn-cs"/>
              </a:rPr>
              <a:t>Airtable</a:t>
            </a:r>
            <a:r>
              <a:rPr kumimoji="0" lang="en-US" sz="1400" b="0" i="0" u="none" strike="noStrike" kern="1200" cap="none" spc="0" normalizeH="0" baseline="0" noProof="0">
                <a:ln>
                  <a:noFill/>
                </a:ln>
                <a:solidFill>
                  <a:srgbClr val="000000"/>
                </a:solidFill>
                <a:effectLst/>
                <a:uLnTx/>
                <a:uFillTx/>
                <a:latin typeface="Georgia"/>
                <a:ea typeface="+mn-ea"/>
                <a:cs typeface="+mn-cs"/>
              </a:rPr>
              <a:t> AI</a:t>
            </a: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endParaRPr kumimoji="0" lang="en-US" sz="1400" b="0" i="0" u="none" strike="noStrike" kern="1200" cap="none" spc="0" normalizeH="0" baseline="0" noProof="0">
              <a:ln>
                <a:noFill/>
              </a:ln>
              <a:solidFill>
                <a:srgbClr val="000000"/>
              </a:solidFill>
              <a:effectLst/>
              <a:uLnTx/>
              <a:uFillTx/>
              <a:latin typeface="Georgia"/>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000000"/>
                </a:solidFill>
                <a:effectLst/>
                <a:uLnTx/>
                <a:uFillTx/>
                <a:latin typeface="Georgia"/>
                <a:ea typeface="+mn-ea"/>
                <a:cs typeface="+mn-cs"/>
              </a:rPr>
              <a:t>Hold</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Georgia"/>
                <a:ea typeface="+mn-ea"/>
                <a:cs typeface="+mn-cs"/>
              </a:rPr>
              <a:t>N/A</a:t>
            </a:r>
          </a:p>
        </p:txBody>
      </p:sp>
      <p:sp>
        <p:nvSpPr>
          <p:cNvPr id="19" name="Rectangle 18">
            <a:extLst>
              <a:ext uri="{FF2B5EF4-FFF2-40B4-BE49-F238E27FC236}">
                <a16:creationId xmlns:a16="http://schemas.microsoft.com/office/drawing/2014/main" id="{CB3FBDE1-E6C3-6A8B-F95B-EBDB50F09588}"/>
              </a:ext>
            </a:extLst>
          </p:cNvPr>
          <p:cNvSpPr/>
          <p:nvPr/>
        </p:nvSpPr>
        <p:spPr>
          <a:xfrm>
            <a:off x="670560" y="5597312"/>
            <a:ext cx="10597585" cy="63621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defRPr/>
            </a:pPr>
            <a:r>
              <a:rPr lang="en-US">
                <a:latin typeface="+mj-lt"/>
              </a:rPr>
              <a:t>Improve alignment, transparency, and execution by unifying project planning, documentation, and knowledge workflows into a single, AI-accelerated operational backbone for engineering teams.</a:t>
            </a:r>
            <a:endParaRPr kumimoji="0" lang="en-US" sz="1600" b="0" i="0" u="none" strike="noStrike" kern="1200" cap="none" spc="0" normalizeH="0" baseline="0" noProof="0">
              <a:ln>
                <a:noFill/>
              </a:ln>
              <a:solidFill>
                <a:prstClr val="white"/>
              </a:solidFill>
              <a:effectLst/>
              <a:uLnTx/>
              <a:uFillTx/>
              <a:latin typeface="+mj-lt"/>
              <a:ea typeface="+mn-ea"/>
              <a:cs typeface="+mn-cs"/>
            </a:endParaRPr>
          </a:p>
        </p:txBody>
      </p:sp>
      <p:sp>
        <p:nvSpPr>
          <p:cNvPr id="6" name="TextBox 5">
            <a:extLst>
              <a:ext uri="{FF2B5EF4-FFF2-40B4-BE49-F238E27FC236}">
                <a16:creationId xmlns:a16="http://schemas.microsoft.com/office/drawing/2014/main" id="{4BFDA280-734D-9462-6CCA-F387E7DEA475}"/>
              </a:ext>
            </a:extLst>
          </p:cNvPr>
          <p:cNvSpPr txBox="1"/>
          <p:nvPr/>
        </p:nvSpPr>
        <p:spPr>
          <a:xfrm>
            <a:off x="10391576" y="5196670"/>
            <a:ext cx="663964"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Georgia"/>
                <a:ea typeface="+mn-ea"/>
                <a:cs typeface="+mn-cs"/>
              </a:rPr>
              <a:t>Adopt</a:t>
            </a:r>
          </a:p>
        </p:txBody>
      </p:sp>
      <p:sp>
        <p:nvSpPr>
          <p:cNvPr id="8" name="TextBox 7">
            <a:extLst>
              <a:ext uri="{FF2B5EF4-FFF2-40B4-BE49-F238E27FC236}">
                <a16:creationId xmlns:a16="http://schemas.microsoft.com/office/drawing/2014/main" id="{3E43ABA6-FEA7-C711-0DA6-4F6E2A6FAB61}"/>
              </a:ext>
            </a:extLst>
          </p:cNvPr>
          <p:cNvSpPr txBox="1"/>
          <p:nvPr/>
        </p:nvSpPr>
        <p:spPr>
          <a:xfrm>
            <a:off x="9001359" y="5196670"/>
            <a:ext cx="569387"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Georgia"/>
                <a:ea typeface="+mn-ea"/>
                <a:cs typeface="+mn-cs"/>
              </a:rPr>
              <a:t>Trial</a:t>
            </a:r>
          </a:p>
        </p:txBody>
      </p:sp>
      <p:sp>
        <p:nvSpPr>
          <p:cNvPr id="9" name="TextBox 8">
            <a:extLst>
              <a:ext uri="{FF2B5EF4-FFF2-40B4-BE49-F238E27FC236}">
                <a16:creationId xmlns:a16="http://schemas.microsoft.com/office/drawing/2014/main" id="{0ABC642C-75F6-E37B-016F-34D7B4516366}"/>
              </a:ext>
            </a:extLst>
          </p:cNvPr>
          <p:cNvSpPr txBox="1"/>
          <p:nvPr/>
        </p:nvSpPr>
        <p:spPr>
          <a:xfrm>
            <a:off x="7878704" y="5196670"/>
            <a:ext cx="704039"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Georgia"/>
                <a:ea typeface="+mn-ea"/>
                <a:cs typeface="+mn-cs"/>
              </a:rPr>
              <a:t>Assess</a:t>
            </a:r>
          </a:p>
        </p:txBody>
      </p:sp>
      <p:sp>
        <p:nvSpPr>
          <p:cNvPr id="11" name="TextBox 10">
            <a:extLst>
              <a:ext uri="{FF2B5EF4-FFF2-40B4-BE49-F238E27FC236}">
                <a16:creationId xmlns:a16="http://schemas.microsoft.com/office/drawing/2014/main" id="{CECA6D4F-EB13-7E06-3655-23D897A12253}"/>
              </a:ext>
            </a:extLst>
          </p:cNvPr>
          <p:cNvSpPr txBox="1"/>
          <p:nvPr/>
        </p:nvSpPr>
        <p:spPr>
          <a:xfrm>
            <a:off x="6994079" y="5196670"/>
            <a:ext cx="579005"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Georgia"/>
                <a:ea typeface="+mn-ea"/>
                <a:cs typeface="+mn-cs"/>
              </a:rPr>
              <a:t>Hold</a:t>
            </a:r>
          </a:p>
        </p:txBody>
      </p:sp>
      <p:sp>
        <p:nvSpPr>
          <p:cNvPr id="22" name="Oval 21">
            <a:extLst>
              <a:ext uri="{FF2B5EF4-FFF2-40B4-BE49-F238E27FC236}">
                <a16:creationId xmlns:a16="http://schemas.microsoft.com/office/drawing/2014/main" id="{01DAB3FA-EBF2-3E22-DEF3-AD0375558120}"/>
              </a:ext>
            </a:extLst>
          </p:cNvPr>
          <p:cNvSpPr/>
          <p:nvPr/>
        </p:nvSpPr>
        <p:spPr>
          <a:xfrm>
            <a:off x="10976053" y="4849592"/>
            <a:ext cx="365760" cy="365760"/>
          </a:xfrm>
          <a:prstGeom prst="ellipse">
            <a:avLst/>
          </a:prstGeom>
          <a:solidFill>
            <a:schemeClr val="accent1"/>
          </a:solidFill>
          <a:ln>
            <a:noFill/>
          </a:ln>
          <a:effectLst/>
        </p:spPr>
        <p:txBody>
          <a:bodyPr rtlCol="0" anchor="ctr"/>
          <a:lstStyle/>
          <a:p>
            <a:pPr marL="0" marR="0" lvl="0" indent="0" algn="ctr" defTabSz="1219140" rtl="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a:ln>
                  <a:noFill/>
                </a:ln>
                <a:solidFill>
                  <a:prstClr val="white"/>
                </a:solidFill>
                <a:effectLst/>
                <a:uLnTx/>
                <a:uFillTx/>
                <a:latin typeface="Calibri"/>
                <a:ea typeface="+mn-ea"/>
                <a:cs typeface="+mn-cs"/>
              </a:rPr>
              <a:t>1</a:t>
            </a:r>
          </a:p>
        </p:txBody>
      </p:sp>
      <p:sp>
        <p:nvSpPr>
          <p:cNvPr id="25" name="Oval 24">
            <a:extLst>
              <a:ext uri="{FF2B5EF4-FFF2-40B4-BE49-F238E27FC236}">
                <a16:creationId xmlns:a16="http://schemas.microsoft.com/office/drawing/2014/main" id="{B04F060A-B669-67DF-D561-6E6AAAAF7E07}"/>
              </a:ext>
            </a:extLst>
          </p:cNvPr>
          <p:cNvSpPr/>
          <p:nvPr/>
        </p:nvSpPr>
        <p:spPr>
          <a:xfrm>
            <a:off x="10867308" y="4323812"/>
            <a:ext cx="365760" cy="365760"/>
          </a:xfrm>
          <a:prstGeom prst="ellipse">
            <a:avLst/>
          </a:prstGeom>
          <a:solidFill>
            <a:schemeClr val="accent1"/>
          </a:solidFill>
          <a:ln>
            <a:noFill/>
          </a:ln>
          <a:effectLst/>
        </p:spPr>
        <p:txBody>
          <a:bodyPr rtlCol="0" anchor="ctr"/>
          <a:lstStyle/>
          <a:p>
            <a:pPr marL="0" marR="0" lvl="0" indent="0" algn="ctr" defTabSz="1219140" rtl="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a:ln>
                  <a:noFill/>
                </a:ln>
                <a:solidFill>
                  <a:prstClr val="white"/>
                </a:solidFill>
                <a:effectLst/>
                <a:uLnTx/>
                <a:uFillTx/>
                <a:latin typeface="Calibri"/>
                <a:ea typeface="+mn-ea"/>
                <a:cs typeface="+mn-cs"/>
              </a:rPr>
              <a:t>2</a:t>
            </a:r>
          </a:p>
        </p:txBody>
      </p:sp>
      <p:sp>
        <p:nvSpPr>
          <p:cNvPr id="26" name="Oval 25">
            <a:extLst>
              <a:ext uri="{FF2B5EF4-FFF2-40B4-BE49-F238E27FC236}">
                <a16:creationId xmlns:a16="http://schemas.microsoft.com/office/drawing/2014/main" id="{FE6BE443-0C4D-32B9-FBDD-E80237C3E6E6}"/>
              </a:ext>
            </a:extLst>
          </p:cNvPr>
          <p:cNvSpPr/>
          <p:nvPr/>
        </p:nvSpPr>
        <p:spPr>
          <a:xfrm>
            <a:off x="10427413" y="4719007"/>
            <a:ext cx="365760" cy="365760"/>
          </a:xfrm>
          <a:prstGeom prst="ellipse">
            <a:avLst/>
          </a:prstGeom>
          <a:solidFill>
            <a:schemeClr val="accent1"/>
          </a:solidFill>
          <a:ln>
            <a:noFill/>
          </a:ln>
          <a:effectLst/>
        </p:spPr>
        <p:txBody>
          <a:bodyPr rtlCol="0" anchor="ctr"/>
          <a:lstStyle/>
          <a:p>
            <a:pPr marL="0" marR="0" lvl="0" indent="0" algn="ctr" defTabSz="1219140" rtl="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a:ln>
                  <a:noFill/>
                </a:ln>
                <a:solidFill>
                  <a:prstClr val="white"/>
                </a:solidFill>
                <a:effectLst/>
                <a:uLnTx/>
                <a:uFillTx/>
                <a:latin typeface="Calibri"/>
                <a:ea typeface="+mn-ea"/>
                <a:cs typeface="+mn-cs"/>
              </a:rPr>
              <a:t>3</a:t>
            </a:r>
          </a:p>
        </p:txBody>
      </p:sp>
      <p:sp>
        <p:nvSpPr>
          <p:cNvPr id="2" name="Oval 1">
            <a:extLst>
              <a:ext uri="{FF2B5EF4-FFF2-40B4-BE49-F238E27FC236}">
                <a16:creationId xmlns:a16="http://schemas.microsoft.com/office/drawing/2014/main" id="{1EEB2090-B789-E0A0-8CE5-03E96B8E0104}"/>
              </a:ext>
            </a:extLst>
          </p:cNvPr>
          <p:cNvSpPr/>
          <p:nvPr/>
        </p:nvSpPr>
        <p:spPr>
          <a:xfrm>
            <a:off x="9031643" y="4270946"/>
            <a:ext cx="365760" cy="365760"/>
          </a:xfrm>
          <a:prstGeom prst="ellipse">
            <a:avLst/>
          </a:prstGeom>
          <a:solidFill>
            <a:schemeClr val="accent1"/>
          </a:solidFill>
          <a:ln>
            <a:noFill/>
          </a:ln>
          <a:effectLst/>
        </p:spPr>
        <p:txBody>
          <a:bodyPr rtlCol="0" anchor="ctr"/>
          <a:lstStyle/>
          <a:p>
            <a:pPr marL="0" marR="0" lvl="0" indent="0" algn="ctr" defTabSz="1219140" rtl="0" eaLnBrk="1" fontAlgn="auto" latinLnBrk="0" hangingPunct="1">
              <a:lnSpc>
                <a:spcPct val="100000"/>
              </a:lnSpc>
              <a:spcBef>
                <a:spcPts val="0"/>
              </a:spcBef>
              <a:spcAft>
                <a:spcPts val="0"/>
              </a:spcAft>
              <a:buClrTx/>
              <a:buSzTx/>
              <a:buFontTx/>
              <a:buNone/>
              <a:tabLst/>
              <a:defRPr/>
            </a:pPr>
            <a:r>
              <a:rPr lang="en-US" sz="1600" b="1" kern="0">
                <a:solidFill>
                  <a:prstClr val="white"/>
                </a:solidFill>
                <a:latin typeface="Calibri"/>
              </a:rPr>
              <a:t>9</a:t>
            </a:r>
            <a:endParaRPr kumimoji="0" lang="en-US" sz="1600" b="1" i="0" u="none" strike="noStrike" kern="0" cap="none" spc="0" normalizeH="0" baseline="0" noProof="0">
              <a:ln>
                <a:noFill/>
              </a:ln>
              <a:solidFill>
                <a:prstClr val="white"/>
              </a:solidFill>
              <a:effectLst/>
              <a:uLnTx/>
              <a:uFillTx/>
              <a:latin typeface="Calibri"/>
              <a:ea typeface="+mn-ea"/>
              <a:cs typeface="+mn-cs"/>
            </a:endParaRPr>
          </a:p>
        </p:txBody>
      </p:sp>
      <p:sp>
        <p:nvSpPr>
          <p:cNvPr id="28" name="Oval 27">
            <a:extLst>
              <a:ext uri="{FF2B5EF4-FFF2-40B4-BE49-F238E27FC236}">
                <a16:creationId xmlns:a16="http://schemas.microsoft.com/office/drawing/2014/main" id="{850FFCF7-889B-05D2-28B2-317C6EFD9D2A}"/>
              </a:ext>
            </a:extLst>
          </p:cNvPr>
          <p:cNvSpPr/>
          <p:nvPr/>
        </p:nvSpPr>
        <p:spPr>
          <a:xfrm>
            <a:off x="10219721" y="2904383"/>
            <a:ext cx="470115" cy="424919"/>
          </a:xfrm>
          <a:prstGeom prst="ellipse">
            <a:avLst/>
          </a:prstGeom>
          <a:solidFill>
            <a:schemeClr val="accent1"/>
          </a:solidFill>
          <a:ln>
            <a:noFill/>
          </a:ln>
          <a:effectLst/>
        </p:spPr>
        <p:txBody>
          <a:bodyPr rtlCol="0" anchor="ctr"/>
          <a:lstStyle/>
          <a:p>
            <a:pPr marL="0" marR="0" lvl="0" indent="0" algn="ctr" defTabSz="1219140" rtl="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a:ln>
                  <a:noFill/>
                </a:ln>
                <a:solidFill>
                  <a:prstClr val="white"/>
                </a:solidFill>
                <a:effectLst/>
                <a:uLnTx/>
                <a:uFillTx/>
                <a:latin typeface="Calibri"/>
                <a:ea typeface="+mn-ea"/>
                <a:cs typeface="+mn-cs"/>
              </a:rPr>
              <a:t>11</a:t>
            </a:r>
          </a:p>
        </p:txBody>
      </p:sp>
      <p:sp>
        <p:nvSpPr>
          <p:cNvPr id="29" name="Oval 28">
            <a:extLst>
              <a:ext uri="{FF2B5EF4-FFF2-40B4-BE49-F238E27FC236}">
                <a16:creationId xmlns:a16="http://schemas.microsoft.com/office/drawing/2014/main" id="{33DD6133-90A1-4BBB-43C8-9F330B32175C}"/>
              </a:ext>
            </a:extLst>
          </p:cNvPr>
          <p:cNvSpPr/>
          <p:nvPr/>
        </p:nvSpPr>
        <p:spPr>
          <a:xfrm>
            <a:off x="8311735" y="3556969"/>
            <a:ext cx="470115" cy="424919"/>
          </a:xfrm>
          <a:prstGeom prst="ellipse">
            <a:avLst/>
          </a:prstGeom>
          <a:solidFill>
            <a:schemeClr val="accent1"/>
          </a:solidFill>
          <a:ln>
            <a:noFill/>
          </a:ln>
          <a:effectLst/>
        </p:spPr>
        <p:txBody>
          <a:bodyPr rtlCol="0" anchor="ctr"/>
          <a:lstStyle/>
          <a:p>
            <a:pPr marL="0" marR="0" lvl="0" indent="0" algn="ctr" defTabSz="1219140" rtl="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a:ln>
                  <a:noFill/>
                </a:ln>
                <a:solidFill>
                  <a:prstClr val="white"/>
                </a:solidFill>
                <a:effectLst/>
                <a:uLnTx/>
                <a:uFillTx/>
                <a:latin typeface="Calibri"/>
                <a:ea typeface="+mn-ea"/>
                <a:cs typeface="+mn-cs"/>
              </a:rPr>
              <a:t>12</a:t>
            </a:r>
          </a:p>
        </p:txBody>
      </p:sp>
      <p:sp>
        <p:nvSpPr>
          <p:cNvPr id="30" name="Oval 29">
            <a:extLst>
              <a:ext uri="{FF2B5EF4-FFF2-40B4-BE49-F238E27FC236}">
                <a16:creationId xmlns:a16="http://schemas.microsoft.com/office/drawing/2014/main" id="{9B7FCED0-D4F6-7D64-A749-D1D293ECF7C6}"/>
              </a:ext>
            </a:extLst>
          </p:cNvPr>
          <p:cNvSpPr/>
          <p:nvPr/>
        </p:nvSpPr>
        <p:spPr>
          <a:xfrm>
            <a:off x="9369778" y="3475664"/>
            <a:ext cx="470115" cy="424919"/>
          </a:xfrm>
          <a:prstGeom prst="ellipse">
            <a:avLst/>
          </a:prstGeom>
          <a:solidFill>
            <a:schemeClr val="accent1"/>
          </a:solidFill>
          <a:ln>
            <a:noFill/>
          </a:ln>
          <a:effectLst/>
        </p:spPr>
        <p:txBody>
          <a:bodyPr rtlCol="0" anchor="ctr"/>
          <a:lstStyle/>
          <a:p>
            <a:pPr marL="0" marR="0" lvl="0" indent="0" algn="ctr" defTabSz="1219140" rtl="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a:ln>
                  <a:noFill/>
                </a:ln>
                <a:solidFill>
                  <a:prstClr val="white"/>
                </a:solidFill>
                <a:effectLst/>
                <a:uLnTx/>
                <a:uFillTx/>
                <a:latin typeface="Calibri"/>
                <a:ea typeface="+mn-ea"/>
                <a:cs typeface="+mn-cs"/>
              </a:rPr>
              <a:t>10</a:t>
            </a:r>
          </a:p>
        </p:txBody>
      </p:sp>
      <p:sp>
        <p:nvSpPr>
          <p:cNvPr id="31" name="Oval 30">
            <a:extLst>
              <a:ext uri="{FF2B5EF4-FFF2-40B4-BE49-F238E27FC236}">
                <a16:creationId xmlns:a16="http://schemas.microsoft.com/office/drawing/2014/main" id="{F7414EB2-3557-B954-5D96-8E0BC1E50D98}"/>
              </a:ext>
            </a:extLst>
          </p:cNvPr>
          <p:cNvSpPr/>
          <p:nvPr/>
        </p:nvSpPr>
        <p:spPr>
          <a:xfrm>
            <a:off x="9801783" y="2151587"/>
            <a:ext cx="470115" cy="424919"/>
          </a:xfrm>
          <a:prstGeom prst="ellipse">
            <a:avLst/>
          </a:prstGeom>
          <a:solidFill>
            <a:schemeClr val="accent1"/>
          </a:solidFill>
          <a:ln>
            <a:noFill/>
          </a:ln>
          <a:effectLst/>
        </p:spPr>
        <p:txBody>
          <a:bodyPr rtlCol="0" anchor="ctr"/>
          <a:lstStyle/>
          <a:p>
            <a:pPr marL="0" marR="0" lvl="0" indent="0" algn="ctr" defTabSz="1219140" rtl="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a:ln>
                  <a:noFill/>
                </a:ln>
                <a:solidFill>
                  <a:prstClr val="white"/>
                </a:solidFill>
                <a:effectLst/>
                <a:uLnTx/>
                <a:uFillTx/>
                <a:latin typeface="Calibri"/>
                <a:ea typeface="+mn-ea"/>
                <a:cs typeface="+mn-cs"/>
              </a:rPr>
              <a:t>13</a:t>
            </a:r>
          </a:p>
        </p:txBody>
      </p:sp>
      <p:sp>
        <p:nvSpPr>
          <p:cNvPr id="34" name="Freeform 33">
            <a:extLst>
              <a:ext uri="{FF2B5EF4-FFF2-40B4-BE49-F238E27FC236}">
                <a16:creationId xmlns:a16="http://schemas.microsoft.com/office/drawing/2014/main" id="{6AA7DC49-E0CA-E1F4-E6AA-012F1AD3878B}"/>
              </a:ext>
            </a:extLst>
          </p:cNvPr>
          <p:cNvSpPr/>
          <p:nvPr/>
        </p:nvSpPr>
        <p:spPr>
          <a:xfrm>
            <a:off x="9918700" y="3810000"/>
            <a:ext cx="1333500" cy="1352550"/>
          </a:xfrm>
          <a:custGeom>
            <a:avLst/>
            <a:gdLst>
              <a:gd name="csX0" fmla="*/ 1333500 w 1333500"/>
              <a:gd name="csY0" fmla="*/ 0 h 1352550"/>
              <a:gd name="csX1" fmla="*/ 0 w 1333500"/>
              <a:gd name="csY1" fmla="*/ 1352550 h 1352550"/>
            </a:gdLst>
            <a:ahLst/>
            <a:cxnLst>
              <a:cxn ang="0">
                <a:pos x="csX0" y="csY0"/>
              </a:cxn>
              <a:cxn ang="0">
                <a:pos x="csX1" y="csY1"/>
              </a:cxn>
            </a:cxnLst>
            <a:rect l="l" t="t" r="r" b="b"/>
            <a:pathLst>
              <a:path w="1333500" h="1352550">
                <a:moveTo>
                  <a:pt x="1333500" y="0"/>
                </a:moveTo>
                <a:cubicBezTo>
                  <a:pt x="759354" y="633941"/>
                  <a:pt x="185208" y="1267883"/>
                  <a:pt x="0" y="1352550"/>
                </a:cubicBezTo>
              </a:path>
            </a:pathLst>
          </a:cu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Arc 43">
            <a:extLst>
              <a:ext uri="{FF2B5EF4-FFF2-40B4-BE49-F238E27FC236}">
                <a16:creationId xmlns:a16="http://schemas.microsoft.com/office/drawing/2014/main" id="{172059EB-7335-7169-261E-F8A775EEFA77}"/>
              </a:ext>
            </a:extLst>
          </p:cNvPr>
          <p:cNvSpPr/>
          <p:nvPr/>
        </p:nvSpPr>
        <p:spPr>
          <a:xfrm flipH="1">
            <a:off x="9918700" y="3810000"/>
            <a:ext cx="2692400" cy="2705100"/>
          </a:xfrm>
          <a:prstGeom prst="arc">
            <a:avLst>
              <a:gd name="adj1" fmla="val 16200000"/>
              <a:gd name="adj2" fmla="val 13"/>
            </a:avLst>
          </a:prstGeom>
          <a:noFill/>
          <a:ln w="57150">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8" name="Arc 47">
            <a:extLst>
              <a:ext uri="{FF2B5EF4-FFF2-40B4-BE49-F238E27FC236}">
                <a16:creationId xmlns:a16="http://schemas.microsoft.com/office/drawing/2014/main" id="{082C71B7-B69E-3E39-28B2-5203638D2AAB}"/>
              </a:ext>
            </a:extLst>
          </p:cNvPr>
          <p:cNvSpPr/>
          <p:nvPr/>
        </p:nvSpPr>
        <p:spPr>
          <a:xfrm flipH="1">
            <a:off x="9459671" y="3429000"/>
            <a:ext cx="3602277" cy="3429000"/>
          </a:xfrm>
          <a:prstGeom prst="arc">
            <a:avLst>
              <a:gd name="adj1" fmla="val 16200000"/>
              <a:gd name="adj2" fmla="val 13"/>
            </a:avLst>
          </a:prstGeom>
          <a:noFill/>
          <a:ln w="12700">
            <a:solidFill>
              <a:schemeClr val="bg2">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4" name="Oval 23">
            <a:extLst>
              <a:ext uri="{FF2B5EF4-FFF2-40B4-BE49-F238E27FC236}">
                <a16:creationId xmlns:a16="http://schemas.microsoft.com/office/drawing/2014/main" id="{26D3A076-9A48-B214-C37C-3DC97D1D7CAD}"/>
              </a:ext>
            </a:extLst>
          </p:cNvPr>
          <p:cNvSpPr/>
          <p:nvPr/>
        </p:nvSpPr>
        <p:spPr>
          <a:xfrm>
            <a:off x="9735105" y="4796112"/>
            <a:ext cx="365760" cy="365760"/>
          </a:xfrm>
          <a:prstGeom prst="ellipse">
            <a:avLst/>
          </a:prstGeom>
          <a:solidFill>
            <a:schemeClr val="accent1"/>
          </a:solidFill>
          <a:ln>
            <a:noFill/>
          </a:ln>
          <a:effectLst/>
        </p:spPr>
        <p:txBody>
          <a:bodyPr rtlCol="0" anchor="ctr"/>
          <a:lstStyle/>
          <a:p>
            <a:pPr marL="0" marR="0" lvl="0" indent="0" algn="ctr" defTabSz="1219140" rtl="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a:ln>
                  <a:noFill/>
                </a:ln>
                <a:solidFill>
                  <a:prstClr val="white"/>
                </a:solidFill>
                <a:effectLst/>
                <a:uLnTx/>
                <a:uFillTx/>
                <a:latin typeface="Calibri"/>
                <a:ea typeface="+mn-ea"/>
                <a:cs typeface="+mn-cs"/>
              </a:rPr>
              <a:t>4</a:t>
            </a:r>
          </a:p>
        </p:txBody>
      </p:sp>
      <p:sp>
        <p:nvSpPr>
          <p:cNvPr id="45" name="Oval 44">
            <a:extLst>
              <a:ext uri="{FF2B5EF4-FFF2-40B4-BE49-F238E27FC236}">
                <a16:creationId xmlns:a16="http://schemas.microsoft.com/office/drawing/2014/main" id="{5D7908FD-13AB-6105-7C3E-8093D4BBE65D}"/>
              </a:ext>
            </a:extLst>
          </p:cNvPr>
          <p:cNvSpPr/>
          <p:nvPr/>
        </p:nvSpPr>
        <p:spPr>
          <a:xfrm>
            <a:off x="10036841" y="4405798"/>
            <a:ext cx="365760" cy="365760"/>
          </a:xfrm>
          <a:prstGeom prst="ellipse">
            <a:avLst/>
          </a:prstGeom>
          <a:solidFill>
            <a:schemeClr val="accent1"/>
          </a:solidFill>
          <a:ln>
            <a:noFill/>
          </a:ln>
          <a:effectLst/>
        </p:spPr>
        <p:txBody>
          <a:bodyPr rtlCol="0" anchor="ctr"/>
          <a:lstStyle/>
          <a:p>
            <a:pPr marL="0" marR="0" lvl="0" indent="0" algn="ctr" defTabSz="1219140" rtl="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a:ln>
                  <a:noFill/>
                </a:ln>
                <a:solidFill>
                  <a:prstClr val="white"/>
                </a:solidFill>
                <a:effectLst/>
                <a:uLnTx/>
                <a:uFillTx/>
                <a:latin typeface="Calibri"/>
                <a:ea typeface="+mn-ea"/>
                <a:cs typeface="+mn-cs"/>
              </a:rPr>
              <a:t>5</a:t>
            </a:r>
          </a:p>
        </p:txBody>
      </p:sp>
      <p:sp>
        <p:nvSpPr>
          <p:cNvPr id="46" name="Oval 45">
            <a:extLst>
              <a:ext uri="{FF2B5EF4-FFF2-40B4-BE49-F238E27FC236}">
                <a16:creationId xmlns:a16="http://schemas.microsoft.com/office/drawing/2014/main" id="{19F25DD1-F6CA-0144-1678-3F4FC517DB7F}"/>
              </a:ext>
            </a:extLst>
          </p:cNvPr>
          <p:cNvSpPr/>
          <p:nvPr/>
        </p:nvSpPr>
        <p:spPr>
          <a:xfrm>
            <a:off x="10408996" y="4054950"/>
            <a:ext cx="365760" cy="365760"/>
          </a:xfrm>
          <a:prstGeom prst="ellipse">
            <a:avLst/>
          </a:prstGeom>
          <a:solidFill>
            <a:schemeClr val="accent1"/>
          </a:solidFill>
          <a:ln>
            <a:noFill/>
          </a:ln>
          <a:effectLst/>
        </p:spPr>
        <p:txBody>
          <a:bodyPr rtlCol="0" anchor="ctr"/>
          <a:lstStyle/>
          <a:p>
            <a:pPr marL="0" marR="0" lvl="0" indent="0" algn="ctr" defTabSz="1219140" rtl="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a:ln>
                  <a:noFill/>
                </a:ln>
                <a:solidFill>
                  <a:prstClr val="white"/>
                </a:solidFill>
                <a:effectLst/>
                <a:uLnTx/>
                <a:uFillTx/>
                <a:latin typeface="Calibri"/>
                <a:ea typeface="+mn-ea"/>
                <a:cs typeface="+mn-cs"/>
              </a:rPr>
              <a:t>6</a:t>
            </a:r>
          </a:p>
        </p:txBody>
      </p:sp>
      <p:sp>
        <p:nvSpPr>
          <p:cNvPr id="47" name="Oval 46">
            <a:extLst>
              <a:ext uri="{FF2B5EF4-FFF2-40B4-BE49-F238E27FC236}">
                <a16:creationId xmlns:a16="http://schemas.microsoft.com/office/drawing/2014/main" id="{52B56E7D-49D1-DF6E-3FC1-126E7518D4A5}"/>
              </a:ext>
            </a:extLst>
          </p:cNvPr>
          <p:cNvSpPr/>
          <p:nvPr/>
        </p:nvSpPr>
        <p:spPr>
          <a:xfrm>
            <a:off x="10823578" y="3616128"/>
            <a:ext cx="365760" cy="365760"/>
          </a:xfrm>
          <a:prstGeom prst="ellipse">
            <a:avLst/>
          </a:prstGeom>
          <a:solidFill>
            <a:schemeClr val="accent1"/>
          </a:solidFill>
          <a:ln>
            <a:noFill/>
          </a:ln>
          <a:effectLst/>
        </p:spPr>
        <p:txBody>
          <a:bodyPr rtlCol="0" anchor="ctr"/>
          <a:lstStyle/>
          <a:p>
            <a:pPr marL="0" marR="0" lvl="0" indent="0" algn="ctr" defTabSz="1219140" rtl="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a:ln>
                  <a:noFill/>
                </a:ln>
                <a:solidFill>
                  <a:prstClr val="white"/>
                </a:solidFill>
                <a:effectLst/>
                <a:uLnTx/>
                <a:uFillTx/>
                <a:latin typeface="Calibri"/>
                <a:ea typeface="+mn-ea"/>
                <a:cs typeface="+mn-cs"/>
              </a:rPr>
              <a:t>7</a:t>
            </a:r>
          </a:p>
        </p:txBody>
      </p:sp>
      <p:sp>
        <p:nvSpPr>
          <p:cNvPr id="4" name="Oval 3">
            <a:extLst>
              <a:ext uri="{FF2B5EF4-FFF2-40B4-BE49-F238E27FC236}">
                <a16:creationId xmlns:a16="http://schemas.microsoft.com/office/drawing/2014/main" id="{DD7F5389-55F9-EB7C-F92B-BC394A222C38}"/>
              </a:ext>
            </a:extLst>
          </p:cNvPr>
          <p:cNvSpPr/>
          <p:nvPr/>
        </p:nvSpPr>
        <p:spPr>
          <a:xfrm>
            <a:off x="9969221" y="3925019"/>
            <a:ext cx="365760" cy="365760"/>
          </a:xfrm>
          <a:prstGeom prst="ellipse">
            <a:avLst/>
          </a:prstGeom>
          <a:solidFill>
            <a:schemeClr val="accent1"/>
          </a:solidFill>
          <a:ln>
            <a:noFill/>
          </a:ln>
          <a:effectLst/>
        </p:spPr>
        <p:txBody>
          <a:bodyPr rtlCol="0" anchor="ctr"/>
          <a:lstStyle/>
          <a:p>
            <a:pPr marL="0" marR="0" lvl="0" indent="0" algn="ctr" defTabSz="1219140" rtl="0" eaLnBrk="1" fontAlgn="auto" latinLnBrk="0" hangingPunct="1">
              <a:lnSpc>
                <a:spcPct val="100000"/>
              </a:lnSpc>
              <a:spcBef>
                <a:spcPts val="0"/>
              </a:spcBef>
              <a:spcAft>
                <a:spcPts val="0"/>
              </a:spcAft>
              <a:buClrTx/>
              <a:buSzTx/>
              <a:buFontTx/>
              <a:buNone/>
              <a:tabLst/>
              <a:defRPr/>
            </a:pPr>
            <a:r>
              <a:rPr lang="en-US" sz="1600" b="1" kern="0">
                <a:solidFill>
                  <a:prstClr val="white"/>
                </a:solidFill>
                <a:latin typeface="Calibri"/>
              </a:rPr>
              <a:t>8</a:t>
            </a:r>
            <a:endParaRPr kumimoji="0" lang="en-US" sz="1600" b="1" i="0" u="none" strike="noStrike" kern="0" cap="none" spc="0" normalizeH="0" baseline="0" noProof="0">
              <a:ln>
                <a:noFill/>
              </a:ln>
              <a:solidFill>
                <a:prstClr val="white"/>
              </a:solidFill>
              <a:effectLst/>
              <a:uLnTx/>
              <a:uFillTx/>
              <a:latin typeface="Calibri"/>
              <a:ea typeface="+mn-ea"/>
              <a:cs typeface="+mn-cs"/>
            </a:endParaRPr>
          </a:p>
        </p:txBody>
      </p:sp>
    </p:spTree>
    <p:extLst>
      <p:ext uri="{BB962C8B-B14F-4D97-AF65-F5344CB8AC3E}">
        <p14:creationId xmlns:p14="http://schemas.microsoft.com/office/powerpoint/2010/main" val="14101088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8DAEB0-A7F7-58DE-AC5E-7D50F537402F}"/>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49E02504-C870-6711-E5D9-3ED31CABF85C}"/>
              </a:ext>
            </a:extLst>
          </p:cNvPr>
          <p:cNvPicPr>
            <a:picLocks noChangeAspect="1"/>
          </p:cNvPicPr>
          <p:nvPr/>
        </p:nvPicPr>
        <p:blipFill>
          <a:blip r:embed="rId3"/>
          <a:stretch>
            <a:fillRect/>
          </a:stretch>
        </p:blipFill>
        <p:spPr>
          <a:xfrm>
            <a:off x="6737807" y="625340"/>
            <a:ext cx="4527103" cy="4573871"/>
          </a:xfrm>
          <a:prstGeom prst="rect">
            <a:avLst/>
          </a:prstGeom>
        </p:spPr>
      </p:pic>
      <p:sp>
        <p:nvSpPr>
          <p:cNvPr id="7" name="Text Placeholder 6">
            <a:extLst>
              <a:ext uri="{FF2B5EF4-FFF2-40B4-BE49-F238E27FC236}">
                <a16:creationId xmlns:a16="http://schemas.microsoft.com/office/drawing/2014/main" id="{4960F214-FDD8-D759-4780-4F6E4B5C5347}"/>
              </a:ext>
            </a:extLst>
          </p:cNvPr>
          <p:cNvSpPr>
            <a:spLocks noGrp="1"/>
          </p:cNvSpPr>
          <p:nvPr>
            <p:ph type="body" sz="quarter" idx="10"/>
          </p:nvPr>
        </p:nvSpPr>
        <p:spPr/>
        <p:txBody>
          <a:bodyPr/>
          <a:lstStyle/>
          <a:p>
            <a:r>
              <a:rPr lang="en-US"/>
              <a:t>Developer Experience and tooling</a:t>
            </a:r>
          </a:p>
        </p:txBody>
      </p:sp>
      <p:sp>
        <p:nvSpPr>
          <p:cNvPr id="3" name="Date Placeholder 2">
            <a:extLst>
              <a:ext uri="{FF2B5EF4-FFF2-40B4-BE49-F238E27FC236}">
                <a16:creationId xmlns:a16="http://schemas.microsoft.com/office/drawing/2014/main" id="{34C993B8-0997-3E43-0195-84757995E3AD}"/>
              </a:ext>
            </a:extLst>
          </p:cNvPr>
          <p:cNvSpPr>
            <a:spLocks noGrp="1"/>
          </p:cNvSpPr>
          <p:nvPr>
            <p:ph type="dt" sz="half" idx="16"/>
          </p:nvPr>
        </p:nvSpPr>
        <p:spPr/>
        <p: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fld id="{6C03C840-AF03-4AC7-888F-1B23DCEAB4ED}" type="datetime5">
              <a:rPr kumimoji="0" lang="en-US" sz="1333" b="0" i="0" u="none" strike="noStrike" kern="1200" cap="none" spc="0" normalizeH="0" baseline="0" noProof="0">
                <a:ln>
                  <a:noFill/>
                </a:ln>
                <a:solidFill>
                  <a:srgbClr val="000000"/>
                </a:solidFill>
                <a:effectLst/>
                <a:uLnTx/>
                <a:uFillTx/>
                <a:latin typeface="Calibri"/>
                <a:ea typeface="+mn-ea"/>
                <a:cs typeface="+mn-cs"/>
              </a:rPr>
              <a:pPr marL="0" marR="0" lvl="0" indent="0" algn="ctr" defTabSz="1219170" rtl="0" eaLnBrk="1" fontAlgn="auto" latinLnBrk="0" hangingPunct="1">
                <a:lnSpc>
                  <a:spcPct val="100000"/>
                </a:lnSpc>
                <a:spcBef>
                  <a:spcPts val="0"/>
                </a:spcBef>
                <a:spcAft>
                  <a:spcPts val="0"/>
                </a:spcAft>
                <a:buClrTx/>
                <a:buSzTx/>
                <a:buFontTx/>
                <a:buNone/>
                <a:tabLst/>
                <a:defRPr/>
              </a:pPr>
              <a:t>7-May-26</a:t>
            </a:fld>
            <a:endParaRPr kumimoji="0" lang="en-IN" sz="1333" b="0" i="0" u="none" strike="noStrike" kern="1200" cap="none" spc="0" normalizeH="0" baseline="0" noProof="0">
              <a:ln>
                <a:noFill/>
              </a:ln>
              <a:solidFill>
                <a:srgbClr val="000000"/>
              </a:solidFill>
              <a:effectLst/>
              <a:uLnTx/>
              <a:uFillTx/>
              <a:latin typeface="Calibri"/>
              <a:ea typeface="+mn-ea"/>
              <a:cs typeface="+mn-cs"/>
            </a:endParaRPr>
          </a:p>
        </p:txBody>
      </p:sp>
      <p:sp>
        <p:nvSpPr>
          <p:cNvPr id="21" name="Slide Number Placeholder 20">
            <a:extLst>
              <a:ext uri="{FF2B5EF4-FFF2-40B4-BE49-F238E27FC236}">
                <a16:creationId xmlns:a16="http://schemas.microsoft.com/office/drawing/2014/main" id="{AE0B518C-3754-AC09-BF5C-DBFD8B214762}"/>
              </a:ext>
            </a:extLst>
          </p:cNvPr>
          <p:cNvSpPr>
            <a:spLocks noGrp="1"/>
          </p:cNvSpPr>
          <p:nvPr>
            <p:ph type="sldNum" sz="quarter" idx="18"/>
          </p:nvPr>
        </p:nvSpPr>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r>
              <a:rPr kumimoji="0" lang="en-IN" sz="1333" b="0" i="0" u="none" strike="noStrike" kern="1200" cap="none" spc="0" normalizeH="0" baseline="0" noProof="0">
                <a:ln>
                  <a:noFill/>
                </a:ln>
                <a:solidFill>
                  <a:srgbClr val="000000"/>
                </a:solidFill>
                <a:effectLst/>
                <a:uLnTx/>
                <a:uFillTx/>
                <a:latin typeface="Calibri"/>
                <a:ea typeface="+mn-ea"/>
                <a:cs typeface="+mn-cs"/>
              </a:rPr>
              <a:t>|    </a:t>
            </a:r>
            <a:fld id="{7B2119CD-3B2D-4CEB-B404-D2E3F8CD6D69}" type="slidenum">
              <a:rPr kumimoji="0" lang="en-IN" sz="1333" b="0" i="0" u="none" strike="noStrike" kern="1200" cap="none" spc="0" normalizeH="0" baseline="0" noProof="0">
                <a:ln>
                  <a:noFill/>
                </a:ln>
                <a:solidFill>
                  <a:srgbClr val="000000"/>
                </a:solidFill>
                <a:effectLst/>
                <a:uLnTx/>
                <a:uFillTx/>
                <a:latin typeface="Calibri"/>
                <a:ea typeface="+mn-ea"/>
                <a:cs typeface="+mn-cs"/>
              </a:rPr>
              <a:pPr marL="0" marR="0" lvl="0" indent="0" algn="r" defTabSz="1219170" rtl="0" eaLnBrk="1" fontAlgn="auto" latinLnBrk="0" hangingPunct="1">
                <a:lnSpc>
                  <a:spcPct val="100000"/>
                </a:lnSpc>
                <a:spcBef>
                  <a:spcPts val="0"/>
                </a:spcBef>
                <a:spcAft>
                  <a:spcPts val="0"/>
                </a:spcAft>
                <a:buClrTx/>
                <a:buSzTx/>
                <a:buFontTx/>
                <a:buNone/>
                <a:tabLst/>
                <a:defRPr/>
              </a:pPr>
              <a:t>14</a:t>
            </a:fld>
            <a:endParaRPr kumimoji="0" lang="en-IN" sz="1333" b="0" i="0" u="none" strike="noStrike" kern="1200" cap="none" spc="0" normalizeH="0" baseline="0" noProof="0">
              <a:ln>
                <a:noFill/>
              </a:ln>
              <a:solidFill>
                <a:srgbClr val="000000"/>
              </a:solidFill>
              <a:effectLst/>
              <a:uLnTx/>
              <a:uFillTx/>
              <a:latin typeface="Calibri"/>
              <a:ea typeface="+mn-ea"/>
              <a:cs typeface="+mn-cs"/>
            </a:endParaRPr>
          </a:p>
        </p:txBody>
      </p:sp>
      <p:sp>
        <p:nvSpPr>
          <p:cNvPr id="5" name="Title 4">
            <a:extLst>
              <a:ext uri="{FF2B5EF4-FFF2-40B4-BE49-F238E27FC236}">
                <a16:creationId xmlns:a16="http://schemas.microsoft.com/office/drawing/2014/main" id="{3D0357F5-8426-A27B-356C-50A381258E3A}"/>
              </a:ext>
            </a:extLst>
          </p:cNvPr>
          <p:cNvSpPr>
            <a:spLocks noGrp="1"/>
          </p:cNvSpPr>
          <p:nvPr>
            <p:ph type="title"/>
          </p:nvPr>
        </p:nvSpPr>
        <p:spPr/>
        <p:txBody>
          <a:bodyPr/>
          <a:lstStyle/>
          <a:p>
            <a:r>
              <a:rPr lang="en-US"/>
              <a:t>Design, UX, and Product Ideation</a:t>
            </a:r>
            <a:endParaRPr lang="en-IN"/>
          </a:p>
        </p:txBody>
      </p:sp>
      <p:sp>
        <p:nvSpPr>
          <p:cNvPr id="16" name="TextBox 15">
            <a:extLst>
              <a:ext uri="{FF2B5EF4-FFF2-40B4-BE49-F238E27FC236}">
                <a16:creationId xmlns:a16="http://schemas.microsoft.com/office/drawing/2014/main" id="{A2D0B0B2-B7DB-0DB5-2793-50D17D4F4AC8}"/>
              </a:ext>
            </a:extLst>
          </p:cNvPr>
          <p:cNvSpPr txBox="1"/>
          <p:nvPr/>
        </p:nvSpPr>
        <p:spPr>
          <a:xfrm>
            <a:off x="605448" y="2323737"/>
            <a:ext cx="2834640" cy="2739211"/>
          </a:xfrm>
          <a:prstGeom prst="rect">
            <a:avLst/>
          </a:prstGeom>
          <a:noFill/>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000000"/>
                </a:solidFill>
                <a:effectLst/>
                <a:uLnTx/>
                <a:uFillTx/>
                <a:latin typeface="Georgia"/>
                <a:ea typeface="+mn-ea"/>
                <a:cs typeface="+mn-cs"/>
              </a:rPr>
              <a:t>Adopt</a:t>
            </a:r>
          </a:p>
          <a:p>
            <a:pPr marL="274320" marR="0" lvl="0" indent="-27432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400" b="0" i="0" u="none" strike="noStrike" kern="1200" cap="none" spc="0" normalizeH="0" baseline="0" noProof="0">
                <a:ln>
                  <a:noFill/>
                </a:ln>
                <a:solidFill>
                  <a:srgbClr val="000000"/>
                </a:solidFill>
                <a:effectLst/>
                <a:uLnTx/>
                <a:uFillTx/>
                <a:latin typeface="Georgia"/>
                <a:ea typeface="+mn-ea"/>
                <a:cs typeface="+mn-cs"/>
              </a:rPr>
              <a:t>Figma</a:t>
            </a:r>
            <a:endParaRPr lang="en-US" sz="1400" b="0" i="0" u="none" strike="noStrike" kern="1200" cap="none" spc="0" normalizeH="0" baseline="0" noProof="0">
              <a:ln>
                <a:noFill/>
              </a:ln>
              <a:solidFill>
                <a:srgbClr val="000000"/>
              </a:solidFill>
              <a:effectLst/>
              <a:uLnTx/>
              <a:uFillTx/>
              <a:latin typeface="Georgia"/>
            </a:endParaRPr>
          </a:p>
          <a:p>
            <a:pPr marL="274320" marR="0" lvl="0" indent="-274320" algn="l" defTabSz="914400" rtl="0" eaLnBrk="1" fontAlgn="auto" latinLnBrk="0" hangingPunct="1">
              <a:lnSpc>
                <a:spcPct val="100000"/>
              </a:lnSpc>
              <a:spcBef>
                <a:spcPts val="0"/>
              </a:spcBef>
              <a:spcAft>
                <a:spcPts val="0"/>
              </a:spcAft>
              <a:buClrTx/>
              <a:buSzTx/>
              <a:buFont typeface="+mj-lt"/>
              <a:buAutoNum type="arabicPeriod"/>
              <a:tabLst/>
              <a:defRPr/>
            </a:pPr>
            <a:r>
              <a:rPr lang="en-US" sz="1400">
                <a:solidFill>
                  <a:srgbClr val="000000"/>
                </a:solidFill>
                <a:latin typeface="Georgia"/>
              </a:rPr>
              <a:t>Miro</a:t>
            </a:r>
          </a:p>
          <a:p>
            <a:pPr marL="274320" marR="0" lvl="0" indent="-274320" algn="l" defTabSz="914400" rtl="0" eaLnBrk="1" fontAlgn="auto" latinLnBrk="0" hangingPunct="1">
              <a:lnSpc>
                <a:spcPct val="100000"/>
              </a:lnSpc>
              <a:spcBef>
                <a:spcPts val="0"/>
              </a:spcBef>
              <a:spcAft>
                <a:spcPts val="0"/>
              </a:spcAft>
              <a:buClrTx/>
              <a:buSzTx/>
              <a:buFont typeface="+mj-lt"/>
              <a:buAutoNum type="arabicPeriod"/>
              <a:tabLst/>
              <a:defRPr/>
            </a:pPr>
            <a:r>
              <a:rPr lang="en-US" sz="1400">
                <a:solidFill>
                  <a:srgbClr val="000000"/>
                </a:solidFill>
                <a:latin typeface="Georgia"/>
              </a:rPr>
              <a:t>Jira Product Discovery</a:t>
            </a:r>
          </a:p>
          <a:p>
            <a:pPr marL="274320" indent="-274320">
              <a:buFont typeface="+mj-lt"/>
              <a:buAutoNum type="arabicPeriod"/>
              <a:defRPr/>
            </a:pPr>
            <a:r>
              <a:rPr lang="en-US" sz="1400">
                <a:solidFill>
                  <a:srgbClr val="000000"/>
                </a:solidFill>
                <a:latin typeface="Georgia"/>
              </a:rPr>
              <a:t>Adobe Express </a:t>
            </a:r>
          </a:p>
          <a:p>
            <a:pPr marL="274320" indent="-274320">
              <a:buFont typeface="+mj-lt"/>
              <a:buAutoNum type="arabicPeriod"/>
              <a:defRPr/>
            </a:pPr>
            <a:r>
              <a:rPr lang="en-US" sz="1400">
                <a:solidFill>
                  <a:srgbClr val="000000"/>
                </a:solidFill>
                <a:latin typeface="Georgia"/>
              </a:rPr>
              <a:t>Adobe Firefly </a:t>
            </a:r>
          </a:p>
          <a:p>
            <a:pPr marL="274320" marR="0" lvl="0" indent="-274320" algn="l" defTabSz="914400" rtl="0" eaLnBrk="1" fontAlgn="auto" latinLnBrk="0" hangingPunct="1">
              <a:lnSpc>
                <a:spcPct val="100000"/>
              </a:lnSpc>
              <a:spcBef>
                <a:spcPts val="0"/>
              </a:spcBef>
              <a:spcAft>
                <a:spcPts val="0"/>
              </a:spcAft>
              <a:buClrTx/>
              <a:buSzTx/>
              <a:buFont typeface="+mj-lt"/>
              <a:buAutoNum type="arabicPeriod"/>
              <a:tabLst/>
              <a:defRPr/>
            </a:pPr>
            <a:endParaRPr lang="en-US" sz="1400">
              <a:solidFill>
                <a:srgbClr val="000000"/>
              </a:solidFill>
              <a:latin typeface="Georgia"/>
            </a:endParaRPr>
          </a:p>
          <a:p>
            <a:pPr marR="0" lvl="0" algn="l" defTabSz="914400" rtl="0" eaLnBrk="1" fontAlgn="auto" latinLnBrk="0" hangingPunct="1">
              <a:lnSpc>
                <a:spcPct val="100000"/>
              </a:lnSpc>
              <a:spcBef>
                <a:spcPts val="0"/>
              </a:spcBef>
              <a:spcAft>
                <a:spcPts val="0"/>
              </a:spcAft>
              <a:buClrTx/>
              <a:buSzTx/>
              <a:tabLst/>
              <a:defRPr/>
            </a:pPr>
            <a:endParaRPr kumimoji="0" lang="en-US" sz="1400" b="0" i="0" u="none" strike="noStrike" kern="1200" cap="none" spc="0" normalizeH="0" baseline="0" noProof="0">
              <a:ln>
                <a:noFill/>
              </a:ln>
              <a:solidFill>
                <a:srgbClr val="000000"/>
              </a:solidFill>
              <a:effectLst/>
              <a:uLnTx/>
              <a:uFillTx/>
              <a:latin typeface="Georgia"/>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000000"/>
                </a:solidFill>
                <a:effectLst/>
                <a:uLnTx/>
                <a:uFillTx/>
                <a:latin typeface="Georgia"/>
                <a:ea typeface="+mn-ea"/>
                <a:cs typeface="+mn-cs"/>
              </a:rPr>
              <a:t>Trial</a:t>
            </a:r>
            <a:endParaRPr lang="en-US" sz="1600" b="1" i="0" u="none" strike="noStrike" kern="1200" cap="none" spc="0" normalizeH="0" baseline="0" noProof="0">
              <a:ln>
                <a:noFill/>
              </a:ln>
              <a:solidFill>
                <a:srgbClr val="000000"/>
              </a:solidFill>
              <a:effectLst/>
              <a:uLnTx/>
              <a:uFillTx/>
              <a:latin typeface="Georgia"/>
            </a:endParaRPr>
          </a:p>
          <a:p>
            <a:pPr marL="342900" marR="0" lvl="0" indent="-342900" algn="l" defTabSz="914400" rtl="0" eaLnBrk="1" fontAlgn="auto" latinLnBrk="0" hangingPunct="1">
              <a:lnSpc>
                <a:spcPct val="100000"/>
              </a:lnSpc>
              <a:spcBef>
                <a:spcPts val="0"/>
              </a:spcBef>
              <a:spcAft>
                <a:spcPts val="0"/>
              </a:spcAft>
              <a:buClrTx/>
              <a:buSzTx/>
              <a:buFont typeface="+mj-lt"/>
              <a:buAutoNum type="arabicPeriod" startAt="6"/>
              <a:tabLst/>
              <a:defRPr/>
            </a:pPr>
            <a:r>
              <a:rPr kumimoji="0" lang="en-US" sz="1400" i="0" u="none" strike="noStrike" kern="1200" cap="none" spc="0" normalizeH="0" baseline="0" noProof="0">
                <a:ln>
                  <a:noFill/>
                </a:ln>
                <a:solidFill>
                  <a:srgbClr val="000000"/>
                </a:solidFill>
                <a:effectLst/>
                <a:uLnTx/>
                <a:uFillTx/>
                <a:latin typeface="Georgia"/>
                <a:ea typeface="+mn-ea"/>
                <a:cs typeface="+mn-cs"/>
              </a:rPr>
              <a:t>Miro AI</a:t>
            </a:r>
            <a:endParaRPr lang="en-US" sz="1400" i="0" u="none" strike="noStrike" kern="1200" cap="none" spc="0" normalizeH="0" baseline="0" noProof="0">
              <a:ln>
                <a:noFill/>
              </a:ln>
              <a:solidFill>
                <a:srgbClr val="000000"/>
              </a:solidFill>
              <a:effectLst/>
              <a:uLnTx/>
              <a:uFillTx/>
              <a:latin typeface="Georgia"/>
            </a:endParaRPr>
          </a:p>
          <a:p>
            <a:pPr marL="342900" indent="-342900">
              <a:buAutoNum type="arabicPeriod" startAt="6"/>
              <a:defRPr/>
            </a:pPr>
            <a:r>
              <a:rPr lang="en-US" sz="1400">
                <a:solidFill>
                  <a:srgbClr val="000000"/>
                </a:solidFill>
                <a:latin typeface="Georgia"/>
              </a:rPr>
              <a:t>Figma AI (trial complete)</a:t>
            </a:r>
          </a:p>
          <a:p>
            <a:pPr marL="342900" indent="-342900">
              <a:buFont typeface="+mj-lt"/>
              <a:buAutoNum type="arabicPeriod" startAt="6"/>
              <a:defRPr/>
            </a:pPr>
            <a:endParaRPr lang="en-US" sz="1400">
              <a:solidFill>
                <a:srgbClr val="000000"/>
              </a:solidFill>
              <a:latin typeface="Georgia"/>
            </a:endParaRPr>
          </a:p>
        </p:txBody>
      </p:sp>
      <p:sp>
        <p:nvSpPr>
          <p:cNvPr id="17" name="TextBox 16">
            <a:extLst>
              <a:ext uri="{FF2B5EF4-FFF2-40B4-BE49-F238E27FC236}">
                <a16:creationId xmlns:a16="http://schemas.microsoft.com/office/drawing/2014/main" id="{EC207B52-D869-7288-E4E9-ADA6CCCB3E2A}"/>
              </a:ext>
            </a:extLst>
          </p:cNvPr>
          <p:cNvSpPr txBox="1"/>
          <p:nvPr/>
        </p:nvSpPr>
        <p:spPr>
          <a:xfrm>
            <a:off x="3810782" y="2323737"/>
            <a:ext cx="2834640" cy="1477328"/>
          </a:xfrm>
          <a:prstGeom prst="rect">
            <a:avLst/>
          </a:prstGeom>
          <a:noFill/>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000000"/>
                </a:solidFill>
                <a:effectLst/>
                <a:uLnTx/>
                <a:uFillTx/>
                <a:latin typeface="Georgia"/>
                <a:ea typeface="+mn-ea"/>
                <a:cs typeface="+mn-cs"/>
              </a:rPr>
              <a:t>Assess</a:t>
            </a:r>
          </a:p>
          <a:p>
            <a:pPr marL="342900" indent="-342900">
              <a:buFont typeface="+mj-lt"/>
              <a:buAutoNum type="arabicPeriod" startAt="8"/>
              <a:defRPr/>
            </a:pPr>
            <a:r>
              <a:rPr lang="en-US" sz="1400">
                <a:solidFill>
                  <a:srgbClr val="000000"/>
                </a:solidFill>
                <a:latin typeface="Georgia"/>
              </a:rPr>
              <a:t>Adobe Foundry</a:t>
            </a:r>
          </a:p>
          <a:p>
            <a:pPr marL="342900" indent="-342900">
              <a:buAutoNum type="arabicPeriod" startAt="8"/>
              <a:defRPr/>
            </a:pPr>
            <a:r>
              <a:rPr lang="en-US" sz="1400">
                <a:solidFill>
                  <a:srgbClr val="000000"/>
                </a:solidFill>
                <a:latin typeface="Georgia"/>
              </a:rPr>
              <a:t>Notion AI</a:t>
            </a:r>
            <a:endParaRPr lang="en-US" sz="1400" b="0" i="0" u="none" strike="noStrike" kern="1200" cap="none" spc="0" normalizeH="0" baseline="0" noProof="0">
              <a:ln>
                <a:noFill/>
              </a:ln>
              <a:solidFill>
                <a:srgbClr val="000000"/>
              </a:solidFill>
              <a:effectLst/>
              <a:uLnTx/>
              <a:uFillTx/>
              <a:latin typeface="Georgia"/>
            </a:endParaRP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endParaRPr kumimoji="0" lang="en-US" sz="1600" b="0" i="0" u="none" strike="noStrike" kern="1200" cap="none" spc="0" normalizeH="0" baseline="0" noProof="0">
              <a:ln>
                <a:noFill/>
              </a:ln>
              <a:solidFill>
                <a:srgbClr val="000000"/>
              </a:solidFill>
              <a:effectLst/>
              <a:uLnTx/>
              <a:uFillTx/>
              <a:latin typeface="Georgia"/>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000000"/>
                </a:solidFill>
                <a:effectLst/>
                <a:uLnTx/>
                <a:uFillTx/>
                <a:latin typeface="Georgia"/>
                <a:ea typeface="+mn-ea"/>
                <a:cs typeface="+mn-cs"/>
              </a:rPr>
              <a:t>Hold</a:t>
            </a:r>
            <a:endParaRPr lang="en-US" sz="1600" b="1" i="0" u="none" strike="noStrike" kern="1200" cap="none" spc="0" normalizeH="0" baseline="0" noProof="0">
              <a:ln>
                <a:noFill/>
              </a:ln>
              <a:solidFill>
                <a:srgbClr val="000000"/>
              </a:solidFill>
              <a:effectLst/>
              <a:uLnTx/>
              <a:uFillTx/>
              <a:latin typeface="Georgia"/>
            </a:endParaRPr>
          </a:p>
          <a:p>
            <a:pPr marL="285750" marR="0" lvl="0" indent="-285750" algn="l" defTabSz="914400" rtl="0" eaLnBrk="1" fontAlgn="auto" latinLnBrk="0" hangingPunct="1">
              <a:lnSpc>
                <a:spcPct val="100000"/>
              </a:lnSpc>
              <a:spcBef>
                <a:spcPts val="0"/>
              </a:spcBef>
              <a:spcAft>
                <a:spcPts val="0"/>
              </a:spcAft>
              <a:buClrTx/>
              <a:buSzTx/>
              <a:buFont typeface="Arial"/>
              <a:buChar char="•"/>
              <a:tabLst/>
              <a:defRPr/>
            </a:pPr>
            <a:r>
              <a:rPr kumimoji="0" lang="en-US" sz="1400" b="0" i="0" u="none" strike="noStrike" kern="1200" cap="none" spc="0" normalizeH="0" baseline="0" noProof="0">
                <a:ln>
                  <a:noFill/>
                </a:ln>
                <a:solidFill>
                  <a:srgbClr val="000000"/>
                </a:solidFill>
                <a:effectLst/>
                <a:uLnTx/>
                <a:uFillTx/>
                <a:latin typeface="Georgia"/>
                <a:ea typeface="+mn-ea"/>
                <a:cs typeface="+mn-cs"/>
              </a:rPr>
              <a:t>N/A</a:t>
            </a:r>
            <a:endParaRPr lang="en-US" sz="1400" b="0" i="0" u="none" strike="noStrike" kern="1200" cap="none" spc="0" normalizeH="0" baseline="0" noProof="0">
              <a:ln>
                <a:noFill/>
              </a:ln>
              <a:solidFill>
                <a:srgbClr val="000000"/>
              </a:solidFill>
              <a:effectLst/>
              <a:uLnTx/>
              <a:uFillTx/>
              <a:latin typeface="Georgia"/>
            </a:endParaRPr>
          </a:p>
        </p:txBody>
      </p:sp>
      <p:sp>
        <p:nvSpPr>
          <p:cNvPr id="19" name="Rectangle 18">
            <a:extLst>
              <a:ext uri="{FF2B5EF4-FFF2-40B4-BE49-F238E27FC236}">
                <a16:creationId xmlns:a16="http://schemas.microsoft.com/office/drawing/2014/main" id="{D45747F8-F0AC-C6FD-F643-14E6F01CF2D2}"/>
              </a:ext>
            </a:extLst>
          </p:cNvPr>
          <p:cNvSpPr/>
          <p:nvPr/>
        </p:nvSpPr>
        <p:spPr>
          <a:xfrm>
            <a:off x="670560" y="5686073"/>
            <a:ext cx="10597585" cy="54745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white"/>
                </a:solidFill>
                <a:effectLst/>
                <a:uLnTx/>
                <a:uFillTx/>
                <a:latin typeface="Georgia"/>
                <a:ea typeface="+mn-ea"/>
                <a:cs typeface="+mn-cs"/>
              </a:rPr>
              <a:t>Miro is used for product ideation and Figma is used for UI-UX designs, and Adobe Express is being rolled out for UX for marketing artifacts. Miro AI is being trialed </a:t>
            </a:r>
          </a:p>
        </p:txBody>
      </p:sp>
      <p:sp>
        <p:nvSpPr>
          <p:cNvPr id="6" name="TextBox 5">
            <a:extLst>
              <a:ext uri="{FF2B5EF4-FFF2-40B4-BE49-F238E27FC236}">
                <a16:creationId xmlns:a16="http://schemas.microsoft.com/office/drawing/2014/main" id="{1FC41BFE-DAF2-5F61-68D5-FFC8DEF7E2EF}"/>
              </a:ext>
            </a:extLst>
          </p:cNvPr>
          <p:cNvSpPr txBox="1"/>
          <p:nvPr/>
        </p:nvSpPr>
        <p:spPr>
          <a:xfrm>
            <a:off x="10391576" y="5196670"/>
            <a:ext cx="663964"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Georgia"/>
                <a:ea typeface="+mn-ea"/>
                <a:cs typeface="+mn-cs"/>
              </a:rPr>
              <a:t>Adopt</a:t>
            </a:r>
          </a:p>
        </p:txBody>
      </p:sp>
      <p:sp>
        <p:nvSpPr>
          <p:cNvPr id="8" name="TextBox 7">
            <a:extLst>
              <a:ext uri="{FF2B5EF4-FFF2-40B4-BE49-F238E27FC236}">
                <a16:creationId xmlns:a16="http://schemas.microsoft.com/office/drawing/2014/main" id="{2B19BF08-4EB3-9483-3F65-9CCCCE3C3A47}"/>
              </a:ext>
            </a:extLst>
          </p:cNvPr>
          <p:cNvSpPr txBox="1"/>
          <p:nvPr/>
        </p:nvSpPr>
        <p:spPr>
          <a:xfrm>
            <a:off x="9001359" y="5196670"/>
            <a:ext cx="569387"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Georgia"/>
                <a:ea typeface="+mn-ea"/>
                <a:cs typeface="+mn-cs"/>
              </a:rPr>
              <a:t>Trial</a:t>
            </a:r>
          </a:p>
        </p:txBody>
      </p:sp>
      <p:sp>
        <p:nvSpPr>
          <p:cNvPr id="9" name="TextBox 8">
            <a:extLst>
              <a:ext uri="{FF2B5EF4-FFF2-40B4-BE49-F238E27FC236}">
                <a16:creationId xmlns:a16="http://schemas.microsoft.com/office/drawing/2014/main" id="{23159F10-BA97-A266-2A8E-2D152A54D6DB}"/>
              </a:ext>
            </a:extLst>
          </p:cNvPr>
          <p:cNvSpPr txBox="1"/>
          <p:nvPr/>
        </p:nvSpPr>
        <p:spPr>
          <a:xfrm>
            <a:off x="7878704" y="5196670"/>
            <a:ext cx="704039"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Georgia"/>
                <a:ea typeface="+mn-ea"/>
                <a:cs typeface="+mn-cs"/>
              </a:rPr>
              <a:t>Assess</a:t>
            </a:r>
          </a:p>
        </p:txBody>
      </p:sp>
      <p:sp>
        <p:nvSpPr>
          <p:cNvPr id="11" name="TextBox 10">
            <a:extLst>
              <a:ext uri="{FF2B5EF4-FFF2-40B4-BE49-F238E27FC236}">
                <a16:creationId xmlns:a16="http://schemas.microsoft.com/office/drawing/2014/main" id="{02048599-564A-2F18-0E6E-ABBF705277A7}"/>
              </a:ext>
            </a:extLst>
          </p:cNvPr>
          <p:cNvSpPr txBox="1"/>
          <p:nvPr/>
        </p:nvSpPr>
        <p:spPr>
          <a:xfrm>
            <a:off x="6994079" y="5196670"/>
            <a:ext cx="579005"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Georgia"/>
                <a:ea typeface="+mn-ea"/>
                <a:cs typeface="+mn-cs"/>
              </a:rPr>
              <a:t>Hold</a:t>
            </a:r>
          </a:p>
        </p:txBody>
      </p:sp>
      <p:sp>
        <p:nvSpPr>
          <p:cNvPr id="22" name="Oval 21">
            <a:extLst>
              <a:ext uri="{FF2B5EF4-FFF2-40B4-BE49-F238E27FC236}">
                <a16:creationId xmlns:a16="http://schemas.microsoft.com/office/drawing/2014/main" id="{8A368668-C9D7-31DB-7A0D-6F8A77D0131E}"/>
              </a:ext>
            </a:extLst>
          </p:cNvPr>
          <p:cNvSpPr/>
          <p:nvPr/>
        </p:nvSpPr>
        <p:spPr>
          <a:xfrm>
            <a:off x="10795420" y="3867990"/>
            <a:ext cx="365760" cy="365760"/>
          </a:xfrm>
          <a:prstGeom prst="ellipse">
            <a:avLst/>
          </a:prstGeom>
          <a:solidFill>
            <a:schemeClr val="accent1"/>
          </a:solidFill>
          <a:ln>
            <a:noFill/>
          </a:ln>
          <a:effectLst/>
        </p:spPr>
        <p:txBody>
          <a:bodyPr rtlCol="0" anchor="ctr"/>
          <a:lstStyle/>
          <a:p>
            <a:pPr marL="0" marR="0" lvl="0" indent="0" algn="ctr" defTabSz="1219140" rtl="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a:ln>
                  <a:noFill/>
                </a:ln>
                <a:solidFill>
                  <a:prstClr val="white"/>
                </a:solidFill>
                <a:effectLst/>
                <a:uLnTx/>
                <a:uFillTx/>
                <a:latin typeface="Calibri"/>
                <a:ea typeface="+mn-ea"/>
                <a:cs typeface="+mn-cs"/>
              </a:rPr>
              <a:t>1</a:t>
            </a:r>
          </a:p>
        </p:txBody>
      </p:sp>
      <p:sp>
        <p:nvSpPr>
          <p:cNvPr id="24" name="Oval 23">
            <a:extLst>
              <a:ext uri="{FF2B5EF4-FFF2-40B4-BE49-F238E27FC236}">
                <a16:creationId xmlns:a16="http://schemas.microsoft.com/office/drawing/2014/main" id="{97168E1E-B3E6-5E03-6E48-6E5112EC4F47}"/>
              </a:ext>
            </a:extLst>
          </p:cNvPr>
          <p:cNvSpPr/>
          <p:nvPr/>
        </p:nvSpPr>
        <p:spPr>
          <a:xfrm>
            <a:off x="10502511" y="4712262"/>
            <a:ext cx="365760" cy="365760"/>
          </a:xfrm>
          <a:prstGeom prst="ellipse">
            <a:avLst/>
          </a:prstGeom>
          <a:solidFill>
            <a:schemeClr val="accent1"/>
          </a:solidFill>
          <a:ln>
            <a:noFill/>
          </a:ln>
          <a:effectLst/>
        </p:spPr>
        <p:txBody>
          <a:bodyPr rtlCol="0" anchor="ctr"/>
          <a:lstStyle/>
          <a:p>
            <a:pPr marL="0" marR="0" lvl="0" indent="0" algn="ctr" defTabSz="1219140" rtl="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a:ln>
                  <a:noFill/>
                </a:ln>
                <a:solidFill>
                  <a:prstClr val="white"/>
                </a:solidFill>
                <a:effectLst/>
                <a:uLnTx/>
                <a:uFillTx/>
                <a:latin typeface="Calibri"/>
                <a:ea typeface="+mn-ea"/>
                <a:cs typeface="+mn-cs"/>
              </a:rPr>
              <a:t>4</a:t>
            </a:r>
          </a:p>
        </p:txBody>
      </p:sp>
      <p:sp>
        <p:nvSpPr>
          <p:cNvPr id="25" name="Oval 24">
            <a:extLst>
              <a:ext uri="{FF2B5EF4-FFF2-40B4-BE49-F238E27FC236}">
                <a16:creationId xmlns:a16="http://schemas.microsoft.com/office/drawing/2014/main" id="{0DDEEAB8-4BDC-C619-D0DB-9D5C2233FFBE}"/>
              </a:ext>
            </a:extLst>
          </p:cNvPr>
          <p:cNvSpPr/>
          <p:nvPr/>
        </p:nvSpPr>
        <p:spPr>
          <a:xfrm>
            <a:off x="10411444" y="4115667"/>
            <a:ext cx="365760" cy="365760"/>
          </a:xfrm>
          <a:prstGeom prst="ellipse">
            <a:avLst/>
          </a:prstGeom>
          <a:solidFill>
            <a:schemeClr val="accent1"/>
          </a:solidFill>
          <a:ln>
            <a:noFill/>
          </a:ln>
          <a:effectLst/>
        </p:spPr>
        <p:txBody>
          <a:bodyPr rtlCol="0" anchor="ctr"/>
          <a:lstStyle/>
          <a:p>
            <a:pPr marL="0" marR="0" lvl="0" indent="0" algn="ctr" defTabSz="1219140" rtl="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a:ln>
                  <a:noFill/>
                </a:ln>
                <a:solidFill>
                  <a:prstClr val="white"/>
                </a:solidFill>
                <a:effectLst/>
                <a:uLnTx/>
                <a:uFillTx/>
                <a:latin typeface="Calibri"/>
                <a:ea typeface="+mn-ea"/>
                <a:cs typeface="+mn-cs"/>
              </a:rPr>
              <a:t>2</a:t>
            </a:r>
          </a:p>
        </p:txBody>
      </p:sp>
      <p:sp>
        <p:nvSpPr>
          <p:cNvPr id="26" name="Oval 25">
            <a:extLst>
              <a:ext uri="{FF2B5EF4-FFF2-40B4-BE49-F238E27FC236}">
                <a16:creationId xmlns:a16="http://schemas.microsoft.com/office/drawing/2014/main" id="{505585BB-66B8-AF9A-529E-70D7E130D6A8}"/>
              </a:ext>
            </a:extLst>
          </p:cNvPr>
          <p:cNvSpPr/>
          <p:nvPr/>
        </p:nvSpPr>
        <p:spPr>
          <a:xfrm>
            <a:off x="10102637" y="4481427"/>
            <a:ext cx="365760" cy="365760"/>
          </a:xfrm>
          <a:prstGeom prst="ellipse">
            <a:avLst/>
          </a:prstGeom>
          <a:solidFill>
            <a:schemeClr val="accent1"/>
          </a:solidFill>
          <a:ln>
            <a:noFill/>
          </a:ln>
          <a:effectLst/>
        </p:spPr>
        <p:txBody>
          <a:bodyPr rtlCol="0" anchor="ctr"/>
          <a:lstStyle/>
          <a:p>
            <a:pPr marL="0" marR="0" lvl="0" indent="0" algn="ctr" defTabSz="1219140" rtl="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a:ln>
                  <a:noFill/>
                </a:ln>
                <a:solidFill>
                  <a:prstClr val="white"/>
                </a:solidFill>
                <a:effectLst/>
                <a:uLnTx/>
                <a:uFillTx/>
                <a:latin typeface="Calibri"/>
                <a:ea typeface="+mn-ea"/>
                <a:cs typeface="+mn-cs"/>
              </a:rPr>
              <a:t>3</a:t>
            </a:r>
          </a:p>
        </p:txBody>
      </p:sp>
      <p:sp>
        <p:nvSpPr>
          <p:cNvPr id="45" name="Oval 44">
            <a:extLst>
              <a:ext uri="{FF2B5EF4-FFF2-40B4-BE49-F238E27FC236}">
                <a16:creationId xmlns:a16="http://schemas.microsoft.com/office/drawing/2014/main" id="{AE979608-4FF3-C40E-74C8-199F6F489751}"/>
              </a:ext>
            </a:extLst>
          </p:cNvPr>
          <p:cNvSpPr/>
          <p:nvPr/>
        </p:nvSpPr>
        <p:spPr>
          <a:xfrm>
            <a:off x="10746536" y="4315897"/>
            <a:ext cx="365760" cy="365760"/>
          </a:xfrm>
          <a:prstGeom prst="ellipse">
            <a:avLst/>
          </a:prstGeom>
          <a:solidFill>
            <a:schemeClr val="accent1"/>
          </a:solidFill>
          <a:ln>
            <a:noFill/>
          </a:ln>
          <a:effectLst/>
        </p:spPr>
        <p:txBody>
          <a:bodyPr rtlCol="0" anchor="ctr"/>
          <a:lstStyle/>
          <a:p>
            <a:pPr marL="0" marR="0" lvl="0" indent="0" algn="ctr" defTabSz="1219140" rtl="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a:ln>
                  <a:noFill/>
                </a:ln>
                <a:solidFill>
                  <a:prstClr val="white"/>
                </a:solidFill>
                <a:effectLst/>
                <a:uLnTx/>
                <a:uFillTx/>
                <a:latin typeface="Calibri"/>
                <a:ea typeface="+mn-ea"/>
                <a:cs typeface="+mn-cs"/>
              </a:rPr>
              <a:t>5</a:t>
            </a:r>
          </a:p>
        </p:txBody>
      </p:sp>
      <p:sp>
        <p:nvSpPr>
          <p:cNvPr id="46" name="Oval 45">
            <a:extLst>
              <a:ext uri="{FF2B5EF4-FFF2-40B4-BE49-F238E27FC236}">
                <a16:creationId xmlns:a16="http://schemas.microsoft.com/office/drawing/2014/main" id="{1C488ADF-9E81-3EEC-DFF9-41E1064DC687}"/>
              </a:ext>
            </a:extLst>
          </p:cNvPr>
          <p:cNvSpPr/>
          <p:nvPr/>
        </p:nvSpPr>
        <p:spPr>
          <a:xfrm>
            <a:off x="8962063" y="3906279"/>
            <a:ext cx="365760" cy="365760"/>
          </a:xfrm>
          <a:prstGeom prst="ellipse">
            <a:avLst/>
          </a:prstGeom>
          <a:solidFill>
            <a:schemeClr val="accent1"/>
          </a:solidFill>
          <a:ln>
            <a:noFill/>
          </a:ln>
          <a:effectLst/>
        </p:spPr>
        <p:txBody>
          <a:bodyPr rtlCol="0" anchor="ctr"/>
          <a:lstStyle/>
          <a:p>
            <a:pPr marL="0" marR="0" lvl="0" indent="0" algn="ctr" defTabSz="1219140" rtl="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a:ln>
                  <a:noFill/>
                </a:ln>
                <a:solidFill>
                  <a:prstClr val="white"/>
                </a:solidFill>
                <a:effectLst/>
                <a:uLnTx/>
                <a:uFillTx/>
                <a:latin typeface="Calibri"/>
                <a:ea typeface="+mn-ea"/>
                <a:cs typeface="+mn-cs"/>
              </a:rPr>
              <a:t>6</a:t>
            </a:r>
          </a:p>
        </p:txBody>
      </p:sp>
      <p:sp>
        <p:nvSpPr>
          <p:cNvPr id="47" name="Oval 46">
            <a:extLst>
              <a:ext uri="{FF2B5EF4-FFF2-40B4-BE49-F238E27FC236}">
                <a16:creationId xmlns:a16="http://schemas.microsoft.com/office/drawing/2014/main" id="{9B6782EF-9561-C415-E0C3-6A56D3638A86}"/>
              </a:ext>
            </a:extLst>
          </p:cNvPr>
          <p:cNvSpPr/>
          <p:nvPr/>
        </p:nvSpPr>
        <p:spPr>
          <a:xfrm>
            <a:off x="8134897" y="3603592"/>
            <a:ext cx="365760" cy="365760"/>
          </a:xfrm>
          <a:prstGeom prst="ellipse">
            <a:avLst/>
          </a:prstGeom>
          <a:solidFill>
            <a:schemeClr val="accent1"/>
          </a:solidFill>
          <a:ln>
            <a:noFill/>
          </a:ln>
          <a:effectLst/>
        </p:spPr>
        <p:txBody>
          <a:bodyPr rtlCol="0" anchor="ctr"/>
          <a:lstStyle/>
          <a:p>
            <a:pPr marL="0" marR="0" lvl="0" indent="0" algn="ctr" defTabSz="1219140" rtl="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a:ln>
                  <a:noFill/>
                </a:ln>
                <a:solidFill>
                  <a:prstClr val="white"/>
                </a:solidFill>
                <a:effectLst/>
                <a:uLnTx/>
                <a:uFillTx/>
                <a:latin typeface="Calibri"/>
                <a:ea typeface="+mn-ea"/>
                <a:cs typeface="+mn-cs"/>
              </a:rPr>
              <a:t>8</a:t>
            </a:r>
          </a:p>
        </p:txBody>
      </p:sp>
      <p:sp>
        <p:nvSpPr>
          <p:cNvPr id="2" name="Rectangle 1">
            <a:extLst>
              <a:ext uri="{FF2B5EF4-FFF2-40B4-BE49-F238E27FC236}">
                <a16:creationId xmlns:a16="http://schemas.microsoft.com/office/drawing/2014/main" id="{DE2E92E7-2167-8E02-D356-A13A3E9FDED3}"/>
              </a:ext>
            </a:extLst>
          </p:cNvPr>
          <p:cNvSpPr>
            <a:spLocks noChangeArrowheads="1"/>
          </p:cNvSpPr>
          <p:nvPr/>
        </p:nvSpPr>
        <p:spPr bwMode="auto">
          <a:xfrm rot="10800000" flipV="1">
            <a:off x="579321" y="1306936"/>
            <a:ext cx="6748941" cy="738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a:ln>
                  <a:noFill/>
                </a:ln>
                <a:solidFill>
                  <a:srgbClr val="000000"/>
                </a:solidFill>
                <a:effectLst/>
                <a:latin typeface="+mj-lt"/>
              </a:rPr>
              <a:t>Generative design and creative tools accelerate UI/UX work, content creation, and visual collaboration—helping teams ideate faster, shorten design cycles, produce high-quality assets, and maintain consistent brand experiences.</a:t>
            </a:r>
            <a:endParaRPr kumimoji="0" lang="en-US" altLang="en-US" sz="1400" b="0" i="0" u="none" strike="noStrike" cap="none" normalizeH="0" baseline="0">
              <a:ln>
                <a:noFill/>
              </a:ln>
              <a:solidFill>
                <a:schemeClr val="tx1"/>
              </a:solidFill>
              <a:effectLst/>
              <a:latin typeface="+mj-lt"/>
            </a:endParaRPr>
          </a:p>
        </p:txBody>
      </p:sp>
      <p:sp>
        <p:nvSpPr>
          <p:cNvPr id="4" name="Oval 3">
            <a:extLst>
              <a:ext uri="{FF2B5EF4-FFF2-40B4-BE49-F238E27FC236}">
                <a16:creationId xmlns:a16="http://schemas.microsoft.com/office/drawing/2014/main" id="{073BA85C-129B-6247-8F4C-C83748E7E5E0}"/>
              </a:ext>
            </a:extLst>
          </p:cNvPr>
          <p:cNvSpPr/>
          <p:nvPr/>
        </p:nvSpPr>
        <p:spPr>
          <a:xfrm>
            <a:off x="9335761" y="3452495"/>
            <a:ext cx="365760" cy="365760"/>
          </a:xfrm>
          <a:prstGeom prst="ellipse">
            <a:avLst/>
          </a:prstGeom>
          <a:solidFill>
            <a:schemeClr val="accent1"/>
          </a:solidFill>
          <a:ln>
            <a:noFill/>
          </a:ln>
          <a:effectLst/>
        </p:spPr>
        <p:txBody>
          <a:bodyPr rtlCol="0" anchor="ctr"/>
          <a:lstStyle/>
          <a:p>
            <a:pPr marL="0" marR="0" lvl="0" indent="0" algn="ctr" defTabSz="1219140" rtl="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a:ln>
                  <a:noFill/>
                </a:ln>
                <a:solidFill>
                  <a:prstClr val="white"/>
                </a:solidFill>
                <a:effectLst/>
                <a:uLnTx/>
                <a:uFillTx/>
                <a:latin typeface="Calibri"/>
                <a:ea typeface="+mn-ea"/>
                <a:cs typeface="+mn-cs"/>
              </a:rPr>
              <a:t>7</a:t>
            </a:r>
          </a:p>
        </p:txBody>
      </p:sp>
      <p:sp>
        <p:nvSpPr>
          <p:cNvPr id="12" name="Oval 11">
            <a:extLst>
              <a:ext uri="{FF2B5EF4-FFF2-40B4-BE49-F238E27FC236}">
                <a16:creationId xmlns:a16="http://schemas.microsoft.com/office/drawing/2014/main" id="{41C11B05-CB81-3A89-36BF-9750E888ED42}"/>
              </a:ext>
            </a:extLst>
          </p:cNvPr>
          <p:cNvSpPr/>
          <p:nvPr/>
        </p:nvSpPr>
        <p:spPr>
          <a:xfrm>
            <a:off x="8477880" y="3114189"/>
            <a:ext cx="365760" cy="365760"/>
          </a:xfrm>
          <a:prstGeom prst="ellipse">
            <a:avLst/>
          </a:prstGeom>
          <a:solidFill>
            <a:schemeClr val="accent1"/>
          </a:solidFill>
          <a:ln>
            <a:noFill/>
          </a:ln>
          <a:effectLst/>
        </p:spPr>
        <p:txBody>
          <a:bodyPr rtlCol="0" anchor="ctr"/>
          <a:lstStyle/>
          <a:p>
            <a:pPr marL="0" marR="0" lvl="0" indent="0" algn="ctr" defTabSz="1219140" rtl="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a:ln>
                  <a:noFill/>
                </a:ln>
                <a:solidFill>
                  <a:prstClr val="white"/>
                </a:solidFill>
                <a:effectLst/>
                <a:uLnTx/>
                <a:uFillTx/>
                <a:latin typeface="Calibri"/>
                <a:ea typeface="+mn-ea"/>
                <a:cs typeface="+mn-cs"/>
              </a:rPr>
              <a:t>9</a:t>
            </a:r>
          </a:p>
        </p:txBody>
      </p:sp>
    </p:spTree>
    <p:extLst>
      <p:ext uri="{BB962C8B-B14F-4D97-AF65-F5344CB8AC3E}">
        <p14:creationId xmlns:p14="http://schemas.microsoft.com/office/powerpoint/2010/main" val="4435036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13BEF9-2998-A818-CC45-133D9CC85B56}"/>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6F0FC9B4-AA52-30EB-F357-5F05C0CE592C}"/>
              </a:ext>
            </a:extLst>
          </p:cNvPr>
          <p:cNvSpPr>
            <a:spLocks noGrp="1"/>
          </p:cNvSpPr>
          <p:nvPr>
            <p:ph type="body" sz="quarter" idx="10"/>
          </p:nvPr>
        </p:nvSpPr>
        <p:spPr/>
        <p:txBody>
          <a:bodyPr/>
          <a:lstStyle/>
          <a:p>
            <a:r>
              <a:rPr lang="en-US"/>
              <a:t>Developer Experience and Toolchain</a:t>
            </a:r>
          </a:p>
        </p:txBody>
      </p:sp>
      <p:sp>
        <p:nvSpPr>
          <p:cNvPr id="3" name="Content Placeholder 2">
            <a:extLst>
              <a:ext uri="{FF2B5EF4-FFF2-40B4-BE49-F238E27FC236}">
                <a16:creationId xmlns:a16="http://schemas.microsoft.com/office/drawing/2014/main" id="{D1CB2FC1-CAF5-24F2-47FC-1160213CE811}"/>
              </a:ext>
            </a:extLst>
          </p:cNvPr>
          <p:cNvSpPr>
            <a:spLocks noGrp="1"/>
          </p:cNvSpPr>
          <p:nvPr>
            <p:ph sz="quarter" idx="14"/>
          </p:nvPr>
        </p:nvSpPr>
        <p:spPr/>
        <p:txBody>
          <a:bodyPr>
            <a:normAutofit fontScale="92500" lnSpcReduction="10000"/>
          </a:bodyPr>
          <a:lstStyle/>
          <a:p>
            <a:r>
              <a:rPr lang="en-US"/>
              <a:t>Processes from BTS, Legal, and Privacy can degrade the experience of tools limiting the value that they can enable at Abbott</a:t>
            </a:r>
          </a:p>
          <a:p>
            <a:pPr marL="569378" lvl="1" indent="-342900"/>
            <a:r>
              <a:rPr lang="en-US"/>
              <a:t>Limited retention timelines</a:t>
            </a:r>
          </a:p>
          <a:p>
            <a:pPr marL="569378" lvl="1" indent="-342900"/>
            <a:r>
              <a:rPr lang="en-US"/>
              <a:t>Blocking certain capabilities within an application (e.g. Copy &amp; Paste), or allowing non-approved third party addons </a:t>
            </a:r>
          </a:p>
          <a:p>
            <a:pPr marL="569378" lvl="1" indent="-342900"/>
            <a:r>
              <a:rPr lang="en-US"/>
              <a:t>Device management controls (data loss prevention) and mandating Abbott owned and managed devices</a:t>
            </a:r>
          </a:p>
          <a:p>
            <a:pPr marL="569378" lvl="1" indent="-342900"/>
            <a:r>
              <a:rPr lang="en-US"/>
              <a:t>Enforcement of SSO, MFA that requires onboarding via </a:t>
            </a:r>
            <a:r>
              <a:rPr lang="en-US" err="1"/>
              <a:t>FieldGlass</a:t>
            </a:r>
            <a:endParaRPr lang="en-US"/>
          </a:p>
          <a:p>
            <a:pPr marL="569378" lvl="1" indent="-342900"/>
            <a:endParaRPr lang="en-US"/>
          </a:p>
          <a:p>
            <a:pPr marL="342900" indent="-342900"/>
            <a:r>
              <a:rPr lang="en-US"/>
              <a:t>Complex Internal Process Slow Implementation</a:t>
            </a:r>
          </a:p>
          <a:p>
            <a:pPr marL="569378" lvl="1" indent="-342900"/>
            <a:r>
              <a:rPr lang="en-US"/>
              <a:t>Need completion of CDA/IT Evaluation/MSA to do any discovery work</a:t>
            </a:r>
          </a:p>
          <a:p>
            <a:pPr marL="569378" lvl="1" indent="-342900"/>
            <a:r>
              <a:rPr lang="en-US"/>
              <a:t>Any GenAI based tool needs approval from GenAI COE before any discovery work</a:t>
            </a:r>
          </a:p>
        </p:txBody>
      </p:sp>
      <p:sp>
        <p:nvSpPr>
          <p:cNvPr id="4" name="Text Placeholder 3">
            <a:extLst>
              <a:ext uri="{FF2B5EF4-FFF2-40B4-BE49-F238E27FC236}">
                <a16:creationId xmlns:a16="http://schemas.microsoft.com/office/drawing/2014/main" id="{5EC2E7CA-0FB8-34B3-FE51-CADBF3ACDDD2}"/>
              </a:ext>
            </a:extLst>
          </p:cNvPr>
          <p:cNvSpPr>
            <a:spLocks noGrp="1"/>
          </p:cNvSpPr>
          <p:nvPr>
            <p:ph type="body" sz="quarter" idx="15"/>
          </p:nvPr>
        </p:nvSpPr>
        <p:spPr/>
        <p:txBody>
          <a:bodyPr/>
          <a:lstStyle/>
          <a:p>
            <a:r>
              <a:rPr lang="en-US"/>
              <a:t>Corporate Groups can Slow progress</a:t>
            </a:r>
          </a:p>
        </p:txBody>
      </p:sp>
      <p:sp>
        <p:nvSpPr>
          <p:cNvPr id="5" name="Date Placeholder 4">
            <a:extLst>
              <a:ext uri="{FF2B5EF4-FFF2-40B4-BE49-F238E27FC236}">
                <a16:creationId xmlns:a16="http://schemas.microsoft.com/office/drawing/2014/main" id="{CE913129-565A-3C28-C03D-294F722CA21F}"/>
              </a:ext>
            </a:extLst>
          </p:cNvPr>
          <p:cNvSpPr>
            <a:spLocks noGrp="1"/>
          </p:cNvSpPr>
          <p:nvPr>
            <p:ph type="dt" sz="half" idx="16"/>
          </p:nvPr>
        </p:nvSpPr>
        <p:spPr/>
        <p:txBody>
          <a:bodyPr/>
          <a:lstStyle/>
          <a:p>
            <a:fld id="{7C6BBA33-D340-4030-91CC-F20B097533EA}" type="datetime5">
              <a:rPr lang="en-US" sz="1333" smtClean="0"/>
              <a:t>7-May-26</a:t>
            </a:fld>
            <a:endParaRPr lang="en-IN" sz="1333"/>
          </a:p>
        </p:txBody>
      </p:sp>
      <p:sp>
        <p:nvSpPr>
          <p:cNvPr id="7" name="Slide Number Placeholder 6">
            <a:extLst>
              <a:ext uri="{FF2B5EF4-FFF2-40B4-BE49-F238E27FC236}">
                <a16:creationId xmlns:a16="http://schemas.microsoft.com/office/drawing/2014/main" id="{00757B7A-3130-70C9-A78B-404288A044FF}"/>
              </a:ext>
            </a:extLst>
          </p:cNvPr>
          <p:cNvSpPr>
            <a:spLocks noGrp="1"/>
          </p:cNvSpPr>
          <p:nvPr>
            <p:ph type="sldNum" sz="quarter" idx="18"/>
          </p:nvPr>
        </p:nvSpPr>
        <p:spPr/>
        <p:txBody>
          <a:bodyPr/>
          <a:lstStyle/>
          <a:p>
            <a:pPr>
              <a:defRPr/>
            </a:pPr>
            <a:r>
              <a:rPr lang="en-IN"/>
              <a:t>|    </a:t>
            </a:r>
            <a:fld id="{7B2119CD-3B2D-4CEB-B404-D2E3F8CD6D69}" type="slidenum">
              <a:rPr lang="en-IN" smtClean="0"/>
              <a:pPr>
                <a:defRPr/>
              </a:pPr>
              <a:t>15</a:t>
            </a:fld>
            <a:endParaRPr lang="en-IN"/>
          </a:p>
        </p:txBody>
      </p:sp>
      <p:sp>
        <p:nvSpPr>
          <p:cNvPr id="8" name="Title 7">
            <a:extLst>
              <a:ext uri="{FF2B5EF4-FFF2-40B4-BE49-F238E27FC236}">
                <a16:creationId xmlns:a16="http://schemas.microsoft.com/office/drawing/2014/main" id="{8E0D7CB4-5F19-7DCA-E0CC-19AD772D3920}"/>
              </a:ext>
            </a:extLst>
          </p:cNvPr>
          <p:cNvSpPr>
            <a:spLocks noGrp="1"/>
          </p:cNvSpPr>
          <p:nvPr>
            <p:ph type="title"/>
          </p:nvPr>
        </p:nvSpPr>
        <p:spPr/>
        <p:txBody>
          <a:bodyPr/>
          <a:lstStyle/>
          <a:p>
            <a:r>
              <a:rPr lang="en-US"/>
              <a:t>Challenges with Enabling Tools at Abbott</a:t>
            </a:r>
          </a:p>
        </p:txBody>
      </p:sp>
    </p:spTree>
    <p:extLst>
      <p:ext uri="{BB962C8B-B14F-4D97-AF65-F5344CB8AC3E}">
        <p14:creationId xmlns:p14="http://schemas.microsoft.com/office/powerpoint/2010/main" val="24760908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24575F8F-54CB-8E71-9F04-D619C3CD7435}"/>
              </a:ext>
            </a:extLst>
          </p:cNvPr>
          <p:cNvSpPr>
            <a:spLocks noGrp="1"/>
          </p:cNvSpPr>
          <p:nvPr>
            <p:ph type="dt" sz="half" idx="4294967295"/>
          </p:nvPr>
        </p:nvSpPr>
        <p:spPr>
          <a:xfrm>
            <a:off x="11142663" y="6356350"/>
            <a:ext cx="1049337" cy="366713"/>
          </a:xfrm>
        </p:spPr>
        <p:txBody>
          <a:bodyPr/>
          <a:lstStyle/>
          <a:p>
            <a:fld id="{7C6BBA33-D340-4030-91CC-F20B097533EA}" type="datetime5">
              <a:rPr lang="en-US" sz="1333" smtClean="0"/>
              <a:t>7-May-26</a:t>
            </a:fld>
            <a:endParaRPr lang="en-IN" sz="1333"/>
          </a:p>
        </p:txBody>
      </p:sp>
      <p:sp>
        <p:nvSpPr>
          <p:cNvPr id="6" name="Footer Placeholder 5">
            <a:extLst>
              <a:ext uri="{FF2B5EF4-FFF2-40B4-BE49-F238E27FC236}">
                <a16:creationId xmlns:a16="http://schemas.microsoft.com/office/drawing/2014/main" id="{096EA32D-C080-1DED-218C-079890DD938A}"/>
              </a:ext>
            </a:extLst>
          </p:cNvPr>
          <p:cNvSpPr>
            <a:spLocks noGrp="1"/>
          </p:cNvSpPr>
          <p:nvPr>
            <p:ph type="ftr" sz="quarter" idx="4294967295"/>
          </p:nvPr>
        </p:nvSpPr>
        <p:spPr>
          <a:xfrm>
            <a:off x="6948488" y="6356350"/>
            <a:ext cx="5243512" cy="366713"/>
          </a:xfrm>
        </p:spPr>
        <p:txBody>
          <a:bodyPr/>
          <a:lstStyle/>
          <a:p>
            <a:pPr>
              <a:defRPr/>
            </a:pPr>
            <a:r>
              <a:rPr lang="en-US"/>
              <a:t>Enter title via "insert&gt;header and footer&gt;footer"  |  </a:t>
            </a:r>
            <a:endParaRPr lang="en-IN"/>
          </a:p>
        </p:txBody>
      </p:sp>
      <p:sp>
        <p:nvSpPr>
          <p:cNvPr id="7" name="Slide Number Placeholder 6">
            <a:extLst>
              <a:ext uri="{FF2B5EF4-FFF2-40B4-BE49-F238E27FC236}">
                <a16:creationId xmlns:a16="http://schemas.microsoft.com/office/drawing/2014/main" id="{ED51FEB5-E884-BC9B-02DE-E2FD049BE34A}"/>
              </a:ext>
            </a:extLst>
          </p:cNvPr>
          <p:cNvSpPr>
            <a:spLocks noGrp="1"/>
          </p:cNvSpPr>
          <p:nvPr>
            <p:ph type="sldNum" sz="quarter" idx="4294967295"/>
          </p:nvPr>
        </p:nvSpPr>
        <p:spPr>
          <a:xfrm>
            <a:off x="11433175" y="6356350"/>
            <a:ext cx="758825" cy="366713"/>
          </a:xfrm>
        </p:spPr>
        <p:txBody>
          <a:bodyPr/>
          <a:lstStyle/>
          <a:p>
            <a:pPr>
              <a:defRPr/>
            </a:pPr>
            <a:r>
              <a:rPr lang="en-IN"/>
              <a:t>|    </a:t>
            </a:r>
            <a:fld id="{7B2119CD-3B2D-4CEB-B404-D2E3F8CD6D69}" type="slidenum">
              <a:rPr lang="en-IN" smtClean="0"/>
              <a:pPr>
                <a:defRPr/>
              </a:pPr>
              <a:t>16</a:t>
            </a:fld>
            <a:endParaRPr lang="en-IN"/>
          </a:p>
        </p:txBody>
      </p:sp>
    </p:spTree>
    <p:extLst>
      <p:ext uri="{BB962C8B-B14F-4D97-AF65-F5344CB8AC3E}">
        <p14:creationId xmlns:p14="http://schemas.microsoft.com/office/powerpoint/2010/main" val="329555298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MM_SLIDE_TYPE" val="6"/>
</p:tagLst>
</file>

<file path=ppt/tags/tag3.xml><?xml version="1.0" encoding="utf-8"?>
<p:tagLst xmlns:a="http://schemas.openxmlformats.org/drawingml/2006/main" xmlns:r="http://schemas.openxmlformats.org/officeDocument/2006/relationships" xmlns:p="http://schemas.openxmlformats.org/presentationml/2006/main">
  <p:tag name="MM_SLIDE_TYPE" val="6"/>
</p:tagLst>
</file>

<file path=ppt/tags/tag4.xml><?xml version="1.0" encoding="utf-8"?>
<p:tagLst xmlns:a="http://schemas.openxmlformats.org/drawingml/2006/main" xmlns:r="http://schemas.openxmlformats.org/officeDocument/2006/relationships" xmlns:p="http://schemas.openxmlformats.org/presentationml/2006/main">
  <p:tag name="MM_SLIDE_TYPE" val="6"/>
</p:tagLst>
</file>

<file path=ppt/tags/tag5.xml><?xml version="1.0" encoding="utf-8"?>
<p:tagLst xmlns:a="http://schemas.openxmlformats.org/drawingml/2006/main" xmlns:r="http://schemas.openxmlformats.org/officeDocument/2006/relationships" xmlns:p="http://schemas.openxmlformats.org/presentationml/2006/main">
  <p:tag name="MM_SLIDE_TYPE" val="6"/>
</p:tagLst>
</file>

<file path=ppt/tags/tag6.xml><?xml version="1.0" encoding="utf-8"?>
<p:tagLst xmlns:a="http://schemas.openxmlformats.org/drawingml/2006/main" xmlns:r="http://schemas.openxmlformats.org/officeDocument/2006/relationships" xmlns:p="http://schemas.openxmlformats.org/presentationml/2006/main">
  <p:tag name="MM_SLIDE_TYPE" val="6"/>
</p:tagLst>
</file>

<file path=ppt/tags/tag7.xml><?xml version="1.0" encoding="utf-8"?>
<p:tagLst xmlns:a="http://schemas.openxmlformats.org/drawingml/2006/main" xmlns:r="http://schemas.openxmlformats.org/officeDocument/2006/relationships" xmlns:p="http://schemas.openxmlformats.org/presentationml/2006/main">
  <p:tag name="MM_SLIDE_TYPE" val="6"/>
</p:tagLst>
</file>

<file path=ppt/tags/tag8.xml><?xml version="1.0" encoding="utf-8"?>
<p:tagLst xmlns:a="http://schemas.openxmlformats.org/drawingml/2006/main" xmlns:r="http://schemas.openxmlformats.org/officeDocument/2006/relationships" xmlns:p="http://schemas.openxmlformats.org/presentationml/2006/main">
  <p:tag name="MM_SLIDE_TYPE" val="6"/>
</p:tagLst>
</file>

<file path=ppt/tags/tag9.xml><?xml version="1.0" encoding="utf-8"?>
<p:tagLst xmlns:a="http://schemas.openxmlformats.org/drawingml/2006/main" xmlns:r="http://schemas.openxmlformats.org/officeDocument/2006/relationships" xmlns:p="http://schemas.openxmlformats.org/presentationml/2006/main">
  <p:tag name="MM_SLIDE_TYPE" val="6"/>
</p:tagLst>
</file>

<file path=ppt/tags/tag10.xml><?xml version="1.0" encoding="utf-8"?>
<p:tagLst xmlns:a="http://schemas.openxmlformats.org/drawingml/2006/main" xmlns:r="http://schemas.openxmlformats.org/officeDocument/2006/relationships" xmlns:p="http://schemas.openxmlformats.org/presentationml/2006/main">
  <p:tag name="MM_SLIDE_TYPE" val="6"/>
</p:tagLst>
</file>

<file path=ppt/tags/tag11.xml><?xml version="1.0" encoding="utf-8"?>
<p:tagLst xmlns:a="http://schemas.openxmlformats.org/drawingml/2006/main" xmlns:r="http://schemas.openxmlformats.org/officeDocument/2006/relationships" xmlns:p="http://schemas.openxmlformats.org/presentationml/2006/main">
  <p:tag name="MM_SLIDE_TYPE" val="6"/>
</p:tagLst>
</file>

<file path=ppt/tags/tag12.xml><?xml version="1.0" encoding="utf-8"?>
<p:tagLst xmlns:a="http://schemas.openxmlformats.org/drawingml/2006/main" xmlns:r="http://schemas.openxmlformats.org/officeDocument/2006/relationships" xmlns:p="http://schemas.openxmlformats.org/presentationml/2006/main">
  <p:tag name="MM_SLIDE_TYPE" val="6"/>
</p:tagLst>
</file>

<file path=ppt/tags/tag13.xml><?xml version="1.0" encoding="utf-8"?>
<p:tagLst xmlns:a="http://schemas.openxmlformats.org/drawingml/2006/main" xmlns:r="http://schemas.openxmlformats.org/officeDocument/2006/relationships" xmlns:p="http://schemas.openxmlformats.org/presentationml/2006/main">
  <p:tag name="MM_SLIDE_TYPE" val="6"/>
</p:tagLst>
</file>

<file path=ppt/tags/tag14.xml><?xml version="1.0" encoding="utf-8"?>
<p:tagLst xmlns:a="http://schemas.openxmlformats.org/drawingml/2006/main" xmlns:r="http://schemas.openxmlformats.org/officeDocument/2006/relationships" xmlns:p="http://schemas.openxmlformats.org/presentationml/2006/main">
  <p:tag name="MM_SLIDE_TYPE" val="6"/>
</p:tagLst>
</file>

<file path=ppt/theme/theme1.xml><?xml version="1.0" encoding="utf-8"?>
<a:theme xmlns:a="http://schemas.openxmlformats.org/drawingml/2006/main" name="FS Libre White 2024 V03">
  <a:themeElements>
    <a:clrScheme name="Abbott FreeStyle Libre V02">
      <a:dk1>
        <a:srgbClr val="222731"/>
      </a:dk1>
      <a:lt1>
        <a:sysClr val="window" lastClr="FFFFFF"/>
      </a:lt1>
      <a:dk2>
        <a:srgbClr val="FFD100"/>
      </a:dk2>
      <a:lt2>
        <a:srgbClr val="D9D9D6"/>
      </a:lt2>
      <a:accent1>
        <a:srgbClr val="FFD100"/>
      </a:accent1>
      <a:accent2>
        <a:srgbClr val="222731"/>
      </a:accent2>
      <a:accent3>
        <a:srgbClr val="001489"/>
      </a:accent3>
      <a:accent4>
        <a:srgbClr val="888B8D"/>
      </a:accent4>
      <a:accent5>
        <a:srgbClr val="009CDE"/>
      </a:accent5>
      <a:accent6>
        <a:srgbClr val="5BC2E7"/>
      </a:accent6>
      <a:hlink>
        <a:srgbClr val="009CDE"/>
      </a:hlink>
      <a:folHlink>
        <a:srgbClr val="888B8D"/>
      </a:folHlink>
    </a:clrScheme>
    <a:fontScheme name="FreeStyle">
      <a:majorFont>
        <a:latin typeface="Calibri"/>
        <a:ea typeface=""/>
        <a:cs typeface=""/>
      </a:majorFont>
      <a:minorFont>
        <a:latin typeface="Calibri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2"/>
        </a:solidFill>
        <a:ln>
          <a:noFill/>
        </a:ln>
      </a:spPr>
      <a:bodyPr rtlCol="0" anchor="ctr"/>
      <a:lstStyle>
        <a:defPPr algn="ctr">
          <a:defRPr sz="1400"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rtlCol="0">
        <a:spAutoFit/>
      </a:bodyPr>
      <a:lstStyle>
        <a:defPPr algn="l">
          <a:defRPr dirty="0" smtClean="0">
            <a:latin typeface="+mj-lt"/>
          </a:defRPr>
        </a:defPPr>
      </a:lstStyle>
    </a:txDef>
  </a:objectDefaults>
  <a:extraClrSchemeLst/>
  <a:extLst>
    <a:ext uri="{05A4C25C-085E-4340-85A3-A5531E510DB2}">
      <thm15:themeFamily xmlns:thm15="http://schemas.microsoft.com/office/thememl/2012/main" name="FSL3_NVID_Gradient" id="{8064E733-5ACC-6A47-A056-4EEE8A044699}" vid="{6D2AF968-6EC9-2D42-B58F-599BB27B8197}"/>
    </a:ext>
  </a:extLst>
</a:theme>
</file>

<file path=ppt/theme/theme2.xml><?xml version="1.0" encoding="utf-8"?>
<a:theme xmlns:a="http://schemas.openxmlformats.org/drawingml/2006/main" name="2_PPT Basic White_Dec 2020">
  <a:themeElements>
    <a:clrScheme name="Abbott Brand Colors">
      <a:dk1>
        <a:srgbClr val="000000"/>
      </a:dk1>
      <a:lt1>
        <a:sysClr val="window" lastClr="FFFFFF"/>
      </a:lt1>
      <a:dk2>
        <a:srgbClr val="E4002B"/>
      </a:dk2>
      <a:lt2>
        <a:srgbClr val="D9D9D6"/>
      </a:lt2>
      <a:accent1>
        <a:srgbClr val="004F71"/>
      </a:accent1>
      <a:accent2>
        <a:srgbClr val="64CCC9"/>
      </a:accent2>
      <a:accent3>
        <a:srgbClr val="009CDE"/>
      </a:accent3>
      <a:accent4>
        <a:srgbClr val="FFD100"/>
      </a:accent4>
      <a:accent5>
        <a:srgbClr val="470A68"/>
      </a:accent5>
      <a:accent6>
        <a:srgbClr val="00B140"/>
      </a:accent6>
      <a:hlink>
        <a:srgbClr val="009CDE"/>
      </a:hlink>
      <a:folHlink>
        <a:srgbClr val="63666A"/>
      </a:folHlink>
    </a:clrScheme>
    <a:fontScheme name="Abbott">
      <a:majorFont>
        <a:latin typeface="Georgia"/>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5"/>
        </a:solidFill>
        <a:ln>
          <a:noFill/>
        </a:ln>
      </a:spPr>
      <a:bodyPr rtlCol="0" anchor="ctr"/>
      <a:lstStyle>
        <a:defPPr algn="ctr">
          <a:defRPr dirty="0" smtClean="0"/>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accent6"/>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lgn="l">
          <a:defRPr dirty="0" smtClean="0">
            <a:latin typeface="+mj-lt"/>
          </a:defRPr>
        </a:defPPr>
      </a:lstStyle>
    </a:txDef>
  </a:objectDefaults>
  <a:extraClrSchemeLst/>
  <a:extLst>
    <a:ext uri="{05A4C25C-085E-4340-85A3-A5531E510DB2}">
      <thm15:themeFamily xmlns:thm15="http://schemas.microsoft.com/office/thememl/2012/main" name="PPT_16x9_Dec_2020_ABT_Primary_Template_Basic_Blue-Purple.potx" id="{173F3A8B-7306-48AF-8FED-6D4C0BA67F7D}" vid="{EC90C983-3E87-4402-BA1C-B15D84509C73}"/>
    </a:ext>
  </a:extLst>
</a:theme>
</file>

<file path=ppt/theme/theme3.xml><?xml version="1.0" encoding="utf-8"?>
<a:theme xmlns:a="http://schemas.openxmlformats.org/drawingml/2006/main" name="PPT Blue_Gradient_Jul 2024">
  <a:themeElements>
    <a:clrScheme name="Abbott brand colors - blue 1">
      <a:dk1>
        <a:srgbClr val="FFFFFF"/>
      </a:dk1>
      <a:lt1>
        <a:srgbClr val="FFFFFF"/>
      </a:lt1>
      <a:dk2>
        <a:srgbClr val="004F71"/>
      </a:dk2>
      <a:lt2>
        <a:srgbClr val="D9D9D6"/>
      </a:lt2>
      <a:accent1>
        <a:srgbClr val="64CCC9"/>
      </a:accent1>
      <a:accent2>
        <a:srgbClr val="FFD100"/>
      </a:accent2>
      <a:accent3>
        <a:srgbClr val="009CDE"/>
      </a:accent3>
      <a:accent4>
        <a:srgbClr val="00B140"/>
      </a:accent4>
      <a:accent5>
        <a:srgbClr val="AA0061"/>
      </a:accent5>
      <a:accent6>
        <a:srgbClr val="470A68"/>
      </a:accent6>
      <a:hlink>
        <a:srgbClr val="009CDE"/>
      </a:hlink>
      <a:folHlink>
        <a:srgbClr val="63666A"/>
      </a:folHlink>
    </a:clrScheme>
    <a:fontScheme name="Abbott">
      <a:majorFont>
        <a:latin typeface="Georgia"/>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5"/>
        </a:solidFill>
        <a:ln>
          <a:noFill/>
        </a:ln>
      </a:spPr>
      <a:bodyPr rtlCol="0" anchor="ctr"/>
      <a:lstStyle>
        <a:defPPr algn="ctr">
          <a:defRPr dirty="0" smtClean="0"/>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accent6"/>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lgn="l">
          <a:defRPr dirty="0">
            <a:latin typeface="+mj-lt"/>
          </a:defRPr>
        </a:defPPr>
      </a:lstStyle>
    </a:txDef>
  </a:objectDefaults>
  <a:extraClrSchemeLst/>
  <a:extLst>
    <a:ext uri="{05A4C25C-085E-4340-85A3-A5531E510DB2}">
      <thm15:themeFamily xmlns:thm15="http://schemas.microsoft.com/office/thememl/2012/main" name="Presentation1" id="{9CCDD035-9A7E-4C89-AC74-5A9568A6602D}" vid="{A984EBAD-D3BE-4375-B7A1-99D36DC5F802}"/>
    </a:ext>
  </a:extLst>
</a:theme>
</file>

<file path=ppt/theme/theme4.xml><?xml version="1.0" encoding="utf-8"?>
<a:theme xmlns:a="http://schemas.openxmlformats.org/drawingml/2006/main" name="PPT Basic White_Jul 2024">
  <a:themeElements>
    <a:clrScheme name="Abbott Brand Colors">
      <a:dk1>
        <a:srgbClr val="000000"/>
      </a:dk1>
      <a:lt1>
        <a:sysClr val="window" lastClr="FFFFFF"/>
      </a:lt1>
      <a:dk2>
        <a:srgbClr val="E4002B"/>
      </a:dk2>
      <a:lt2>
        <a:srgbClr val="D9D9D6"/>
      </a:lt2>
      <a:accent1>
        <a:srgbClr val="004F71"/>
      </a:accent1>
      <a:accent2>
        <a:srgbClr val="64CCC9"/>
      </a:accent2>
      <a:accent3>
        <a:srgbClr val="009CDE"/>
      </a:accent3>
      <a:accent4>
        <a:srgbClr val="FFD100"/>
      </a:accent4>
      <a:accent5>
        <a:srgbClr val="470A68"/>
      </a:accent5>
      <a:accent6>
        <a:srgbClr val="00B140"/>
      </a:accent6>
      <a:hlink>
        <a:srgbClr val="009CDE"/>
      </a:hlink>
      <a:folHlink>
        <a:srgbClr val="63666A"/>
      </a:folHlink>
    </a:clrScheme>
    <a:fontScheme name="Abbott">
      <a:majorFont>
        <a:latin typeface="Georgia"/>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5"/>
        </a:solidFill>
        <a:ln>
          <a:noFill/>
        </a:ln>
      </a:spPr>
      <a:bodyPr rtlCol="0" anchor="ctr"/>
      <a:lstStyle>
        <a:defPPr algn="ctr">
          <a:defRPr dirty="0" smtClean="0"/>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accent6"/>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lgn="l">
          <a:defRPr dirty="0" smtClean="0">
            <a:latin typeface="+mj-lt"/>
          </a:defRPr>
        </a:defPPr>
      </a:lstStyle>
    </a:txDef>
  </a:objectDefaults>
  <a:extraClrSchemeLst/>
  <a:extLst>
    <a:ext uri="{05A4C25C-085E-4340-85A3-A5531E510DB2}">
      <thm15:themeFamily xmlns:thm15="http://schemas.microsoft.com/office/thememl/2012/main" name="Presentation1" id="{9CCDD035-9A7E-4C89-AC74-5A9568A6602D}" vid="{60632155-AEA6-4962-96F5-BA134FCE0BC7}"/>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5b268d57-2a6f-4e04-b0de-6938583d5ebc}" enabled="0" method="" siteId="{5b268d57-2a6f-4e04-b0de-6938583d5ebc}" removed="1"/>
</clbl:labelList>
</file>

<file path=docProps/app.xml><?xml version="1.0" encoding="utf-8"?>
<Properties xmlns="http://schemas.openxmlformats.org/officeDocument/2006/extended-properties" xmlns:vt="http://schemas.openxmlformats.org/officeDocument/2006/docPropsVTypes">
  <TotalTime>0</TotalTime>
  <Words>2260</Words>
  <Application>Microsoft Macintosh PowerPoint</Application>
  <PresentationFormat>Widescreen</PresentationFormat>
  <Paragraphs>457</Paragraphs>
  <Slides>16</Slides>
  <Notes>12</Notes>
  <HiddenSlides>0</HiddenSlides>
  <MMClips>0</MMClips>
  <ScaleCrop>false</ScaleCrop>
  <HeadingPairs>
    <vt:vector size="8" baseType="variant">
      <vt:variant>
        <vt:lpstr>Fonts Used</vt:lpstr>
      </vt:variant>
      <vt:variant>
        <vt:i4>7</vt:i4>
      </vt:variant>
      <vt:variant>
        <vt:lpstr>Theme</vt:lpstr>
      </vt:variant>
      <vt:variant>
        <vt:i4>4</vt:i4>
      </vt:variant>
      <vt:variant>
        <vt:lpstr>Embedded OLE Servers</vt:lpstr>
      </vt:variant>
      <vt:variant>
        <vt:i4>1</vt:i4>
      </vt:variant>
      <vt:variant>
        <vt:lpstr>Slide Titles</vt:lpstr>
      </vt:variant>
      <vt:variant>
        <vt:i4>16</vt:i4>
      </vt:variant>
    </vt:vector>
  </HeadingPairs>
  <TitlesOfParts>
    <vt:vector size="28" baseType="lpstr">
      <vt:lpstr>-webkit-standard</vt:lpstr>
      <vt:lpstr>Aptos</vt:lpstr>
      <vt:lpstr>Arial</vt:lpstr>
      <vt:lpstr>Avenir Next World Demi</vt:lpstr>
      <vt:lpstr>Calibri</vt:lpstr>
      <vt:lpstr>Calibri Light</vt:lpstr>
      <vt:lpstr>Georgia</vt:lpstr>
      <vt:lpstr>FS Libre White 2024 V03</vt:lpstr>
      <vt:lpstr>2_PPT Basic White_Dec 2020</vt:lpstr>
      <vt:lpstr>PPT Blue_Gradient_Jul 2024</vt:lpstr>
      <vt:lpstr>PPT Basic White_Jul 2024</vt:lpstr>
      <vt:lpstr>think-cell Slide</vt:lpstr>
      <vt:lpstr>Developer Experience at Abbott</vt:lpstr>
      <vt:lpstr>Executive Summary</vt:lpstr>
      <vt:lpstr>Software Delivery at Abbott</vt:lpstr>
      <vt:lpstr>Software Delivery</vt:lpstr>
      <vt:lpstr>Divisional Usage of BTS Tools </vt:lpstr>
      <vt:lpstr>AI Software Delivery</vt:lpstr>
      <vt:lpstr>Enablement Standards for Vendor Tools at Abbott</vt:lpstr>
      <vt:lpstr>BTS Software Delivery</vt:lpstr>
      <vt:lpstr>Key Themes and Techniques</vt:lpstr>
      <vt:lpstr>Code Creation and Management</vt:lpstr>
      <vt:lpstr>Security, Compliance, and Governance</vt:lpstr>
      <vt:lpstr>Monitoring and Observability</vt:lpstr>
      <vt:lpstr>Product, Design, and Knowledge Management</vt:lpstr>
      <vt:lpstr>Design, UX, and Product Ideation</vt:lpstr>
      <vt:lpstr>Challenges with Enabling Tools at Abbott</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Sunol, Jacob</dc:creator>
  <cp:lastModifiedBy>Gundlapalli, Lalitha</cp:lastModifiedBy>
  <cp:revision>2</cp:revision>
  <dcterms:created xsi:type="dcterms:W3CDTF">2025-10-21T18:56:31Z</dcterms:created>
  <dcterms:modified xsi:type="dcterms:W3CDTF">2026-05-07T16:03:15Z</dcterms:modified>
</cp:coreProperties>
</file>