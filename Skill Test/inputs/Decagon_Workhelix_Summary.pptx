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2304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Briefing: Decagon, Workhelix, and Strategic Experts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Summary of key players, positioning, and implications for AI, HR, and energy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 dirty="0"/>
              <a:t>Decagon is a high-growth AI customer support startup led by CEO Jesse Zhang.</a:t>
            </a:r>
          </a:p>
          <a:p>
            <a:r>
              <a:rPr sz="1400" dirty="0" err="1"/>
              <a:t>Workhelix</a:t>
            </a:r>
            <a:r>
              <a:rPr sz="1400" dirty="0"/>
              <a:t> is an AI adoption and ROI analytics firm; it supports HR-relevant workforce strategy, not traditional HR operations.</a:t>
            </a:r>
          </a:p>
          <a:p>
            <a:r>
              <a:rPr sz="1400" dirty="0"/>
              <a:t>Daniel Rock is a Wharton professor and </a:t>
            </a:r>
            <a:r>
              <a:rPr sz="1400" dirty="0" err="1"/>
              <a:t>Workhelix</a:t>
            </a:r>
            <a:r>
              <a:rPr sz="1400" dirty="0"/>
              <a:t> co-founder focused on AI economics and future-of-work research.</a:t>
            </a:r>
          </a:p>
          <a:p>
            <a:r>
              <a:rPr sz="1400" dirty="0"/>
              <a:t>Edmund Crooks is Wood Mackenzie’s Vice Chair Americas and a leading energy markets analyst.</a:t>
            </a:r>
          </a:p>
          <a:p>
            <a:r>
              <a:rPr sz="1400" dirty="0"/>
              <a:t>Amy Myers Jaffe is an NYU energy policy and sustainability expert with a climate justice focus.</a:t>
            </a:r>
            <a:endParaRPr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Decagon / Jesse Zhang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 dirty="0"/>
              <a:t>AI customer service provider for chat, email, phone, and voice support.</a:t>
            </a:r>
          </a:p>
          <a:p>
            <a:r>
              <a:rPr sz="1400" dirty="0"/>
              <a:t>CEO Jesse Zhang is a 28-year-old second-time founder with rapid growth momentum.</a:t>
            </a:r>
          </a:p>
          <a:p>
            <a:r>
              <a:rPr sz="1400" dirty="0"/>
              <a:t>Products use OpenAI, Anthropic, Google models plus proprietary fine-tuning and monitoring.</a:t>
            </a:r>
          </a:p>
          <a:p>
            <a:r>
              <a:rPr sz="1400" dirty="0"/>
              <a:t>Key benefits: cost reduction, higher first-contact resolution, and reduced entry-level support labor.</a:t>
            </a:r>
          </a:p>
          <a:p>
            <a:r>
              <a:rPr sz="1400" dirty="0"/>
              <a:t>Example customers include Hertz, Chime, Notion, Duolingo, and Oura.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Workhelix / HR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 err="1"/>
              <a:t>Workhelix</a:t>
            </a:r>
            <a:r>
              <a:rPr sz="1600" dirty="0"/>
              <a:t> measures AI adoption, ROI, and workforce impact through analytics.</a:t>
            </a:r>
          </a:p>
          <a:p>
            <a:r>
              <a:rPr sz="1600" dirty="0"/>
              <a:t>It is positioned as an enterprise AI strategy platform, not a core HR system.</a:t>
            </a:r>
          </a:p>
          <a:p>
            <a:r>
              <a:rPr sz="1600" dirty="0"/>
              <a:t>HR can use its insights for skills strategy, governance, and AI-driven workforce planning.</a:t>
            </a:r>
          </a:p>
          <a:p>
            <a:r>
              <a:rPr sz="1600" dirty="0"/>
              <a:t>It helps prioritize AI investments, identify hidden superusers, and compare business unit performance.</a:t>
            </a:r>
          </a:p>
          <a:p>
            <a:r>
              <a:rPr sz="1600" dirty="0"/>
              <a:t>Useful for digital transformation programs where AI effects must be measured and communicated.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Daniel Rock (Wharton &amp; Workhelix)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Assistant Professor at Wharton in Operations, Information and Decisions.</a:t>
            </a:r>
          </a:p>
          <a:p>
            <a:r>
              <a:rPr sz="1600" dirty="0"/>
              <a:t>Co-founder and Director of Research at </a:t>
            </a:r>
            <a:r>
              <a:rPr sz="1600" dirty="0" err="1"/>
              <a:t>Workhelix</a:t>
            </a:r>
            <a:r>
              <a:rPr sz="1600" dirty="0"/>
              <a:t>.</a:t>
            </a:r>
          </a:p>
          <a:p>
            <a:r>
              <a:rPr sz="1600" dirty="0"/>
              <a:t>Research focus: economics of AI, digitization, automation, productivity, and intangible assets.</a:t>
            </a:r>
          </a:p>
          <a:p>
            <a:r>
              <a:rPr sz="1600" dirty="0"/>
              <a:t>Supports evidence-based workforce redesign and AI skills valuation.</a:t>
            </a:r>
          </a:p>
          <a:p>
            <a:r>
              <a:rPr sz="1600" dirty="0"/>
              <a:t>Adds academic credibility to AI adoption and future-of-work strategy.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Edmund Crooks (Wood Mackenzie)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Vice Chair Americas at Wood Mackenzie and host of the Energy Gang podcast.</a:t>
            </a:r>
          </a:p>
          <a:p>
            <a:r>
              <a:rPr sz="1800" dirty="0"/>
              <a:t>Background: Financial Times energy editor and BBC economics correspondent.</a:t>
            </a:r>
          </a:p>
          <a:p>
            <a:r>
              <a:rPr sz="1800" dirty="0"/>
              <a:t>Covers energy markets, commodities, transition risk, and climate policy.</a:t>
            </a:r>
          </a:p>
          <a:p>
            <a:r>
              <a:rPr sz="1800" dirty="0"/>
              <a:t>Ideal for briefing on energy strategy, grid risk, and sector outlooks.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Amy Myers Jaffe (NYU)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Research Professor at NYU SPS and Director of the Energy, Climate Justice and Sustainability Lab.</a:t>
            </a:r>
          </a:p>
          <a:p>
            <a:r>
              <a:rPr sz="1600" dirty="0"/>
              <a:t>Expert on global energy policy, sustainability, and geopolitical risk.</a:t>
            </a:r>
          </a:p>
          <a:p>
            <a:r>
              <a:rPr sz="1600" dirty="0"/>
              <a:t>Teaches climate finance, clean technology innovation, and energy justice.</a:t>
            </a:r>
          </a:p>
          <a:p>
            <a:r>
              <a:rPr sz="1600" dirty="0"/>
              <a:t>Supports sustainable investment, climate risk, and energy transition strategy.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dirty="0"/>
              <a:t>Forbes, SF Examiner, and public coverage on Jesse Zhang and Decagon.</a:t>
            </a:r>
          </a:p>
          <a:p>
            <a:r>
              <a:rPr sz="1600" dirty="0" err="1"/>
              <a:t>Workhelix</a:t>
            </a:r>
            <a:r>
              <a:rPr sz="1600" dirty="0"/>
              <a:t> website and research citations on AI adoption and ROI analytics.</a:t>
            </a:r>
          </a:p>
          <a:p>
            <a:r>
              <a:rPr sz="1600" dirty="0"/>
              <a:t>Wharton profile and research overview for Professor Daniel Rock.</a:t>
            </a:r>
          </a:p>
          <a:p>
            <a:r>
              <a:rPr sz="1600" dirty="0"/>
              <a:t>Wood Mackenzie profile and Energy Gang details for Edmund Crooks.</a:t>
            </a:r>
          </a:p>
          <a:p>
            <a:r>
              <a:rPr sz="1600" dirty="0"/>
              <a:t>NYU faculty profile and lab overview for Amy Myers Jaffe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2813</TotalTime>
  <Words>508</Words>
  <Application>Microsoft Macintosh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Executive Briefing: Decagon, Workhelix, and Strategic Experts</vt:lpstr>
      <vt:lpstr>Executive Summary</vt:lpstr>
      <vt:lpstr>Decagon / Jesse Zhang</vt:lpstr>
      <vt:lpstr>Workhelix / HR Relevance</vt:lpstr>
      <vt:lpstr>Daniel Rock (Wharton &amp; Workhelix)</vt:lpstr>
      <vt:lpstr>Edmund Crooks (Wood Mackenzie)</vt:lpstr>
      <vt:lpstr>Amy Myers Jaffe (NYU)</vt:lpstr>
      <vt:lpstr>Appendix: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Gundlapalli, Lalitha</cp:lastModifiedBy>
  <cp:revision>2</cp:revision>
  <dcterms:created xsi:type="dcterms:W3CDTF">2013-01-27T09:14:16Z</dcterms:created>
  <dcterms:modified xsi:type="dcterms:W3CDTF">2026-04-09T15:34:30Z</dcterms:modified>
  <cp:category/>
</cp:coreProperties>
</file>