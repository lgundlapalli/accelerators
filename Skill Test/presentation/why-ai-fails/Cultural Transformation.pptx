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9"/>
  </p:notesMasterIdLst>
  <p:handoutMasterIdLst>
    <p:handoutMasterId r:id="rId30"/>
  </p:handoutMasterIdLst>
  <p:sldIdLst>
    <p:sldId id="618" r:id="rId5"/>
    <p:sldId id="620" r:id="rId6"/>
    <p:sldId id="621" r:id="rId7"/>
    <p:sldId id="622" r:id="rId8"/>
    <p:sldId id="623" r:id="rId9"/>
    <p:sldId id="625" r:id="rId10"/>
    <p:sldId id="626" r:id="rId11"/>
    <p:sldId id="631" r:id="rId12"/>
    <p:sldId id="633" r:id="rId13"/>
    <p:sldId id="632" r:id="rId14"/>
    <p:sldId id="628" r:id="rId15"/>
    <p:sldId id="629" r:id="rId16"/>
    <p:sldId id="630" r:id="rId17"/>
    <p:sldId id="258" r:id="rId18"/>
    <p:sldId id="260" r:id="rId19"/>
    <p:sldId id="262" r:id="rId20"/>
    <p:sldId id="624" r:id="rId21"/>
    <p:sldId id="263" r:id="rId22"/>
    <p:sldId id="265" r:id="rId23"/>
    <p:sldId id="267" r:id="rId24"/>
    <p:sldId id="268" r:id="rId25"/>
    <p:sldId id="270" r:id="rId26"/>
    <p:sldId id="271" r:id="rId27"/>
    <p:sldId id="272" r:id="rId28"/>
  </p:sldIdLst>
  <p:sldSz cx="12192000" cy="6858000"/>
  <p:notesSz cx="6858000" cy="9144000"/>
  <p:embeddedFontLst>
    <p:embeddedFont>
      <p:font typeface="Abbott Wallace Sans" pitchFamily="2" charset="77"/>
      <p:regular r:id="rId31"/>
      <p:bold r:id="rId32"/>
      <p:italic r:id="rId33"/>
      <p:boldItalic r:id="rId34"/>
    </p:embeddedFont>
    <p:embeddedFont>
      <p:font typeface="Abbott Wallace Sans Light" pitchFamily="2" charset="77"/>
      <p:regular r:id="rId35"/>
      <p:italic r:id="rId36"/>
    </p:embeddedFont>
    <p:embeddedFont>
      <p:font typeface="Wallace Sans" pitchFamily="2" charset="0"/>
      <p:regular r:id="rId37"/>
      <p:bold r:id="rId38"/>
      <p:italic r:id="rId39"/>
      <p:boldItalic r:id="rId40"/>
    </p:embeddedFont>
    <p:embeddedFont>
      <p:font typeface="Wallace Sans BETA" pitchFamily="2" charset="0"/>
      <p:regular r:id="rId41"/>
      <p:bold r:id="rId42"/>
      <p:italic r:id="rId43"/>
      <p:boldItalic r:id="rId44"/>
    </p:embeddedFont>
    <p:embeddedFont>
      <p:font typeface="Wallace Sans BETA Light" pitchFamily="2" charset="0"/>
      <p:regular r:id="rId45"/>
      <p:bold r:id="rId46"/>
      <p:italic r:id="rId47"/>
      <p:boldItalic r:id="rId48"/>
    </p:embeddedFont>
    <p:embeddedFont>
      <p:font typeface="Wallace Sans Light" pitchFamily="2" charset="0"/>
      <p:regular r:id="rId49"/>
      <p:italic r:id="rId50"/>
    </p:embeddedFont>
    <p:embeddedFont>
      <p:font typeface="Wallace Serif" pitchFamily="2" charset="0"/>
      <p:regular r:id="rId51"/>
      <p:bold r:id="rId52"/>
      <p:italic r:id="rId53"/>
      <p:boldItalic r:id="rId54"/>
    </p:embeddedFont>
    <p:embeddedFont>
      <p:font typeface="Wallace Serif Light" pitchFamily="2" charset="0"/>
      <p:regular r:id="rId55"/>
      <p:italic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lides" id="{6BD0DAAF-956C-BE4D-8C9D-C4D717460484}">
          <p14:sldIdLst>
            <p14:sldId id="618"/>
            <p14:sldId id="620"/>
            <p14:sldId id="621"/>
            <p14:sldId id="622"/>
            <p14:sldId id="623"/>
            <p14:sldId id="625"/>
            <p14:sldId id="626"/>
            <p14:sldId id="631"/>
            <p14:sldId id="633"/>
            <p14:sldId id="632"/>
            <p14:sldId id="628"/>
            <p14:sldId id="629"/>
            <p14:sldId id="630"/>
            <p14:sldId id="258"/>
            <p14:sldId id="260"/>
            <p14:sldId id="262"/>
            <p14:sldId id="624"/>
            <p14:sldId id="263"/>
            <p14:sldId id="265"/>
            <p14:sldId id="267"/>
            <p14:sldId id="268"/>
            <p14:sldId id="270"/>
            <p14:sldId id="271"/>
            <p14:sldId id="272"/>
          </p14:sldIdLst>
        </p14:section>
      </p14:sectionLst>
    </p:ext>
    <p:ext uri="{EFAFB233-063F-42B5-8137-9DF3F51BA10A}">
      <p15:sldGuideLst xmlns:p15="http://schemas.microsoft.com/office/powerpoint/2012/main">
        <p15:guide id="3" pos="3840">
          <p15:clr>
            <a:srgbClr val="A4A3A4"/>
          </p15:clr>
        </p15:guide>
        <p15:guide id="5" orient="horz" pos="2112" userDrawn="1">
          <p15:clr>
            <a:srgbClr val="A4A3A4"/>
          </p15:clr>
        </p15:guide>
        <p15:guide id="7" orient="horz" pos="1216" userDrawn="1">
          <p15:clr>
            <a:srgbClr val="A4A3A4"/>
          </p15:clr>
        </p15:guide>
        <p15:guide id="8" orient="horz" pos="377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362E29-1A35-D13D-0FAC-1C3D721BE1BB}" name="Luthra, Nitesh" initials="LN" userId="S::nitesh.luthra@abbott.com::e9743704-87a6-48ef-8550-b2aae39e11d9" providerId="AD"/>
  <p188:author id="{CCE0738E-AC9C-EEBD-DD4D-98C58EF7E2B8}" name="Jain, Jinesh" initials="JJ" userId="S::jinesh.jain@abbott.com::c1654fc9-5116-451d-9f06-7f11c1b814ee" providerId="AD"/>
  <p188:author id="{48689F8F-03F1-77E0-6F94-1303A9F2068D}" name="Zuffante, Margo" initials="ZM" userId="S::margo.zuffante@abbott.com::0178e267-a182-4162-bc31-d90b7fd1df93" providerId="AD"/>
  <p188:author id="{41B50CD3-5ACC-595A-249F-CF4577CE80C9}" name="Graphic Impressions" initials="GI" userId="4e7f69d7fd3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9A00"/>
    <a:srgbClr val="B398F7"/>
    <a:srgbClr val="00606F"/>
    <a:srgbClr val="2663EC"/>
    <a:srgbClr val="0891B2"/>
    <a:srgbClr val="1127B4"/>
    <a:srgbClr val="008FA6"/>
    <a:srgbClr val="F9FAFC"/>
    <a:srgbClr val="4F4843"/>
    <a:srgbClr val="FCF7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12"/>
    <p:restoredTop sz="79857"/>
  </p:normalViewPr>
  <p:slideViewPr>
    <p:cSldViewPr snapToGrid="0">
      <p:cViewPr varScale="1">
        <p:scale>
          <a:sx n="96" d="100"/>
          <a:sy n="96" d="100"/>
        </p:scale>
        <p:origin x="792" y="160"/>
      </p:cViewPr>
      <p:guideLst>
        <p:guide pos="3840"/>
        <p:guide orient="horz" pos="2112"/>
        <p:guide orient="horz" pos="1216"/>
        <p:guide orient="horz" pos="3778"/>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font" Target="fonts/font25.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font" Target="fonts/font26.fntdata"/><Relationship Id="rId8" Type="http://schemas.openxmlformats.org/officeDocument/2006/relationships/slide" Target="slides/slide4.xml"/><Relationship Id="rId51" Type="http://schemas.openxmlformats.org/officeDocument/2006/relationships/font" Target="fonts/font2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11.fntdata"/><Relationship Id="rId54" Type="http://schemas.openxmlformats.org/officeDocument/2006/relationships/font" Target="fonts/font24.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748843-776F-2D71-E77F-B641F1D1D6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D588398-4139-0F1E-E69E-EE0E642557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9F3A59-21A6-403A-B510-1FC054FFF7CF}" type="datetimeFigureOut">
              <a:rPr lang="en-IN" smtClean="0"/>
              <a:t>30/04/26</a:t>
            </a:fld>
            <a:endParaRPr lang="en-IN"/>
          </a:p>
        </p:txBody>
      </p:sp>
      <p:sp>
        <p:nvSpPr>
          <p:cNvPr id="4" name="Footer Placeholder 3">
            <a:extLst>
              <a:ext uri="{FF2B5EF4-FFF2-40B4-BE49-F238E27FC236}">
                <a16:creationId xmlns:a16="http://schemas.microsoft.com/office/drawing/2014/main" id="{3FA2591A-391F-B138-BCD0-F71E967671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B0C0D2F-7914-E294-C707-885A58BE14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1DE28-92AF-4CE2-A4B1-59A4AE6AD979}" type="slidenum">
              <a:rPr lang="en-IN" smtClean="0"/>
              <a:t>‹#›</a:t>
            </a:fld>
            <a:endParaRPr lang="en-IN"/>
          </a:p>
        </p:txBody>
      </p:sp>
    </p:spTree>
    <p:extLst>
      <p:ext uri="{BB962C8B-B14F-4D97-AF65-F5344CB8AC3E}">
        <p14:creationId xmlns:p14="http://schemas.microsoft.com/office/powerpoint/2010/main" val="4211320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8586DE-E3BA-40F6-B182-CC7054CC046F}" type="datetimeFigureOut">
              <a:rPr lang="en-IN" smtClean="0"/>
              <a:t>30/04/26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75C775-28D9-4C73-AFDA-6393E439154C}" type="slidenum">
              <a:rPr lang="en-IN" smtClean="0"/>
              <a:t>‹#›</a:t>
            </a:fld>
            <a:endParaRPr lang="en-IN"/>
          </a:p>
        </p:txBody>
      </p:sp>
    </p:spTree>
    <p:extLst>
      <p:ext uri="{BB962C8B-B14F-4D97-AF65-F5344CB8AC3E}">
        <p14:creationId xmlns:p14="http://schemas.microsoft.com/office/powerpoint/2010/main" val="80801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PURPOSE: This is the "read only this slide" slide. If someone reads ONLY this, they get the full story.</a:t>
            </a:r>
          </a:p>
          <a:p>
            <a:endParaRPr dirty="0"/>
          </a:p>
          <a:p>
            <a:r>
              <a:rPr dirty="0"/>
              <a:t>KEY TALKING POINTS:</a:t>
            </a:r>
          </a:p>
          <a:p>
            <a:r>
              <a:rPr dirty="0"/>
              <a:t>- "Three columns: the problem is clear — 70-85% failure rate. The hidden cost is that it compounds — each failure makes the next one harder. And the path forward is counterintuitive: invest in culture before technology."</a:t>
            </a:r>
          </a:p>
          <a:p>
            <a:r>
              <a:rPr dirty="0"/>
              <a:t>- Emphasize the 3x stat: "If your first AI initiative fails and you don't address the cultural root cause, your second attempt faces roughly triple the resistance."</a:t>
            </a:r>
          </a:p>
          <a:p>
            <a:endParaRPr dirty="0"/>
          </a:p>
          <a:p>
            <a:r>
              <a:rPr dirty="0"/>
              <a:t>TRANSITION:</a:t>
            </a:r>
          </a:p>
          <a:p>
            <a:r>
              <a:rPr dirty="0"/>
              <a:t>- "Here's what we'll cover."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spend more than 15 seconds here. Simply say:</a:t>
            </a:r>
          </a:p>
          <a:p>
            <a:r>
              <a:t>"Five sections — we start with the data, define the root cause, diagnose where we're stuck, show what works, and end with three concrete actions."</a:t>
            </a:r>
          </a:p>
          <a:p>
            <a:endParaRPr/>
          </a:p>
          <a:p>
            <a:r>
              <a:t>Move quickly to the numbers.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DELIVERY: Walk left to right through each number. Let each one land.</a:t>
            </a:r>
          </a:p>
          <a:p>
            <a:endParaRPr/>
          </a:p>
          <a:p>
            <a:r>
              <a:t>70-85%: "Across every major survey — McKinsey, Gartner, BCG — the failure rate is consistent."</a:t>
            </a:r>
          </a:p>
          <a:p>
            <a:endParaRPr/>
          </a:p>
          <a:p>
            <a:r>
              <a:t>&lt;15%: "Less than 15% of failures are attributed to technology. The models work. The organization doesn’t adopt."</a:t>
            </a:r>
          </a:p>
          <a:p>
            <a:endParaRPr/>
          </a:p>
          <a:p>
            <a:r>
              <a:t>#1 Cause: "The number one reason: organizational and cultural resistance."</a:t>
            </a:r>
          </a:p>
          <a:p>
            <a:endParaRPr/>
          </a:p>
          <a:p>
            <a:r>
              <a:t>$4.6T: "Global AI investment is projected at $4.6 trillion by 2027. The majority at risk."</a:t>
            </a:r>
          </a:p>
          <a:p>
            <a:endParaRPr/>
          </a:p>
          <a:p>
            <a:r>
              <a:t>Point to the callout bar. Pause.</a:t>
            </a:r>
          </a:p>
          <a:p>
            <a:endParaRPr/>
          </a:p>
          <a:p>
            <a:r>
              <a:t>TRANSITION: "So if it’s not the technology, what is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definitional slide — it creates the vocabulary the rest of the deck builds on.</a:t>
            </a:r>
            <a:r>
              <a:rPr lang="en-US" dirty="0"/>
              <a:t> </a:t>
            </a:r>
            <a:endParaRPr dirty="0"/>
          </a:p>
          <a:p>
            <a:endParaRPr dirty="0"/>
          </a:p>
          <a:p>
            <a:r>
              <a:rPr dirty="0"/>
              <a:t>FRAMING:</a:t>
            </a:r>
          </a:p>
          <a:p>
            <a:r>
              <a:rPr dirty="0"/>
              <a:t>"Everyone in this room understands technical debt. But there’s a parallel concept that’s far more dangerous because it’s invisible: cultural debt."</a:t>
            </a:r>
          </a:p>
          <a:p>
            <a:endParaRPr dirty="0"/>
          </a:p>
          <a:p>
            <a:r>
              <a:rPr dirty="0"/>
              <a:t>Walk the comparison. Pause on row 3: "Tracked, measured, budgeted — versus untracked, unmeasured, unbudgeted."</a:t>
            </a:r>
          </a:p>
          <a:p>
            <a:endParaRPr dirty="0"/>
          </a:p>
          <a:p>
            <a:r>
              <a:rPr dirty="0"/>
              <a:t>Read the bottom bar aloud. Let it land.</a:t>
            </a:r>
          </a:p>
          <a:p>
            <a:endParaRPr dirty="0"/>
          </a:p>
          <a:p>
            <a:r>
              <a:rPr dirty="0"/>
              <a:t>TRANSITION: "And here’s why this is urgent — cultural debt compounds."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down each row:</a:t>
            </a:r>
          </a:p>
          <a:p>
            <a:endParaRPr/>
          </a:p>
          <a:p>
            <a:r>
              <a:t>"Permission Culture — teams need approvals before experimenting. Innovation dies in committee."</a:t>
            </a:r>
          </a:p>
          <a:p>
            <a:endParaRPr/>
          </a:p>
          <a:p>
            <a:r>
              <a:t>"Metric Misalignment — the most common. We measure 'models deployed' not 'decisions improved.'"</a:t>
            </a:r>
          </a:p>
          <a:p>
            <a:endParaRPr/>
          </a:p>
          <a:p>
            <a:r>
              <a:t>"Invisible Middle — the least discussed, most lethal. Middle managers aren’t resisting — they’re rationally waiting."</a:t>
            </a:r>
          </a:p>
          <a:p>
            <a:endParaRPr/>
          </a:p>
          <a:p>
            <a:r>
              <a:t>"Skills Theater — everyone went to training. Nobody changed how they work."</a:t>
            </a:r>
          </a:p>
          <a:p>
            <a:endParaRPr/>
          </a:p>
          <a:p>
            <a:r>
              <a:t>"Trust Deficit — 'AI will replace us' goes unaddressed. Best people quietly disengage."</a:t>
            </a:r>
          </a:p>
          <a:p>
            <a:endParaRPr/>
          </a:p>
          <a:p>
            <a:r>
              <a:t>Ask: "Mentally score your organization. How many are present?"</a:t>
            </a:r>
          </a:p>
          <a:p>
            <a:endParaRPr/>
          </a:p>
          <a:p>
            <a:r>
              <a:t>TRANSITION: "The organizations that break this cycle have three things in common."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turn from problem to solution.</a:t>
            </a:r>
          </a:p>
          <a:p>
            <a:endParaRPr/>
          </a:p>
          <a:p>
            <a:r>
              <a:t>"Psychological safety sounds soft until you realize it’s the difference between teams who experiment and teams who hide."</a:t>
            </a:r>
          </a:p>
          <a:p>
            <a:endParaRPr/>
          </a:p>
          <a:p>
            <a:r>
              <a:t>"Aligned incentives sounds obvious until you audit how many AI programs measure 'models in production' rather than 'decisions improved.'"</a:t>
            </a:r>
          </a:p>
          <a:p>
            <a:endParaRPr/>
          </a:p>
          <a:p>
            <a:r>
              <a:t>"Visible leadership — not sponsorship in a steering committee, but a VP who shows the team how they used Claude this week."</a:t>
            </a:r>
          </a:p>
          <a:p>
            <a:endParaRPr/>
          </a:p>
          <a:p>
            <a:r>
              <a:t>Read the bottom bar: "They treat culture as infrastructure."</a:t>
            </a:r>
          </a:p>
          <a:p>
            <a:endParaRPr/>
          </a:p>
          <a:p>
            <a:r>
              <a:t>TRANSITION: "So what does the shift look like?"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8349-7A44-CB38-0618-8CA6B0CD2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0D2C8-E496-FEAF-A8AA-9CEFBF02D88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783F319-D343-6C94-D605-4AEC636D7028}"/>
              </a:ext>
            </a:extLst>
          </p:cNvPr>
          <p:cNvSpPr>
            <a:spLocks noGrp="1"/>
          </p:cNvSpPr>
          <p:nvPr>
            <p:ph type="body" sz="quarter" idx="3"/>
          </p:nvPr>
        </p:nvSpPr>
        <p:spPr/>
        <p:txBody>
          <a:bodyPr/>
          <a:lstStyle/>
          <a:p>
            <a:r>
              <a:t>This slide reframes the investment sequence.</a:t>
            </a:r>
          </a:p>
          <a:p>
            <a:endParaRPr/>
          </a:p>
          <a:p>
            <a:r>
              <a:t>"Almost every failed AI initiative started with technology selection. The ones that succeed start with people."</a:t>
            </a:r>
          </a:p>
          <a:p>
            <a:endParaRPr/>
          </a:p>
          <a:p>
            <a:r>
              <a:t>The From/To framing lets the audience self-diagnose.</a:t>
            </a:r>
          </a:p>
          <a:p>
            <a:endParaRPr/>
          </a:p>
          <a:p>
            <a:r>
              <a:t>Read the bottom bar: the sequence matters. People first, process, then technology.</a:t>
            </a:r>
          </a:p>
          <a:p>
            <a:endParaRPr/>
          </a:p>
          <a:p>
            <a:r>
              <a:t>TRANSITION: "And there’s urgency — because cultural debt doesn’t wait."</a:t>
            </a:r>
          </a:p>
          <a:p>
            <a:endParaRPr/>
          </a:p>
        </p:txBody>
      </p:sp>
      <p:sp>
        <p:nvSpPr>
          <p:cNvPr id="4" name="Slide Number Placeholder 3">
            <a:extLst>
              <a:ext uri="{FF2B5EF4-FFF2-40B4-BE49-F238E27FC236}">
                <a16:creationId xmlns:a16="http://schemas.microsoft.com/office/drawing/2014/main" id="{81B55EAF-7FF7-1912-677F-8EAA9EB97B29}"/>
              </a:ext>
            </a:extLst>
          </p:cNvPr>
          <p:cNvSpPr>
            <a:spLocks noGrp="1"/>
          </p:cNvSpPr>
          <p:nvPr>
            <p:ph type="sldNum" sz="quarter" idx="5"/>
          </p:nvPr>
        </p:nvSpPr>
        <p:spPr/>
      </p:sp>
    </p:spTree>
    <p:extLst>
      <p:ext uri="{BB962C8B-B14F-4D97-AF65-F5344CB8AC3E}">
        <p14:creationId xmlns:p14="http://schemas.microsoft.com/office/powerpoint/2010/main" val="131340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four things on this slide and none of them are IT problems alone — each one needs IT and HR working together, or IT and Legal.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First, adaptive learning: the old model was send people to a class once a year. That doesn't work anymore. You need systems that notice when someone's skills are drifting and push them the right content before it becomes a problem.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human-agent collaboration design: your UX and engineering teams are building products for how humans and AI work together today — but they also need to think about what happens when the AI is mostly talking to other AI systems. That's a design shift. Third, the talent remix: before you make any workforce restructuring decision, you need a clear picture of what roles you actually need in an AI-first world. Otherwise you cut the wrong people or create gaps you can't fill. Fourth, digital identity governance: if someone in your org is already building an AI model trained on employee data, do your employment contracts cover that? Probably not. Get ahead of it now. The broader point is that the CIO can't wait for HR to lead this — if you do, you'll already be behind by the time the conversation starts.</a:t>
            </a:r>
          </a:p>
          <a:p>
            <a:endParaRPr lang="en-US" dirty="0"/>
          </a:p>
        </p:txBody>
      </p:sp>
      <p:sp>
        <p:nvSpPr>
          <p:cNvPr id="4" name="Slide Number Placeholder 3"/>
          <p:cNvSpPr>
            <a:spLocks noGrp="1"/>
          </p:cNvSpPr>
          <p:nvPr>
            <p:ph type="sldNum" sz="quarter" idx="5"/>
          </p:nvPr>
        </p:nvSpPr>
        <p:spPr/>
        <p:txBody>
          <a:bodyPr/>
          <a:lstStyle/>
          <a:p>
            <a:fld id="{D475C775-28D9-4C73-AFDA-6393E439154C}" type="slidenum">
              <a:rPr lang="en-IN" smtClean="0"/>
              <a:t>9</a:t>
            </a:fld>
            <a:endParaRPr lang="en-IN"/>
          </a:p>
        </p:txBody>
      </p:sp>
    </p:spTree>
    <p:extLst>
      <p:ext uri="{BB962C8B-B14F-4D97-AF65-F5344CB8AC3E}">
        <p14:creationId xmlns:p14="http://schemas.microsoft.com/office/powerpoint/2010/main" val="2964976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urgency slide. Compounding metaphor works because leadership thinks in financial terms.</a:t>
            </a:r>
          </a:p>
          <a:p>
            <a:endParaRPr/>
          </a:p>
          <a:p>
            <a:r>
              <a:t>"Every quarter unaddressed, the cost roughly doubles — not because the problem gets harder, but because the cynicism gets deeper."</a:t>
            </a:r>
          </a:p>
          <a:p>
            <a:endParaRPr/>
          </a:p>
          <a:p>
            <a:r>
              <a:t>Walk left to right. Colors darken — visual cue for escalating severity.</a:t>
            </a:r>
          </a:p>
          <a:p>
            <a:endParaRPr/>
          </a:p>
          <a:p>
            <a:r>
              <a:t>TRANSITION: "So here are three actions we can take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action, not inspiration. Low-cost, high-signal.</a:t>
            </a:r>
          </a:p>
          <a:p>
            <a:endParaRPr/>
          </a:p>
          <a:p>
            <a:r>
              <a:t>"I’m not asking for a new program or a new budget. Three targeted actions."</a:t>
            </a:r>
          </a:p>
          <a:p>
            <a:endParaRPr/>
          </a:p>
          <a:p>
            <a:r>
              <a:t>1. Cultural audit — "Name the debt. Can’t fix what you don’t measure."</a:t>
            </a:r>
          </a:p>
          <a:p>
            <a:r>
              <a:t>2. Scorecard — "Change the metric, change the behavior."</a:t>
            </a:r>
          </a:p>
          <a:p>
            <a:r>
              <a:t>3. Visible leadership — "Until the C-suite models it, everything else is policy without practice."</a:t>
            </a:r>
          </a:p>
          <a:p>
            <a:endParaRPr/>
          </a:p>
          <a:p>
            <a:r>
              <a:t>Read the closing line. Pause. Let it land.</a:t>
            </a:r>
          </a:p>
          <a:p>
            <a:endParaRPr/>
          </a:p>
          <a:p>
            <a:r>
              <a:t>Ask: "Who in this room owns the first one?"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actions, not the table. The 30-day window is important.</a:t>
            </a:r>
          </a:p>
          <a:p>
            <a:endParaRPr/>
          </a:p>
          <a:p>
            <a:r>
              <a:t>If the next meeting isn’t on the calendar before people leave the room, it won’t happen.</a:t>
            </a:r>
          </a:p>
          <a:p>
            <a:endParaRPr/>
          </a:p>
          <a:p>
            <a:r>
              <a:t>Ask: "Can we get the readiness assessment scheduled before we leave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spend more than 15 seconds here. Simply say:</a:t>
            </a:r>
          </a:p>
          <a:p>
            <a:r>
              <a:t>"Five sections — we start with the data, define the root cause, diagnose where we're stuck, show what works, and end with three concrete actions."</a:t>
            </a:r>
          </a:p>
          <a:p>
            <a:endParaRPr/>
          </a:p>
          <a:p>
            <a:r>
              <a:t>Move quickly to the numbers.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DELIVERY: Walk left to right through each number. Let each one land.</a:t>
            </a:r>
          </a:p>
          <a:p>
            <a:endParaRPr/>
          </a:p>
          <a:p>
            <a:r>
              <a:t>70-85%: "Across every major survey — McKinsey, Gartner, BCG — the failure rate is consistent."</a:t>
            </a:r>
          </a:p>
          <a:p>
            <a:endParaRPr/>
          </a:p>
          <a:p>
            <a:r>
              <a:t>&lt;15%: "Less than 15% of failures are attributed to technology. The models work. The organization doesn’t adopt."</a:t>
            </a:r>
          </a:p>
          <a:p>
            <a:endParaRPr/>
          </a:p>
          <a:p>
            <a:r>
              <a:t>#1 Cause: "The number one reason: organizational and cultural resistance."</a:t>
            </a:r>
          </a:p>
          <a:p>
            <a:endParaRPr/>
          </a:p>
          <a:p>
            <a:r>
              <a:t>$4.6T: "Global AI investment is projected at $4.6 trillion by 2027. The majority at risk."</a:t>
            </a:r>
          </a:p>
          <a:p>
            <a:endParaRPr/>
          </a:p>
          <a:p>
            <a:r>
              <a:t>Point to the callout bar. Pause.</a:t>
            </a:r>
          </a:p>
          <a:p>
            <a:endParaRPr/>
          </a:p>
          <a:p>
            <a:r>
              <a:t>TRANSITION: "So if it’s not the technology, what is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definitional slide — it creates the vocabulary the rest of the deck builds on.</a:t>
            </a:r>
          </a:p>
          <a:p>
            <a:endParaRPr/>
          </a:p>
          <a:p>
            <a:r>
              <a:t>FRAMING:</a:t>
            </a:r>
          </a:p>
          <a:p>
            <a:r>
              <a:t>"Everyone in this room understands technical debt. But there’s a parallel concept that’s far more dangerous because it’s invisible: cultural debt."</a:t>
            </a:r>
          </a:p>
          <a:p>
            <a:endParaRPr/>
          </a:p>
          <a:p>
            <a:r>
              <a:t>Walk the comparison. Pause on row 3: "Tracked, measured, budgeted — versus untracked, unmeasured, unbudgeted."</a:t>
            </a:r>
          </a:p>
          <a:p>
            <a:endParaRPr/>
          </a:p>
          <a:p>
            <a:r>
              <a:t>Read the bottom bar aloud. Let it land.</a:t>
            </a:r>
          </a:p>
          <a:p>
            <a:endParaRPr/>
          </a:p>
          <a:p>
            <a:r>
              <a:t>TRANSITION: "And here’s why this is urgent — cultural debt compounds."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cycle slowly. Each loop is worse than the last.</a:t>
            </a:r>
          </a:p>
          <a:p>
            <a:endParaRPr/>
          </a:p>
          <a:p>
            <a:r>
              <a:t>"An AI initiative launches. Adoption stalls. Leadership declares failure. Cynicism deepens. Shadow processes harden. And the next initiative faces higher resistance before it even starts."</a:t>
            </a:r>
          </a:p>
          <a:p>
            <a:endParaRPr/>
          </a:p>
          <a:p>
            <a:r>
              <a:t>Then walk the four cycles:</a:t>
            </a:r>
          </a:p>
          <a:p>
            <a:r>
              <a:t>- Cycle 1: Healthy skepticism. Fine.</a:t>
            </a:r>
          </a:p>
          <a:p>
            <a:r>
              <a:t>- Cycle 2: Active resistance. Fighting institutional memory.</a:t>
            </a:r>
          </a:p>
          <a:p>
            <a:r>
              <a:t>- Cycle 3: Organizational antibodies. Resistance is unconscious.</a:t>
            </a:r>
          </a:p>
          <a:p>
            <a:r>
              <a:t>- Cycle 4: Structural inability. The best people have disengaged.</a:t>
            </a:r>
          </a:p>
          <a:p>
            <a:endParaRPr/>
          </a:p>
          <a:p>
            <a:r>
              <a:t>TRANSITION: "So what are the specific patterns that predict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cycle slowly. Each loop is worse than the last.</a:t>
            </a:r>
          </a:p>
          <a:p>
            <a:endParaRPr/>
          </a:p>
          <a:p>
            <a:r>
              <a:t>"An AI initiative launches. Adoption stalls. Leadership declares failure. Cynicism deepens. Shadow processes harden. And the next initiative faces higher resistance before it even starts."</a:t>
            </a:r>
          </a:p>
          <a:p>
            <a:endParaRPr/>
          </a:p>
          <a:p>
            <a:r>
              <a:t>Then walk the four cycles:</a:t>
            </a:r>
          </a:p>
          <a:p>
            <a:r>
              <a:t>- Cycle 1: Healthy skepticism. Fine.</a:t>
            </a:r>
          </a:p>
          <a:p>
            <a:r>
              <a:t>- Cycle 2: Active resistance. Fighting institutional memory.</a:t>
            </a:r>
          </a:p>
          <a:p>
            <a:r>
              <a:t>- Cycle 3: Organizational antibodies. Resistance is unconscious.</a:t>
            </a:r>
          </a:p>
          <a:p>
            <a:r>
              <a:t>- Cycle 4: Structural inability. The best people have disengaged.</a:t>
            </a:r>
          </a:p>
          <a:p>
            <a:endParaRPr/>
          </a:p>
          <a:p>
            <a:r>
              <a:t>TRANSITION: "So what are the specific patterns that predict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down each row:</a:t>
            </a:r>
          </a:p>
          <a:p>
            <a:endParaRPr/>
          </a:p>
          <a:p>
            <a:r>
              <a:t>"Permission Culture — teams need approvals before experimenting. Innovation dies in committee."</a:t>
            </a:r>
          </a:p>
          <a:p>
            <a:endParaRPr/>
          </a:p>
          <a:p>
            <a:r>
              <a:t>"Metric Misalignment — the most common. We measure 'models deployed' not 'decisions improved.'"</a:t>
            </a:r>
          </a:p>
          <a:p>
            <a:endParaRPr/>
          </a:p>
          <a:p>
            <a:r>
              <a:t>"Invisible Middle — the least discussed, most lethal. Middle managers aren’t resisting — they’re rationally waiting."</a:t>
            </a:r>
          </a:p>
          <a:p>
            <a:endParaRPr/>
          </a:p>
          <a:p>
            <a:r>
              <a:t>"Skills Theater — everyone went to training. Nobody changed how they work."</a:t>
            </a:r>
          </a:p>
          <a:p>
            <a:endParaRPr/>
          </a:p>
          <a:p>
            <a:r>
              <a:t>"Trust Deficit — 'AI will replace us' goes unaddressed. Best people quietly disengage."</a:t>
            </a:r>
          </a:p>
          <a:p>
            <a:endParaRPr/>
          </a:p>
          <a:p>
            <a:r>
              <a:t>Ask: "Mentally score your organization. How many are present?"</a:t>
            </a:r>
          </a:p>
          <a:p>
            <a:endParaRPr/>
          </a:p>
          <a:p>
            <a:r>
              <a:t>TRANSITION: "The organizations that break this cycle have three things in common."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turn from problem to solution.</a:t>
            </a:r>
          </a:p>
          <a:p>
            <a:endParaRPr/>
          </a:p>
          <a:p>
            <a:r>
              <a:t>"Psychological safety sounds soft until you realize it’s the difference between teams who experiment and teams who hide."</a:t>
            </a:r>
          </a:p>
          <a:p>
            <a:endParaRPr/>
          </a:p>
          <a:p>
            <a:r>
              <a:t>"Aligned incentives sounds obvious until you audit how many AI programs measure 'models in production' rather than 'decisions improved.'"</a:t>
            </a:r>
          </a:p>
          <a:p>
            <a:endParaRPr/>
          </a:p>
          <a:p>
            <a:r>
              <a:t>"Visible leadership — not sponsorship in a steering committee, but a VP who shows the team how they used Claude this week."</a:t>
            </a:r>
          </a:p>
          <a:p>
            <a:endParaRPr/>
          </a:p>
          <a:p>
            <a:r>
              <a:t>Read the bottom bar: "They treat culture as infrastructure."</a:t>
            </a:r>
          </a:p>
          <a:p>
            <a:endParaRPr/>
          </a:p>
          <a:p>
            <a:r>
              <a:t>TRANSITION: "So what does the shift look like?"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reframes the investment sequence.</a:t>
            </a:r>
          </a:p>
          <a:p>
            <a:endParaRPr/>
          </a:p>
          <a:p>
            <a:r>
              <a:t>"Almost every failed AI initiative started with technology selection. The ones that succeed start with people."</a:t>
            </a:r>
          </a:p>
          <a:p>
            <a:endParaRPr/>
          </a:p>
          <a:p>
            <a:r>
              <a:t>The From/To framing lets the audience self-diagnose.</a:t>
            </a:r>
          </a:p>
          <a:p>
            <a:endParaRPr/>
          </a:p>
          <a:p>
            <a:r>
              <a:t>Read the bottom bar: the sequence matters. People first, process, then technology.</a:t>
            </a:r>
          </a:p>
          <a:p>
            <a:endParaRPr/>
          </a:p>
          <a:p>
            <a:r>
              <a:t>TRANSITION: "And there’s urgency — because cultural debt doesn’t wait."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urgency slide. Compounding metaphor works because leadership thinks in financial terms.</a:t>
            </a:r>
          </a:p>
          <a:p>
            <a:endParaRPr/>
          </a:p>
          <a:p>
            <a:r>
              <a:t>"Every quarter unaddressed, the cost roughly doubles — not because the problem gets harder, but because the cynicism gets deeper."</a:t>
            </a:r>
          </a:p>
          <a:p>
            <a:endParaRPr/>
          </a:p>
          <a:p>
            <a:r>
              <a:t>Walk left to right. Colors darken — visual cue for escalating severity.</a:t>
            </a:r>
          </a:p>
          <a:p>
            <a:endParaRPr/>
          </a:p>
          <a:p>
            <a:r>
              <a:t>TRANSITION: "So here are three actions we can take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action, not inspiration. Low-cost, high-signal.</a:t>
            </a:r>
          </a:p>
          <a:p>
            <a:endParaRPr/>
          </a:p>
          <a:p>
            <a:r>
              <a:t>"I’m not asking for a new program or a new budget. Three targeted actions."</a:t>
            </a:r>
          </a:p>
          <a:p>
            <a:endParaRPr/>
          </a:p>
          <a:p>
            <a:r>
              <a:t>1. Cultural audit — "Name the debt. Can’t fix what you don’t measure."</a:t>
            </a:r>
          </a:p>
          <a:p>
            <a:r>
              <a:t>2. Scorecard — "Change the metric, change the behavior."</a:t>
            </a:r>
          </a:p>
          <a:p>
            <a:r>
              <a:t>3. Visible leadership — "Until the C-suite models it, everything else is policy without practice."</a:t>
            </a:r>
          </a:p>
          <a:p>
            <a:endParaRPr/>
          </a:p>
          <a:p>
            <a:r>
              <a:t>Read the closing line. Pause. Let it land.</a:t>
            </a:r>
          </a:p>
          <a:p>
            <a:endParaRPr/>
          </a:p>
          <a:p>
            <a:r>
              <a:t>Ask: "Who in this room owns the first one?"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actions, not the table. The 30-day window is important.</a:t>
            </a:r>
          </a:p>
          <a:p>
            <a:endParaRPr/>
          </a:p>
          <a:p>
            <a:r>
              <a:t>If the next meeting isn’t on the calendar before people leave the room, it won’t happen.</a:t>
            </a:r>
          </a:p>
          <a:p>
            <a:endParaRPr/>
          </a:p>
          <a:p>
            <a:r>
              <a:t>Ask: "Can we get the readiness assessment scheduled before we leave today?"</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8_Statement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247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1 (print friendly)">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D6BF54-C79F-8FF6-8F4F-CF241D11A9E2}"/>
              </a:ext>
            </a:extLst>
          </p:cNvPr>
          <p:cNvPicPr>
            <a:picLocks noChangeAspect="1"/>
          </p:cNvPicPr>
          <p:nvPr userDrawn="1"/>
        </p:nvPicPr>
        <p:blipFill>
          <a:blip r:embed="rId2"/>
          <a:stretch>
            <a:fillRect/>
          </a:stretch>
        </p:blipFill>
        <p:spPr>
          <a:xfrm>
            <a:off x="523184" y="4642899"/>
            <a:ext cx="11166064" cy="1726545"/>
          </a:xfrm>
          <a:prstGeom prst="rect">
            <a:avLst/>
          </a:prstGeom>
        </p:spPr>
      </p:pic>
      <p:cxnSp>
        <p:nvCxnSpPr>
          <p:cNvPr id="7" name="Straight Connector 6">
            <a:extLst>
              <a:ext uri="{FF2B5EF4-FFF2-40B4-BE49-F238E27FC236}">
                <a16:creationId xmlns:a16="http://schemas.microsoft.com/office/drawing/2014/main" id="{F1467D7F-C013-2239-FCEE-08E21A6BF35C}"/>
              </a:ext>
            </a:extLst>
          </p:cNvPr>
          <p:cNvCxnSpPr>
            <a:cxnSpLocks/>
          </p:cNvCxnSpPr>
          <p:nvPr userDrawn="1"/>
        </p:nvCxnSpPr>
        <p:spPr>
          <a:xfrm>
            <a:off x="514349" y="3910429"/>
            <a:ext cx="11155680" cy="0"/>
          </a:xfrm>
          <a:prstGeom prst="line">
            <a:avLst/>
          </a:prstGeom>
          <a:noFill/>
          <a:ln w="6350" cap="flat">
            <a:solidFill>
              <a:srgbClr val="000075"/>
            </a:solidFill>
            <a:prstDash val="solid"/>
            <a:miter lim="800000"/>
          </a:ln>
          <a:effectLst/>
          <a:sp3d/>
        </p:spPr>
      </p:cxnSp>
      <p:sp>
        <p:nvSpPr>
          <p:cNvPr id="3" name="Title 5">
            <a:extLst>
              <a:ext uri="{FF2B5EF4-FFF2-40B4-BE49-F238E27FC236}">
                <a16:creationId xmlns:a16="http://schemas.microsoft.com/office/drawing/2014/main" id="{E1599527-B5A5-911F-3013-0E40218DFB0E}"/>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Wallace Serif" pitchFamily="2" charset="0"/>
                <a:ea typeface="+mn-ea"/>
                <a:cs typeface="Wallace Serif"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Tree>
    <p:extLst>
      <p:ext uri="{BB962C8B-B14F-4D97-AF65-F5344CB8AC3E}">
        <p14:creationId xmlns:p14="http://schemas.microsoft.com/office/powerpoint/2010/main" val="7125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ver slide 3">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992055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3 (with image)">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07933C4-2460-FCE4-D6FF-415F72ED2928}"/>
              </a:ext>
            </a:extLst>
          </p:cNvPr>
          <p:cNvSpPr>
            <a:spLocks noGrp="1"/>
          </p:cNvSpPr>
          <p:nvPr>
            <p:ph type="pic" sz="quarter" idx="21"/>
          </p:nvPr>
        </p:nvSpPr>
        <p:spPr>
          <a:xfrm>
            <a:off x="0" y="0"/>
            <a:ext cx="12192000" cy="4892039"/>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3923754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slide 3 (with im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37A431A-AF4A-1533-D3B0-8157564DB6A4}"/>
              </a:ext>
            </a:extLst>
          </p:cNvPr>
          <p:cNvSpPr>
            <a:spLocks noGrp="1"/>
          </p:cNvSpPr>
          <p:nvPr>
            <p:ph type="pic" sz="quarter" idx="21"/>
          </p:nvPr>
        </p:nvSpPr>
        <p:spPr>
          <a:xfrm>
            <a:off x="0" y="0"/>
            <a:ext cx="12192000" cy="6858000"/>
          </a:xfrm>
          <a:solidFill>
            <a:schemeClr val="bg1">
              <a:lumMod val="95000"/>
            </a:schemeClr>
          </a:solidFill>
          <a:ln>
            <a:noFill/>
          </a:ln>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597584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slide 3 (image)">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1927506-33E4-F8FE-92D6-7AD6771715AC}"/>
              </a:ext>
            </a:extLst>
          </p:cNvPr>
          <p:cNvSpPr>
            <a:spLocks noGrp="1"/>
          </p:cNvSpPr>
          <p:nvPr>
            <p:ph type="pic" sz="quarter" idx="21"/>
          </p:nvPr>
        </p:nvSpPr>
        <p:spPr>
          <a:xfrm>
            <a:off x="0" y="0"/>
            <a:ext cx="12192000" cy="6858000"/>
          </a:xfrm>
          <a:solidFill>
            <a:schemeClr val="bg1">
              <a:lumMod val="95000"/>
            </a:schemeClr>
          </a:solidFill>
        </p:spPr>
        <p:txBody>
          <a:bodyPr/>
          <a:lstStyle/>
          <a:p>
            <a:r>
              <a:rPr lang="en-US"/>
              <a:t>Click icon to add picture</a:t>
            </a:r>
          </a:p>
        </p:txBody>
      </p:sp>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05184"/>
          </a:xfrm>
        </p:spPr>
        <p:txBody>
          <a:bodyPr>
            <a:no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9" name="Picture 8">
            <a:extLst>
              <a:ext uri="{FF2B5EF4-FFF2-40B4-BE49-F238E27FC236}">
                <a16:creationId xmlns:a16="http://schemas.microsoft.com/office/drawing/2014/main" id="{C78E31F5-56AF-C332-0C0D-D9E121D3AFE5}"/>
              </a:ext>
            </a:extLst>
          </p:cNvPr>
          <p:cNvPicPr>
            <a:picLocks noChangeAspect="1"/>
          </p:cNvPicPr>
          <p:nvPr userDrawn="1"/>
        </p:nvPicPr>
        <p:blipFill>
          <a:blip r:embed="rId2"/>
          <a:stretch>
            <a:fillRect/>
          </a:stretch>
        </p:blipFill>
        <p:spPr>
          <a:xfrm>
            <a:off x="514350" y="5815788"/>
            <a:ext cx="11153394" cy="532926"/>
          </a:xfrm>
          <a:prstGeom prst="rect">
            <a:avLst/>
          </a:prstGeom>
        </p:spPr>
      </p:pic>
    </p:spTree>
    <p:extLst>
      <p:ext uri="{BB962C8B-B14F-4D97-AF65-F5344CB8AC3E}">
        <p14:creationId xmlns:p14="http://schemas.microsoft.com/office/powerpoint/2010/main" val="277952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slide 4 (with im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02D183C-05EF-65F7-6F51-E13C5635FBFC}"/>
              </a:ext>
            </a:extLst>
          </p:cNvPr>
          <p:cNvSpPr>
            <a:spLocks noGrp="1"/>
          </p:cNvSpPr>
          <p:nvPr>
            <p:ph type="pic" sz="quarter" idx="21"/>
          </p:nvPr>
        </p:nvSpPr>
        <p:spPr>
          <a:xfrm>
            <a:off x="-8001" y="0"/>
            <a:ext cx="12198096" cy="4892040"/>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511587" y="2180155"/>
            <a:ext cx="5497327" cy="205184"/>
          </a:xfrm>
        </p:spPr>
        <p:txBody>
          <a:bodyPr>
            <a:no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169423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slide 4{(with image)} (print friendly)">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D152CB7-E476-F828-706F-52B314A150F2}"/>
              </a:ext>
            </a:extLst>
          </p:cNvPr>
          <p:cNvSpPr>
            <a:spLocks noGrp="1"/>
          </p:cNvSpPr>
          <p:nvPr>
            <p:ph type="pic" sz="quarter" idx="21"/>
          </p:nvPr>
        </p:nvSpPr>
        <p:spPr>
          <a:xfrm>
            <a:off x="1" y="1"/>
            <a:ext cx="12198096" cy="4892040"/>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5" name="Picture 4">
            <a:extLst>
              <a:ext uri="{FF2B5EF4-FFF2-40B4-BE49-F238E27FC236}">
                <a16:creationId xmlns:a16="http://schemas.microsoft.com/office/drawing/2014/main" id="{6A311962-5871-E2F4-6593-89812207F0AA}"/>
              </a:ext>
            </a:extLst>
          </p:cNvPr>
          <p:cNvPicPr>
            <a:picLocks noChangeAspect="1"/>
          </p:cNvPicPr>
          <p:nvPr userDrawn="1"/>
        </p:nvPicPr>
        <p:blipFill>
          <a:blip r:embed="rId3"/>
          <a:stretch>
            <a:fillRect/>
          </a:stretch>
        </p:blipFill>
        <p:spPr>
          <a:xfrm>
            <a:off x="524256" y="5822676"/>
            <a:ext cx="11153394" cy="539270"/>
          </a:xfrm>
          <a:prstGeom prst="rect">
            <a:avLst/>
          </a:prstGeom>
        </p:spPr>
      </p:pic>
    </p:spTree>
    <p:extLst>
      <p:ext uri="{BB962C8B-B14F-4D97-AF65-F5344CB8AC3E}">
        <p14:creationId xmlns:p14="http://schemas.microsoft.com/office/powerpoint/2010/main" val="808025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slide 8 (print friendly)">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3EB7B1-C62C-4AA8-6DFD-67C9308C48A0}"/>
              </a:ext>
            </a:extLst>
          </p:cNvPr>
          <p:cNvPicPr>
            <a:picLocks noChangeAspect="1"/>
          </p:cNvPicPr>
          <p:nvPr userDrawn="1"/>
        </p:nvPicPr>
        <p:blipFill>
          <a:blip r:embed="rId2"/>
          <a:stretch>
            <a:fillRect/>
          </a:stretch>
        </p:blipFill>
        <p:spPr>
          <a:xfrm>
            <a:off x="523185" y="5524100"/>
            <a:ext cx="5387100" cy="845344"/>
          </a:xfrm>
          <a:prstGeom prst="rect">
            <a:avLst/>
          </a:prstGeom>
        </p:spPr>
      </p:pic>
      <p:sp>
        <p:nvSpPr>
          <p:cNvPr id="5" name="Text Placeholder 13">
            <a:extLst>
              <a:ext uri="{FF2B5EF4-FFF2-40B4-BE49-F238E27FC236}">
                <a16:creationId xmlns:a16="http://schemas.microsoft.com/office/drawing/2014/main" id="{CE2CC022-0512-5662-067A-9FA9F5DD3D0E}"/>
              </a:ext>
            </a:extLst>
          </p:cNvPr>
          <p:cNvSpPr>
            <a:spLocks noGrp="1"/>
          </p:cNvSpPr>
          <p:nvPr>
            <p:ph type="body" sz="quarter" idx="21" hasCustomPrompt="1"/>
          </p:nvPr>
        </p:nvSpPr>
        <p:spPr>
          <a:xfrm>
            <a:off x="496789" y="2711537"/>
            <a:ext cx="5421427" cy="215444"/>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smtClean="0">
                <a:solidFill>
                  <a:srgbClr val="000075"/>
                </a:solidFill>
                <a:latin typeface="Wallace Sans Light" pitchFamily="2" charset="0"/>
                <a:ea typeface="+mn-ea"/>
                <a:cs typeface="Wallace Sans Light" pitchFamily="2" charset="0"/>
              </a:defRPr>
            </a:lvl1pPr>
            <a:lvl2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a:solidFill>
                  <a:schemeClr val="bg1"/>
                </a:solidFill>
                <a:latin typeface="Abbott Wallace Sans Light" pitchFamily="2" charset="77"/>
                <a:ea typeface="+mn-ea"/>
                <a:cs typeface="Abbott Wallace Sans Light" pitchFamily="2" charset="77"/>
              </a:defRPr>
            </a:lvl5pPr>
          </a:lstStyle>
          <a:p>
            <a:pPr lvl="0"/>
            <a:r>
              <a:rPr lang="en-US"/>
              <a:t>Subtitle in Wallace Sans size 14 pt, 1 line only</a:t>
            </a:r>
          </a:p>
        </p:txBody>
      </p:sp>
      <p:sp>
        <p:nvSpPr>
          <p:cNvPr id="6" name="Title 5">
            <a:extLst>
              <a:ext uri="{FF2B5EF4-FFF2-40B4-BE49-F238E27FC236}">
                <a16:creationId xmlns:a16="http://schemas.microsoft.com/office/drawing/2014/main" id="{27C91504-D944-6BE8-058C-3299BDD869CA}"/>
              </a:ext>
            </a:extLst>
          </p:cNvPr>
          <p:cNvSpPr>
            <a:spLocks noGrp="1"/>
          </p:cNvSpPr>
          <p:nvPr>
            <p:ph type="title" hasCustomPrompt="1"/>
          </p:nvPr>
        </p:nvSpPr>
        <p:spPr>
          <a:xfrm>
            <a:off x="496789" y="430266"/>
            <a:ext cx="5421427" cy="2160591"/>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mj-lt"/>
                <a:ea typeface="+mn-ea"/>
                <a:cs typeface="Abbott Wallace Serif Light" pitchFamily="2" charset="77"/>
              </a:defRPr>
            </a:lvl1pPr>
          </a:lstStyle>
          <a:p>
            <a:pPr marL="0" lvl="0" indent="0" algn="l" defTabSz="914400" rtl="0" eaLnBrk="1" latinLnBrk="0" hangingPunct="1">
              <a:lnSpc>
                <a:spcPct val="90000"/>
              </a:lnSpc>
              <a:spcBef>
                <a:spcPts val="0"/>
              </a:spcBef>
              <a:buFont typeface="Arial" panose="020B0604020202020204" pitchFamily="34" charset="0"/>
              <a:buNone/>
            </a:pPr>
            <a:r>
              <a:rPr lang="en-US"/>
              <a:t>Title in Wallace Serif, Light 52 pt size, max 3 lines</a:t>
            </a:r>
          </a:p>
        </p:txBody>
      </p:sp>
      <p:sp>
        <p:nvSpPr>
          <p:cNvPr id="4" name="Picture Placeholder 3">
            <a:extLst>
              <a:ext uri="{FF2B5EF4-FFF2-40B4-BE49-F238E27FC236}">
                <a16:creationId xmlns:a16="http://schemas.microsoft.com/office/drawing/2014/main" id="{82ABF7C4-935F-B8F3-8365-BF21A307D788}"/>
              </a:ext>
            </a:extLst>
          </p:cNvPr>
          <p:cNvSpPr>
            <a:spLocks noGrp="1"/>
          </p:cNvSpPr>
          <p:nvPr>
            <p:ph type="pic" sz="quarter" idx="20"/>
          </p:nvPr>
        </p:nvSpPr>
        <p:spPr>
          <a:xfrm>
            <a:off x="6251341" y="515422"/>
            <a:ext cx="5421428" cy="5824723"/>
          </a:xfrm>
          <a:custGeom>
            <a:avLst/>
            <a:gdLst>
              <a:gd name="connsiteX0" fmla="*/ 0 w 5421428"/>
              <a:gd name="connsiteY0" fmla="*/ 0 h 5824723"/>
              <a:gd name="connsiteX1" fmla="*/ 1966224 w 5421428"/>
              <a:gd name="connsiteY1" fmla="*/ 0 h 5824723"/>
              <a:gd name="connsiteX2" fmla="*/ 1966224 w 5421428"/>
              <a:gd name="connsiteY2" fmla="*/ 1 h 5824723"/>
              <a:gd name="connsiteX3" fmla="*/ 2950375 w 5421428"/>
              <a:gd name="connsiteY3" fmla="*/ 1 h 5824723"/>
              <a:gd name="connsiteX4" fmla="*/ 2950377 w 5421428"/>
              <a:gd name="connsiteY4" fmla="*/ 1 h 5824723"/>
              <a:gd name="connsiteX5" fmla="*/ 4193959 w 5421428"/>
              <a:gd name="connsiteY5" fmla="*/ 1 h 5824723"/>
              <a:gd name="connsiteX6" fmla="*/ 4193961 w 5421428"/>
              <a:gd name="connsiteY6" fmla="*/ 2 h 5824723"/>
              <a:gd name="connsiteX7" fmla="*/ 5340006 w 5421428"/>
              <a:gd name="connsiteY7" fmla="*/ 2 h 5824723"/>
              <a:gd name="connsiteX8" fmla="*/ 5421428 w 5421428"/>
              <a:gd name="connsiteY8" fmla="*/ 81423 h 5824723"/>
              <a:gd name="connsiteX9" fmla="*/ 5421428 w 5421428"/>
              <a:gd name="connsiteY9" fmla="*/ 1410351 h 5824723"/>
              <a:gd name="connsiteX10" fmla="*/ 5421428 w 5421428"/>
              <a:gd name="connsiteY10" fmla="*/ 1884803 h 5824723"/>
              <a:gd name="connsiteX11" fmla="*/ 5421428 w 5421428"/>
              <a:gd name="connsiteY11" fmla="*/ 2446669 h 5824723"/>
              <a:gd name="connsiteX12" fmla="*/ 5421428 w 5421428"/>
              <a:gd name="connsiteY12" fmla="*/ 3213731 h 5824723"/>
              <a:gd name="connsiteX13" fmla="*/ 5421428 w 5421428"/>
              <a:gd name="connsiteY13" fmla="*/ 3275725 h 5824723"/>
              <a:gd name="connsiteX14" fmla="*/ 5421428 w 5421428"/>
              <a:gd name="connsiteY14" fmla="*/ 3939920 h 5824723"/>
              <a:gd name="connsiteX15" fmla="*/ 5421428 w 5421428"/>
              <a:gd name="connsiteY15" fmla="*/ 4250051 h 5824723"/>
              <a:gd name="connsiteX16" fmla="*/ 5421428 w 5421428"/>
              <a:gd name="connsiteY16" fmla="*/ 5079107 h 5824723"/>
              <a:gd name="connsiteX17" fmla="*/ 5421428 w 5421428"/>
              <a:gd name="connsiteY17" fmla="*/ 5743302 h 5824723"/>
              <a:gd name="connsiteX18" fmla="*/ 5340006 w 5421428"/>
              <a:gd name="connsiteY18" fmla="*/ 5824723 h 5824723"/>
              <a:gd name="connsiteX19" fmla="*/ 4193959 w 5421428"/>
              <a:gd name="connsiteY19" fmla="*/ 5824723 h 5824723"/>
              <a:gd name="connsiteX20" fmla="*/ 3536625 w 5421428"/>
              <a:gd name="connsiteY20" fmla="*/ 5824723 h 5824723"/>
              <a:gd name="connsiteX21" fmla="*/ 2950375 w 5421428"/>
              <a:gd name="connsiteY21" fmla="*/ 5824723 h 5824723"/>
              <a:gd name="connsiteX22" fmla="*/ 2390577 w 5421428"/>
              <a:gd name="connsiteY22" fmla="*/ 5824723 h 5824723"/>
              <a:gd name="connsiteX23" fmla="*/ 1884803 w 5421428"/>
              <a:gd name="connsiteY23" fmla="*/ 5824723 h 5824723"/>
              <a:gd name="connsiteX24" fmla="*/ 1146993 w 5421428"/>
              <a:gd name="connsiteY24" fmla="*/ 5824723 h 5824723"/>
              <a:gd name="connsiteX25" fmla="*/ 81421 w 5421428"/>
              <a:gd name="connsiteY25" fmla="*/ 5824723 h 5824723"/>
              <a:gd name="connsiteX26" fmla="*/ 0 w 5421428"/>
              <a:gd name="connsiteY26" fmla="*/ 5743302 h 5824723"/>
              <a:gd name="connsiteX27" fmla="*/ 0 w 5421428"/>
              <a:gd name="connsiteY27" fmla="*/ 5079107 h 5824723"/>
              <a:gd name="connsiteX28" fmla="*/ 0 w 5421428"/>
              <a:gd name="connsiteY28" fmla="*/ 4250051 h 5824723"/>
              <a:gd name="connsiteX29" fmla="*/ 0 w 5421428"/>
              <a:gd name="connsiteY29" fmla="*/ 3939920 h 5824723"/>
              <a:gd name="connsiteX30" fmla="*/ 0 w 5421428"/>
              <a:gd name="connsiteY30" fmla="*/ 3275725 h 5824723"/>
              <a:gd name="connsiteX31" fmla="*/ 0 w 5421428"/>
              <a:gd name="connsiteY31" fmla="*/ 3213731 h 5824723"/>
              <a:gd name="connsiteX32" fmla="*/ 0 w 5421428"/>
              <a:gd name="connsiteY32" fmla="*/ 2446669 h 5824723"/>
              <a:gd name="connsiteX33" fmla="*/ 0 w 5421428"/>
              <a:gd name="connsiteY33" fmla="*/ 1966224 h 5824723"/>
              <a:gd name="connsiteX34" fmla="*/ 0 w 5421428"/>
              <a:gd name="connsiteY34" fmla="*/ 1410349 h 582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1428" h="5824723">
                <a:moveTo>
                  <a:pt x="0" y="0"/>
                </a:moveTo>
                <a:lnTo>
                  <a:pt x="1966224" y="0"/>
                </a:lnTo>
                <a:lnTo>
                  <a:pt x="1966224" y="1"/>
                </a:lnTo>
                <a:lnTo>
                  <a:pt x="2950375" y="1"/>
                </a:lnTo>
                <a:lnTo>
                  <a:pt x="2950377" y="1"/>
                </a:lnTo>
                <a:lnTo>
                  <a:pt x="4193959" y="1"/>
                </a:lnTo>
                <a:lnTo>
                  <a:pt x="4193961" y="2"/>
                </a:lnTo>
                <a:lnTo>
                  <a:pt x="5340006" y="2"/>
                </a:lnTo>
                <a:cubicBezTo>
                  <a:pt x="5384974" y="2"/>
                  <a:pt x="5421428" y="36455"/>
                  <a:pt x="5421428" y="81423"/>
                </a:cubicBezTo>
                <a:lnTo>
                  <a:pt x="5421428" y="1410351"/>
                </a:lnTo>
                <a:lnTo>
                  <a:pt x="5421428" y="1884803"/>
                </a:lnTo>
                <a:lnTo>
                  <a:pt x="5421428" y="2446669"/>
                </a:lnTo>
                <a:lnTo>
                  <a:pt x="5421428" y="3213731"/>
                </a:lnTo>
                <a:lnTo>
                  <a:pt x="5421428" y="3275725"/>
                </a:lnTo>
                <a:lnTo>
                  <a:pt x="5421428" y="3939920"/>
                </a:lnTo>
                <a:lnTo>
                  <a:pt x="5421428" y="4250051"/>
                </a:lnTo>
                <a:lnTo>
                  <a:pt x="5421428" y="5079107"/>
                </a:lnTo>
                <a:lnTo>
                  <a:pt x="5421428" y="5743302"/>
                </a:lnTo>
                <a:cubicBezTo>
                  <a:pt x="5421428" y="5788270"/>
                  <a:pt x="5384974" y="5824723"/>
                  <a:pt x="5340006" y="5824723"/>
                </a:cubicBezTo>
                <a:lnTo>
                  <a:pt x="4193959" y="5824723"/>
                </a:lnTo>
                <a:lnTo>
                  <a:pt x="3536625" y="5824723"/>
                </a:lnTo>
                <a:lnTo>
                  <a:pt x="2950375" y="5824723"/>
                </a:lnTo>
                <a:lnTo>
                  <a:pt x="2390577" y="5824723"/>
                </a:lnTo>
                <a:lnTo>
                  <a:pt x="1884803" y="5824723"/>
                </a:lnTo>
                <a:lnTo>
                  <a:pt x="1146993" y="5824723"/>
                </a:lnTo>
                <a:lnTo>
                  <a:pt x="81421" y="5824723"/>
                </a:lnTo>
                <a:cubicBezTo>
                  <a:pt x="36453" y="5824723"/>
                  <a:pt x="0" y="5788270"/>
                  <a:pt x="0" y="5743302"/>
                </a:cubicBezTo>
                <a:lnTo>
                  <a:pt x="0" y="5079107"/>
                </a:lnTo>
                <a:lnTo>
                  <a:pt x="0" y="4250051"/>
                </a:lnTo>
                <a:lnTo>
                  <a:pt x="0" y="3939920"/>
                </a:lnTo>
                <a:lnTo>
                  <a:pt x="0" y="3275725"/>
                </a:lnTo>
                <a:lnTo>
                  <a:pt x="0" y="3213731"/>
                </a:lnTo>
                <a:lnTo>
                  <a:pt x="0" y="2446669"/>
                </a:lnTo>
                <a:lnTo>
                  <a:pt x="0" y="1966224"/>
                </a:lnTo>
                <a:lnTo>
                  <a:pt x="0" y="1410349"/>
                </a:lnTo>
                <a:close/>
              </a:path>
            </a:pathLst>
          </a:custGeom>
          <a:solidFill>
            <a:schemeClr val="bg1">
              <a:lumMod val="85000"/>
            </a:schemeClr>
          </a:solidFill>
        </p:spPr>
        <p:txBody>
          <a:bodyPr wrap="square">
            <a:noAutofit/>
          </a:bodyPr>
          <a:lstStyle/>
          <a:p>
            <a:r>
              <a:rPr lang="en-US"/>
              <a:t>Click icon to add picture</a:t>
            </a:r>
          </a:p>
        </p:txBody>
      </p:sp>
    </p:spTree>
    <p:extLst>
      <p:ext uri="{BB962C8B-B14F-4D97-AF65-F5344CB8AC3E}">
        <p14:creationId xmlns:p14="http://schemas.microsoft.com/office/powerpoint/2010/main" val="3638750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slide 9 (print friendly) ">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72E7A34-D575-914A-7F7A-1F68B8E417AE}"/>
              </a:ext>
            </a:extLst>
          </p:cNvPr>
          <p:cNvCxnSpPr>
            <a:cxnSpLocks/>
          </p:cNvCxnSpPr>
          <p:nvPr userDrawn="1"/>
        </p:nvCxnSpPr>
        <p:spPr>
          <a:xfrm>
            <a:off x="514518" y="5203800"/>
            <a:ext cx="5396324"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D5F5558-3B08-456A-B027-F0DB9DD7A221}"/>
              </a:ext>
            </a:extLst>
          </p:cNvPr>
          <p:cNvPicPr>
            <a:picLocks noChangeAspect="1"/>
          </p:cNvPicPr>
          <p:nvPr userDrawn="1"/>
        </p:nvPicPr>
        <p:blipFill>
          <a:blip r:embed="rId2"/>
          <a:stretch>
            <a:fillRect/>
          </a:stretch>
        </p:blipFill>
        <p:spPr>
          <a:xfrm>
            <a:off x="523185" y="5524100"/>
            <a:ext cx="5387100" cy="845344"/>
          </a:xfrm>
          <a:prstGeom prst="rect">
            <a:avLst/>
          </a:prstGeom>
        </p:spPr>
      </p:pic>
      <p:sp>
        <p:nvSpPr>
          <p:cNvPr id="6" name="Text Placeholder 13">
            <a:extLst>
              <a:ext uri="{FF2B5EF4-FFF2-40B4-BE49-F238E27FC236}">
                <a16:creationId xmlns:a16="http://schemas.microsoft.com/office/drawing/2014/main" id="{592F0CF0-3B5F-883A-80A6-80F9B5541CF8}"/>
              </a:ext>
            </a:extLst>
          </p:cNvPr>
          <p:cNvSpPr>
            <a:spLocks noGrp="1"/>
          </p:cNvSpPr>
          <p:nvPr>
            <p:ph type="body" sz="quarter" idx="19" hasCustomPrompt="1"/>
          </p:nvPr>
        </p:nvSpPr>
        <p:spPr>
          <a:xfrm>
            <a:off x="496789" y="4676068"/>
            <a:ext cx="5421427" cy="215444"/>
          </a:xfrm>
        </p:spPr>
        <p:txBody>
          <a:bodyPr wrap="square">
            <a:spAutoFit/>
          </a:bodyPr>
          <a:lstStyle>
            <a:lvl1pPr marL="0"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lang="en-US" sz="1400" kern="1200" spc="50" dirty="0">
                <a:solidFill>
                  <a:srgbClr val="000075"/>
                </a:solidFill>
                <a:latin typeface="Wallace Sans BETA Light" pitchFamily="2" charset="77"/>
                <a:ea typeface="+mn-ea"/>
                <a:cs typeface="Wallace Sans BETA Light" pitchFamily="2" charset="77"/>
              </a:defRPr>
            </a:lvl1pPr>
            <a:lvl2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a:solidFill>
                  <a:schemeClr val="bg1"/>
                </a:solidFill>
                <a:latin typeface="Abbott Wallace Sans Light" pitchFamily="2" charset="77"/>
                <a:ea typeface="+mn-ea"/>
                <a:cs typeface="Abbott Wallace Sans Light" pitchFamily="2" charset="77"/>
              </a:defRPr>
            </a:lvl5pPr>
          </a:lstStyle>
          <a:p>
            <a:pPr lvl="0"/>
            <a:r>
              <a:rPr lang="en-US"/>
              <a:t>Subtitle in Wallace Sans size 14 pt, 1 line only</a:t>
            </a:r>
          </a:p>
        </p:txBody>
      </p:sp>
      <p:sp>
        <p:nvSpPr>
          <p:cNvPr id="9" name="Title 5">
            <a:extLst>
              <a:ext uri="{FF2B5EF4-FFF2-40B4-BE49-F238E27FC236}">
                <a16:creationId xmlns:a16="http://schemas.microsoft.com/office/drawing/2014/main" id="{9900BF05-A328-F310-CE54-0A1D06EB5A63}"/>
              </a:ext>
            </a:extLst>
          </p:cNvPr>
          <p:cNvSpPr>
            <a:spLocks noGrp="1"/>
          </p:cNvSpPr>
          <p:nvPr>
            <p:ph type="title" hasCustomPrompt="1"/>
          </p:nvPr>
        </p:nvSpPr>
        <p:spPr>
          <a:xfrm>
            <a:off x="496789" y="430266"/>
            <a:ext cx="5421427" cy="2160591"/>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mj-lt"/>
                <a:ea typeface="+mn-ea"/>
                <a:cs typeface="Abbott Wallace Serif Light" pitchFamily="2" charset="77"/>
              </a:defRPr>
            </a:lvl1pPr>
          </a:lstStyle>
          <a:p>
            <a:pPr marL="0" lvl="0" indent="0" algn="l" defTabSz="914400" rtl="0" eaLnBrk="1" latinLnBrk="0" hangingPunct="1">
              <a:lnSpc>
                <a:spcPct val="90000"/>
              </a:lnSpc>
              <a:spcBef>
                <a:spcPts val="0"/>
              </a:spcBef>
              <a:buFont typeface="Arial" panose="020B0604020202020204" pitchFamily="34" charset="0"/>
              <a:buNone/>
            </a:pPr>
            <a:r>
              <a:rPr lang="en-US"/>
              <a:t>Title in Wallace Serif Light, 52 pt size, max 3 lines</a:t>
            </a:r>
          </a:p>
        </p:txBody>
      </p:sp>
      <p:sp>
        <p:nvSpPr>
          <p:cNvPr id="4" name="Picture Placeholder 3">
            <a:extLst>
              <a:ext uri="{FF2B5EF4-FFF2-40B4-BE49-F238E27FC236}">
                <a16:creationId xmlns:a16="http://schemas.microsoft.com/office/drawing/2014/main" id="{5A32047F-FF8B-E0EC-1F71-30B6462353E1}"/>
              </a:ext>
            </a:extLst>
          </p:cNvPr>
          <p:cNvSpPr>
            <a:spLocks noGrp="1"/>
          </p:cNvSpPr>
          <p:nvPr>
            <p:ph type="pic" sz="quarter" idx="20"/>
          </p:nvPr>
        </p:nvSpPr>
        <p:spPr>
          <a:xfrm>
            <a:off x="6251341" y="515422"/>
            <a:ext cx="5421428" cy="5824723"/>
          </a:xfrm>
          <a:custGeom>
            <a:avLst/>
            <a:gdLst>
              <a:gd name="connsiteX0" fmla="*/ 0 w 5421428"/>
              <a:gd name="connsiteY0" fmla="*/ 0 h 5824723"/>
              <a:gd name="connsiteX1" fmla="*/ 1966224 w 5421428"/>
              <a:gd name="connsiteY1" fmla="*/ 0 h 5824723"/>
              <a:gd name="connsiteX2" fmla="*/ 1966224 w 5421428"/>
              <a:gd name="connsiteY2" fmla="*/ 1 h 5824723"/>
              <a:gd name="connsiteX3" fmla="*/ 2950375 w 5421428"/>
              <a:gd name="connsiteY3" fmla="*/ 1 h 5824723"/>
              <a:gd name="connsiteX4" fmla="*/ 2950377 w 5421428"/>
              <a:gd name="connsiteY4" fmla="*/ 1 h 5824723"/>
              <a:gd name="connsiteX5" fmla="*/ 4193959 w 5421428"/>
              <a:gd name="connsiteY5" fmla="*/ 1 h 5824723"/>
              <a:gd name="connsiteX6" fmla="*/ 4193961 w 5421428"/>
              <a:gd name="connsiteY6" fmla="*/ 2 h 5824723"/>
              <a:gd name="connsiteX7" fmla="*/ 5340006 w 5421428"/>
              <a:gd name="connsiteY7" fmla="*/ 2 h 5824723"/>
              <a:gd name="connsiteX8" fmla="*/ 5421428 w 5421428"/>
              <a:gd name="connsiteY8" fmla="*/ 81423 h 5824723"/>
              <a:gd name="connsiteX9" fmla="*/ 5421428 w 5421428"/>
              <a:gd name="connsiteY9" fmla="*/ 1410351 h 5824723"/>
              <a:gd name="connsiteX10" fmla="*/ 5421428 w 5421428"/>
              <a:gd name="connsiteY10" fmla="*/ 1884803 h 5824723"/>
              <a:gd name="connsiteX11" fmla="*/ 5421428 w 5421428"/>
              <a:gd name="connsiteY11" fmla="*/ 2446669 h 5824723"/>
              <a:gd name="connsiteX12" fmla="*/ 5421428 w 5421428"/>
              <a:gd name="connsiteY12" fmla="*/ 3213731 h 5824723"/>
              <a:gd name="connsiteX13" fmla="*/ 5421428 w 5421428"/>
              <a:gd name="connsiteY13" fmla="*/ 3275725 h 5824723"/>
              <a:gd name="connsiteX14" fmla="*/ 5421428 w 5421428"/>
              <a:gd name="connsiteY14" fmla="*/ 3939920 h 5824723"/>
              <a:gd name="connsiteX15" fmla="*/ 5421428 w 5421428"/>
              <a:gd name="connsiteY15" fmla="*/ 4250051 h 5824723"/>
              <a:gd name="connsiteX16" fmla="*/ 5421428 w 5421428"/>
              <a:gd name="connsiteY16" fmla="*/ 5079107 h 5824723"/>
              <a:gd name="connsiteX17" fmla="*/ 5421428 w 5421428"/>
              <a:gd name="connsiteY17" fmla="*/ 5743302 h 5824723"/>
              <a:gd name="connsiteX18" fmla="*/ 5340006 w 5421428"/>
              <a:gd name="connsiteY18" fmla="*/ 5824723 h 5824723"/>
              <a:gd name="connsiteX19" fmla="*/ 4193959 w 5421428"/>
              <a:gd name="connsiteY19" fmla="*/ 5824723 h 5824723"/>
              <a:gd name="connsiteX20" fmla="*/ 3536625 w 5421428"/>
              <a:gd name="connsiteY20" fmla="*/ 5824723 h 5824723"/>
              <a:gd name="connsiteX21" fmla="*/ 2950375 w 5421428"/>
              <a:gd name="connsiteY21" fmla="*/ 5824723 h 5824723"/>
              <a:gd name="connsiteX22" fmla="*/ 2390577 w 5421428"/>
              <a:gd name="connsiteY22" fmla="*/ 5824723 h 5824723"/>
              <a:gd name="connsiteX23" fmla="*/ 1884803 w 5421428"/>
              <a:gd name="connsiteY23" fmla="*/ 5824723 h 5824723"/>
              <a:gd name="connsiteX24" fmla="*/ 1146993 w 5421428"/>
              <a:gd name="connsiteY24" fmla="*/ 5824723 h 5824723"/>
              <a:gd name="connsiteX25" fmla="*/ 81421 w 5421428"/>
              <a:gd name="connsiteY25" fmla="*/ 5824723 h 5824723"/>
              <a:gd name="connsiteX26" fmla="*/ 0 w 5421428"/>
              <a:gd name="connsiteY26" fmla="*/ 5743302 h 5824723"/>
              <a:gd name="connsiteX27" fmla="*/ 0 w 5421428"/>
              <a:gd name="connsiteY27" fmla="*/ 5079107 h 5824723"/>
              <a:gd name="connsiteX28" fmla="*/ 0 w 5421428"/>
              <a:gd name="connsiteY28" fmla="*/ 4250051 h 5824723"/>
              <a:gd name="connsiteX29" fmla="*/ 0 w 5421428"/>
              <a:gd name="connsiteY29" fmla="*/ 3939920 h 5824723"/>
              <a:gd name="connsiteX30" fmla="*/ 0 w 5421428"/>
              <a:gd name="connsiteY30" fmla="*/ 3275725 h 5824723"/>
              <a:gd name="connsiteX31" fmla="*/ 0 w 5421428"/>
              <a:gd name="connsiteY31" fmla="*/ 3213731 h 5824723"/>
              <a:gd name="connsiteX32" fmla="*/ 0 w 5421428"/>
              <a:gd name="connsiteY32" fmla="*/ 2446669 h 5824723"/>
              <a:gd name="connsiteX33" fmla="*/ 0 w 5421428"/>
              <a:gd name="connsiteY33" fmla="*/ 1966224 h 5824723"/>
              <a:gd name="connsiteX34" fmla="*/ 0 w 5421428"/>
              <a:gd name="connsiteY34" fmla="*/ 1410349 h 582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1428" h="5824723">
                <a:moveTo>
                  <a:pt x="0" y="0"/>
                </a:moveTo>
                <a:lnTo>
                  <a:pt x="1966224" y="0"/>
                </a:lnTo>
                <a:lnTo>
                  <a:pt x="1966224" y="1"/>
                </a:lnTo>
                <a:lnTo>
                  <a:pt x="2950375" y="1"/>
                </a:lnTo>
                <a:lnTo>
                  <a:pt x="2950377" y="1"/>
                </a:lnTo>
                <a:lnTo>
                  <a:pt x="4193959" y="1"/>
                </a:lnTo>
                <a:lnTo>
                  <a:pt x="4193961" y="2"/>
                </a:lnTo>
                <a:lnTo>
                  <a:pt x="5340006" y="2"/>
                </a:lnTo>
                <a:cubicBezTo>
                  <a:pt x="5384974" y="2"/>
                  <a:pt x="5421428" y="36455"/>
                  <a:pt x="5421428" y="81423"/>
                </a:cubicBezTo>
                <a:lnTo>
                  <a:pt x="5421428" y="1410351"/>
                </a:lnTo>
                <a:lnTo>
                  <a:pt x="5421428" y="1884803"/>
                </a:lnTo>
                <a:lnTo>
                  <a:pt x="5421428" y="2446669"/>
                </a:lnTo>
                <a:lnTo>
                  <a:pt x="5421428" y="3213731"/>
                </a:lnTo>
                <a:lnTo>
                  <a:pt x="5421428" y="3275725"/>
                </a:lnTo>
                <a:lnTo>
                  <a:pt x="5421428" y="3939920"/>
                </a:lnTo>
                <a:lnTo>
                  <a:pt x="5421428" y="4250051"/>
                </a:lnTo>
                <a:lnTo>
                  <a:pt x="5421428" y="5079107"/>
                </a:lnTo>
                <a:lnTo>
                  <a:pt x="5421428" y="5743302"/>
                </a:lnTo>
                <a:cubicBezTo>
                  <a:pt x="5421428" y="5788270"/>
                  <a:pt x="5384974" y="5824723"/>
                  <a:pt x="5340006" y="5824723"/>
                </a:cubicBezTo>
                <a:lnTo>
                  <a:pt x="4193959" y="5824723"/>
                </a:lnTo>
                <a:lnTo>
                  <a:pt x="3536625" y="5824723"/>
                </a:lnTo>
                <a:lnTo>
                  <a:pt x="2950375" y="5824723"/>
                </a:lnTo>
                <a:lnTo>
                  <a:pt x="2390577" y="5824723"/>
                </a:lnTo>
                <a:lnTo>
                  <a:pt x="1884803" y="5824723"/>
                </a:lnTo>
                <a:lnTo>
                  <a:pt x="1146993" y="5824723"/>
                </a:lnTo>
                <a:lnTo>
                  <a:pt x="81421" y="5824723"/>
                </a:lnTo>
                <a:cubicBezTo>
                  <a:pt x="36453" y="5824723"/>
                  <a:pt x="0" y="5788270"/>
                  <a:pt x="0" y="5743302"/>
                </a:cubicBezTo>
                <a:lnTo>
                  <a:pt x="0" y="5079107"/>
                </a:lnTo>
                <a:lnTo>
                  <a:pt x="0" y="4250051"/>
                </a:lnTo>
                <a:lnTo>
                  <a:pt x="0" y="3939920"/>
                </a:lnTo>
                <a:lnTo>
                  <a:pt x="0" y="3275725"/>
                </a:lnTo>
                <a:lnTo>
                  <a:pt x="0" y="3213731"/>
                </a:lnTo>
                <a:lnTo>
                  <a:pt x="0" y="2446669"/>
                </a:lnTo>
                <a:lnTo>
                  <a:pt x="0" y="1966224"/>
                </a:lnTo>
                <a:lnTo>
                  <a:pt x="0" y="1410349"/>
                </a:lnTo>
                <a:close/>
              </a:path>
            </a:pathLst>
          </a:custGeom>
          <a:solidFill>
            <a:schemeClr val="bg1">
              <a:lumMod val="85000"/>
            </a:schemeClr>
          </a:solidFill>
        </p:spPr>
        <p:txBody>
          <a:bodyPr wrap="square">
            <a:noAutofit/>
          </a:bodyPr>
          <a:lstStyle/>
          <a:p>
            <a:r>
              <a:rPr lang="en-US"/>
              <a:t>Click icon to add picture</a:t>
            </a:r>
          </a:p>
        </p:txBody>
      </p:sp>
    </p:spTree>
    <p:extLst>
      <p:ext uri="{BB962C8B-B14F-4D97-AF65-F5344CB8AC3E}">
        <p14:creationId xmlns:p14="http://schemas.microsoft.com/office/powerpoint/2010/main" val="362442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slide 10 (print friendly) ">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C3F80B-7E7C-5B9A-8D63-6A6826177151}"/>
              </a:ext>
            </a:extLst>
          </p:cNvPr>
          <p:cNvPicPr>
            <a:picLocks noChangeAspect="1"/>
          </p:cNvPicPr>
          <p:nvPr userDrawn="1"/>
        </p:nvPicPr>
        <p:blipFill>
          <a:blip r:embed="rId2"/>
          <a:stretch>
            <a:fillRect/>
          </a:stretch>
        </p:blipFill>
        <p:spPr>
          <a:xfrm>
            <a:off x="523185" y="5524100"/>
            <a:ext cx="5387100" cy="845344"/>
          </a:xfrm>
          <a:prstGeom prst="rect">
            <a:avLst/>
          </a:prstGeom>
        </p:spPr>
      </p:pic>
      <p:sp>
        <p:nvSpPr>
          <p:cNvPr id="14" name="Text Placeholder 13">
            <a:extLst>
              <a:ext uri="{FF2B5EF4-FFF2-40B4-BE49-F238E27FC236}">
                <a16:creationId xmlns:a16="http://schemas.microsoft.com/office/drawing/2014/main" id="{2630F0A1-9AE7-7850-501F-0A147C31F293}"/>
              </a:ext>
            </a:extLst>
          </p:cNvPr>
          <p:cNvSpPr>
            <a:spLocks noGrp="1"/>
          </p:cNvSpPr>
          <p:nvPr>
            <p:ph type="body" sz="quarter" idx="19" hasCustomPrompt="1"/>
          </p:nvPr>
        </p:nvSpPr>
        <p:spPr>
          <a:xfrm>
            <a:off x="523742" y="823967"/>
            <a:ext cx="5387099" cy="205184"/>
          </a:xfrm>
        </p:spPr>
        <p:txBody>
          <a:bodyPr wrap="square">
            <a:spAutoFit/>
          </a:bodyPr>
          <a:lstStyle>
            <a:lvl1pPr marL="0" indent="0" algn="l" defTabSz="914400" rtl="0" eaLnBrk="1" latinLnBrk="0" hangingPunct="1">
              <a:lnSpc>
                <a:spcPct val="100000"/>
              </a:lnSpc>
              <a:spcBef>
                <a:spcPts val="0"/>
              </a:spcBef>
              <a:buFont typeface="Arial" panose="020B0604020202020204" pitchFamily="34" charset="0"/>
              <a:buNone/>
              <a:defRPr lang="en-US" sz="1600" b="0" i="0" kern="100" spc="-100" baseline="0" dirty="0">
                <a:solidFill>
                  <a:srgbClr val="000075"/>
                </a:solidFill>
                <a:latin typeface="Abbott Wallace Sans Light" pitchFamily="2" charset="77"/>
                <a:ea typeface="+mn-ea"/>
                <a:cs typeface="Abbott Wallace Sans Light" pitchFamily="2" charset="77"/>
              </a:defRPr>
            </a:lvl1pPr>
            <a:lvl2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a:solidFill>
                  <a:schemeClr val="bg1"/>
                </a:solidFill>
                <a:latin typeface="Abbott Wallace Sans Light" pitchFamily="2" charset="77"/>
                <a:ea typeface="+mn-ea"/>
                <a:cs typeface="Abbott Wallace Sans Light" pitchFamily="2" charset="77"/>
              </a:defRPr>
            </a:lvl5pPr>
          </a:lstStyle>
          <a:p>
            <a:pPr marL="0" marR="0" lvl="0" indent="0" algn="l" defTabSz="914400" rtl="0" eaLnBrk="1" fontAlgn="auto" latinLnBrk="0" hangingPunct="1">
              <a:lnSpc>
                <a:spcPts val="1600"/>
              </a:lnSpc>
              <a:spcBef>
                <a:spcPts val="0"/>
              </a:spcBef>
              <a:spcAft>
                <a:spcPts val="0"/>
              </a:spcAft>
              <a:buClrTx/>
              <a:buSzTx/>
              <a:buFont typeface="Arial" panose="020B0604020202020204" pitchFamily="34" charset="0"/>
              <a:buNone/>
              <a:tabLst/>
            </a:pPr>
            <a:r>
              <a:rPr lang="en-US"/>
              <a:t>Title in Wallace Sans, size 16 pt, 1 line only</a:t>
            </a:r>
          </a:p>
        </p:txBody>
      </p:sp>
      <p:sp>
        <p:nvSpPr>
          <p:cNvPr id="4" name="Title 5">
            <a:extLst>
              <a:ext uri="{FF2B5EF4-FFF2-40B4-BE49-F238E27FC236}">
                <a16:creationId xmlns:a16="http://schemas.microsoft.com/office/drawing/2014/main" id="{B8CE7BA7-B959-522F-56CD-24760C3E72CF}"/>
              </a:ext>
            </a:extLst>
          </p:cNvPr>
          <p:cNvSpPr>
            <a:spLocks noGrp="1"/>
          </p:cNvSpPr>
          <p:nvPr>
            <p:ph type="title" hasCustomPrompt="1"/>
          </p:nvPr>
        </p:nvSpPr>
        <p:spPr>
          <a:xfrm>
            <a:off x="496789" y="1284084"/>
            <a:ext cx="5387099" cy="2160591"/>
          </a:xfrm>
        </p:spPr>
        <p:txBody>
          <a:bodyPr vert="horz" wrap="square" lIns="0" tIns="0" rIns="0" bIns="0" rtlCol="0">
            <a:spAutoFit/>
          </a:bodyPr>
          <a:lstStyle>
            <a:lvl1pPr marL="0" indent="0" algn="l" defTabSz="914400" rtl="0" eaLnBrk="1" latinLnBrk="0" hangingPunct="1">
              <a:lnSpc>
                <a:spcPct val="90000"/>
              </a:lnSpc>
              <a:spcBef>
                <a:spcPts val="0"/>
              </a:spcBef>
              <a:buFont typeface="Arial" panose="020B0604020202020204" pitchFamily="34" charset="0"/>
              <a:buNone/>
              <a:defRPr lang="en-US" sz="5200" b="0" i="0" kern="1200" spc="-100" baseline="0" dirty="0">
                <a:solidFill>
                  <a:srgbClr val="000075"/>
                </a:solidFill>
                <a:latin typeface="+mj-lt"/>
                <a:ea typeface="+mn-ea"/>
                <a:cs typeface="Abbott Wallace Serif Light" pitchFamily="2" charset="77"/>
              </a:defRPr>
            </a:lvl1pPr>
          </a:lstStyle>
          <a:p>
            <a:pPr marL="0" lvl="0" indent="0" algn="l" defTabSz="914400" rtl="0" eaLnBrk="1" latinLnBrk="0" hangingPunct="1">
              <a:lnSpc>
                <a:spcPct val="90000"/>
              </a:lnSpc>
              <a:spcBef>
                <a:spcPts val="0"/>
              </a:spcBef>
              <a:buFont typeface="Arial" panose="020B0604020202020204" pitchFamily="34" charset="0"/>
              <a:buNone/>
            </a:pPr>
            <a:r>
              <a:rPr lang="en-US"/>
              <a:t>Title in Wallace Serif Light, 52 pt size, max 3 lines</a:t>
            </a:r>
          </a:p>
        </p:txBody>
      </p:sp>
      <p:cxnSp>
        <p:nvCxnSpPr>
          <p:cNvPr id="6" name="Straight Connector 5">
            <a:extLst>
              <a:ext uri="{FF2B5EF4-FFF2-40B4-BE49-F238E27FC236}">
                <a16:creationId xmlns:a16="http://schemas.microsoft.com/office/drawing/2014/main" id="{870AB698-7037-11CB-FD77-0D73C5796F48}"/>
              </a:ext>
            </a:extLst>
          </p:cNvPr>
          <p:cNvCxnSpPr>
            <a:cxnSpLocks/>
          </p:cNvCxnSpPr>
          <p:nvPr userDrawn="1"/>
        </p:nvCxnSpPr>
        <p:spPr>
          <a:xfrm>
            <a:off x="523742" y="508954"/>
            <a:ext cx="5396324"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48648DA0-8021-A72D-FF61-D75D10F95623}"/>
              </a:ext>
            </a:extLst>
          </p:cNvPr>
          <p:cNvSpPr>
            <a:spLocks noGrp="1"/>
          </p:cNvSpPr>
          <p:nvPr>
            <p:ph type="pic" sz="quarter" idx="20"/>
          </p:nvPr>
        </p:nvSpPr>
        <p:spPr>
          <a:xfrm>
            <a:off x="6251341" y="515422"/>
            <a:ext cx="5421428" cy="5824723"/>
          </a:xfrm>
          <a:custGeom>
            <a:avLst/>
            <a:gdLst>
              <a:gd name="connsiteX0" fmla="*/ 0 w 5421428"/>
              <a:gd name="connsiteY0" fmla="*/ 0 h 5824723"/>
              <a:gd name="connsiteX1" fmla="*/ 1966224 w 5421428"/>
              <a:gd name="connsiteY1" fmla="*/ 0 h 5824723"/>
              <a:gd name="connsiteX2" fmla="*/ 1966224 w 5421428"/>
              <a:gd name="connsiteY2" fmla="*/ 1 h 5824723"/>
              <a:gd name="connsiteX3" fmla="*/ 2950375 w 5421428"/>
              <a:gd name="connsiteY3" fmla="*/ 1 h 5824723"/>
              <a:gd name="connsiteX4" fmla="*/ 2950377 w 5421428"/>
              <a:gd name="connsiteY4" fmla="*/ 1 h 5824723"/>
              <a:gd name="connsiteX5" fmla="*/ 4193959 w 5421428"/>
              <a:gd name="connsiteY5" fmla="*/ 1 h 5824723"/>
              <a:gd name="connsiteX6" fmla="*/ 4193961 w 5421428"/>
              <a:gd name="connsiteY6" fmla="*/ 2 h 5824723"/>
              <a:gd name="connsiteX7" fmla="*/ 5340006 w 5421428"/>
              <a:gd name="connsiteY7" fmla="*/ 2 h 5824723"/>
              <a:gd name="connsiteX8" fmla="*/ 5421428 w 5421428"/>
              <a:gd name="connsiteY8" fmla="*/ 81423 h 5824723"/>
              <a:gd name="connsiteX9" fmla="*/ 5421428 w 5421428"/>
              <a:gd name="connsiteY9" fmla="*/ 1410351 h 5824723"/>
              <a:gd name="connsiteX10" fmla="*/ 5421428 w 5421428"/>
              <a:gd name="connsiteY10" fmla="*/ 1884803 h 5824723"/>
              <a:gd name="connsiteX11" fmla="*/ 5421428 w 5421428"/>
              <a:gd name="connsiteY11" fmla="*/ 2446669 h 5824723"/>
              <a:gd name="connsiteX12" fmla="*/ 5421428 w 5421428"/>
              <a:gd name="connsiteY12" fmla="*/ 3213731 h 5824723"/>
              <a:gd name="connsiteX13" fmla="*/ 5421428 w 5421428"/>
              <a:gd name="connsiteY13" fmla="*/ 3275725 h 5824723"/>
              <a:gd name="connsiteX14" fmla="*/ 5421428 w 5421428"/>
              <a:gd name="connsiteY14" fmla="*/ 3939920 h 5824723"/>
              <a:gd name="connsiteX15" fmla="*/ 5421428 w 5421428"/>
              <a:gd name="connsiteY15" fmla="*/ 4250051 h 5824723"/>
              <a:gd name="connsiteX16" fmla="*/ 5421428 w 5421428"/>
              <a:gd name="connsiteY16" fmla="*/ 5079107 h 5824723"/>
              <a:gd name="connsiteX17" fmla="*/ 5421428 w 5421428"/>
              <a:gd name="connsiteY17" fmla="*/ 5743302 h 5824723"/>
              <a:gd name="connsiteX18" fmla="*/ 5340006 w 5421428"/>
              <a:gd name="connsiteY18" fmla="*/ 5824723 h 5824723"/>
              <a:gd name="connsiteX19" fmla="*/ 4193959 w 5421428"/>
              <a:gd name="connsiteY19" fmla="*/ 5824723 h 5824723"/>
              <a:gd name="connsiteX20" fmla="*/ 3536625 w 5421428"/>
              <a:gd name="connsiteY20" fmla="*/ 5824723 h 5824723"/>
              <a:gd name="connsiteX21" fmla="*/ 2950375 w 5421428"/>
              <a:gd name="connsiteY21" fmla="*/ 5824723 h 5824723"/>
              <a:gd name="connsiteX22" fmla="*/ 2390577 w 5421428"/>
              <a:gd name="connsiteY22" fmla="*/ 5824723 h 5824723"/>
              <a:gd name="connsiteX23" fmla="*/ 1884803 w 5421428"/>
              <a:gd name="connsiteY23" fmla="*/ 5824723 h 5824723"/>
              <a:gd name="connsiteX24" fmla="*/ 1146993 w 5421428"/>
              <a:gd name="connsiteY24" fmla="*/ 5824723 h 5824723"/>
              <a:gd name="connsiteX25" fmla="*/ 81421 w 5421428"/>
              <a:gd name="connsiteY25" fmla="*/ 5824723 h 5824723"/>
              <a:gd name="connsiteX26" fmla="*/ 0 w 5421428"/>
              <a:gd name="connsiteY26" fmla="*/ 5743302 h 5824723"/>
              <a:gd name="connsiteX27" fmla="*/ 0 w 5421428"/>
              <a:gd name="connsiteY27" fmla="*/ 5079107 h 5824723"/>
              <a:gd name="connsiteX28" fmla="*/ 0 w 5421428"/>
              <a:gd name="connsiteY28" fmla="*/ 4250051 h 5824723"/>
              <a:gd name="connsiteX29" fmla="*/ 0 w 5421428"/>
              <a:gd name="connsiteY29" fmla="*/ 3939920 h 5824723"/>
              <a:gd name="connsiteX30" fmla="*/ 0 w 5421428"/>
              <a:gd name="connsiteY30" fmla="*/ 3275725 h 5824723"/>
              <a:gd name="connsiteX31" fmla="*/ 0 w 5421428"/>
              <a:gd name="connsiteY31" fmla="*/ 3213731 h 5824723"/>
              <a:gd name="connsiteX32" fmla="*/ 0 w 5421428"/>
              <a:gd name="connsiteY32" fmla="*/ 2446669 h 5824723"/>
              <a:gd name="connsiteX33" fmla="*/ 0 w 5421428"/>
              <a:gd name="connsiteY33" fmla="*/ 1966224 h 5824723"/>
              <a:gd name="connsiteX34" fmla="*/ 0 w 5421428"/>
              <a:gd name="connsiteY34" fmla="*/ 1410349 h 582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1428" h="5824723">
                <a:moveTo>
                  <a:pt x="0" y="0"/>
                </a:moveTo>
                <a:lnTo>
                  <a:pt x="1966224" y="0"/>
                </a:lnTo>
                <a:lnTo>
                  <a:pt x="1966224" y="1"/>
                </a:lnTo>
                <a:lnTo>
                  <a:pt x="2950375" y="1"/>
                </a:lnTo>
                <a:lnTo>
                  <a:pt x="2950377" y="1"/>
                </a:lnTo>
                <a:lnTo>
                  <a:pt x="4193959" y="1"/>
                </a:lnTo>
                <a:lnTo>
                  <a:pt x="4193961" y="2"/>
                </a:lnTo>
                <a:lnTo>
                  <a:pt x="5340006" y="2"/>
                </a:lnTo>
                <a:cubicBezTo>
                  <a:pt x="5384974" y="2"/>
                  <a:pt x="5421428" y="36455"/>
                  <a:pt x="5421428" y="81423"/>
                </a:cubicBezTo>
                <a:lnTo>
                  <a:pt x="5421428" y="1410351"/>
                </a:lnTo>
                <a:lnTo>
                  <a:pt x="5421428" y="1884803"/>
                </a:lnTo>
                <a:lnTo>
                  <a:pt x="5421428" y="2446669"/>
                </a:lnTo>
                <a:lnTo>
                  <a:pt x="5421428" y="3213731"/>
                </a:lnTo>
                <a:lnTo>
                  <a:pt x="5421428" y="3275725"/>
                </a:lnTo>
                <a:lnTo>
                  <a:pt x="5421428" y="3939920"/>
                </a:lnTo>
                <a:lnTo>
                  <a:pt x="5421428" y="4250051"/>
                </a:lnTo>
                <a:lnTo>
                  <a:pt x="5421428" y="5079107"/>
                </a:lnTo>
                <a:lnTo>
                  <a:pt x="5421428" y="5743302"/>
                </a:lnTo>
                <a:cubicBezTo>
                  <a:pt x="5421428" y="5788270"/>
                  <a:pt x="5384974" y="5824723"/>
                  <a:pt x="5340006" y="5824723"/>
                </a:cubicBezTo>
                <a:lnTo>
                  <a:pt x="4193959" y="5824723"/>
                </a:lnTo>
                <a:lnTo>
                  <a:pt x="3536625" y="5824723"/>
                </a:lnTo>
                <a:lnTo>
                  <a:pt x="2950375" y="5824723"/>
                </a:lnTo>
                <a:lnTo>
                  <a:pt x="2390577" y="5824723"/>
                </a:lnTo>
                <a:lnTo>
                  <a:pt x="1884803" y="5824723"/>
                </a:lnTo>
                <a:lnTo>
                  <a:pt x="1146993" y="5824723"/>
                </a:lnTo>
                <a:lnTo>
                  <a:pt x="81421" y="5824723"/>
                </a:lnTo>
                <a:cubicBezTo>
                  <a:pt x="36453" y="5824723"/>
                  <a:pt x="0" y="5788270"/>
                  <a:pt x="0" y="5743302"/>
                </a:cubicBezTo>
                <a:lnTo>
                  <a:pt x="0" y="5079107"/>
                </a:lnTo>
                <a:lnTo>
                  <a:pt x="0" y="4250051"/>
                </a:lnTo>
                <a:lnTo>
                  <a:pt x="0" y="3939920"/>
                </a:lnTo>
                <a:lnTo>
                  <a:pt x="0" y="3275725"/>
                </a:lnTo>
                <a:lnTo>
                  <a:pt x="0" y="3213731"/>
                </a:lnTo>
                <a:lnTo>
                  <a:pt x="0" y="2446669"/>
                </a:lnTo>
                <a:lnTo>
                  <a:pt x="0" y="1966224"/>
                </a:lnTo>
                <a:lnTo>
                  <a:pt x="0" y="1410349"/>
                </a:lnTo>
                <a:close/>
              </a:path>
            </a:pathLst>
          </a:custGeom>
          <a:solidFill>
            <a:schemeClr val="bg1">
              <a:lumMod val="85000"/>
            </a:schemeClr>
          </a:solidFill>
        </p:spPr>
        <p:txBody>
          <a:bodyPr wrap="square">
            <a:noAutofit/>
          </a:bodyPr>
          <a:lstStyle/>
          <a:p>
            <a:r>
              <a:rPr lang="en-US"/>
              <a:t>Click icon to add picture</a:t>
            </a:r>
          </a:p>
        </p:txBody>
      </p:sp>
    </p:spTree>
    <p:extLst>
      <p:ext uri="{BB962C8B-B14F-4D97-AF65-F5344CB8AC3E}">
        <p14:creationId xmlns:p14="http://schemas.microsoft.com/office/powerpoint/2010/main" val="3646698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1 (print friendly)">
    <p:bg>
      <p:bgPr>
        <a:solidFill>
          <a:schemeClr val="bg1"/>
        </a:solidFill>
        <a:effectLst/>
      </p:bgPr>
    </p:bg>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CF4667B6-799F-1B58-C55A-42A3D32B796E}"/>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accent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Tree>
    <p:extLst>
      <p:ext uri="{BB962C8B-B14F-4D97-AF65-F5344CB8AC3E}">
        <p14:creationId xmlns:p14="http://schemas.microsoft.com/office/powerpoint/2010/main" val="3465144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4843CD5-4CE0-BD90-DF81-E2CB9B0B59DE}"/>
              </a:ext>
            </a:extLst>
          </p:cNvPr>
          <p:cNvSpPr>
            <a:spLocks noGrp="1"/>
          </p:cNvSpPr>
          <p:nvPr>
            <p:ph type="pic" sz="quarter" idx="10"/>
          </p:nvPr>
        </p:nvSpPr>
        <p:spPr>
          <a:xfrm>
            <a:off x="514348" y="515420"/>
            <a:ext cx="11155680" cy="5824728"/>
          </a:xfrm>
          <a:custGeom>
            <a:avLst/>
            <a:gdLst>
              <a:gd name="connsiteX0" fmla="*/ 1 w 11155680"/>
              <a:gd name="connsiteY0" fmla="*/ 0 h 5824728"/>
              <a:gd name="connsiteX1" fmla="*/ 81422 w 11155680"/>
              <a:gd name="connsiteY1" fmla="*/ 0 h 5824728"/>
              <a:gd name="connsiteX2" fmla="*/ 722183 w 11155680"/>
              <a:gd name="connsiteY2" fmla="*/ 0 h 5824728"/>
              <a:gd name="connsiteX3" fmla="*/ 1884805 w 11155680"/>
              <a:gd name="connsiteY3" fmla="*/ 0 h 5824728"/>
              <a:gd name="connsiteX4" fmla="*/ 1884806 w 11155680"/>
              <a:gd name="connsiteY4" fmla="*/ 0 h 5824728"/>
              <a:gd name="connsiteX5" fmla="*/ 2402900 w 11155680"/>
              <a:gd name="connsiteY5" fmla="*/ 0 h 5824728"/>
              <a:gd name="connsiteX6" fmla="*/ 2402901 w 11155680"/>
              <a:gd name="connsiteY6" fmla="*/ 0 h 5824728"/>
              <a:gd name="connsiteX7" fmla="*/ 2860100 w 11155680"/>
              <a:gd name="connsiteY7" fmla="*/ 0 h 5824728"/>
              <a:gd name="connsiteX8" fmla="*/ 3571300 w 11155680"/>
              <a:gd name="connsiteY8" fmla="*/ 0 h 5824728"/>
              <a:gd name="connsiteX9" fmla="*/ 4384100 w 11155680"/>
              <a:gd name="connsiteY9" fmla="*/ 0 h 5824728"/>
              <a:gd name="connsiteX10" fmla="*/ 5196900 w 11155680"/>
              <a:gd name="connsiteY10" fmla="*/ 0 h 5824728"/>
              <a:gd name="connsiteX11" fmla="*/ 5920800 w 11155680"/>
              <a:gd name="connsiteY11" fmla="*/ 0 h 5824728"/>
              <a:gd name="connsiteX12" fmla="*/ 5920800 w 11155680"/>
              <a:gd name="connsiteY12" fmla="*/ 1 h 5824728"/>
              <a:gd name="connsiteX13" fmla="*/ 6835200 w 11155680"/>
              <a:gd name="connsiteY13" fmla="*/ 1 h 5824728"/>
              <a:gd name="connsiteX14" fmla="*/ 7508300 w 11155680"/>
              <a:gd name="connsiteY14" fmla="*/ 1 h 5824728"/>
              <a:gd name="connsiteX15" fmla="*/ 8359200 w 11155680"/>
              <a:gd name="connsiteY15" fmla="*/ 1 h 5824728"/>
              <a:gd name="connsiteX16" fmla="*/ 8956100 w 11155680"/>
              <a:gd name="connsiteY16" fmla="*/ 1 h 5824728"/>
              <a:gd name="connsiteX17" fmla="*/ 9895900 w 11155680"/>
              <a:gd name="connsiteY17" fmla="*/ 1 h 5824728"/>
              <a:gd name="connsiteX18" fmla="*/ 11077000 w 11155680"/>
              <a:gd name="connsiteY18" fmla="*/ 1 h 5824728"/>
              <a:gd name="connsiteX19" fmla="*/ 11152022 w 11155680"/>
              <a:gd name="connsiteY19" fmla="*/ 49729 h 5824728"/>
              <a:gd name="connsiteX20" fmla="*/ 11155680 w 11155680"/>
              <a:gd name="connsiteY20" fmla="*/ 67850 h 5824728"/>
              <a:gd name="connsiteX21" fmla="*/ 11155680 w 11155680"/>
              <a:gd name="connsiteY21" fmla="*/ 5756869 h 5824728"/>
              <a:gd name="connsiteX22" fmla="*/ 11152020 w 11155680"/>
              <a:gd name="connsiteY22" fmla="*/ 5775000 h 5824728"/>
              <a:gd name="connsiteX23" fmla="*/ 11076996 w 11155680"/>
              <a:gd name="connsiteY23" fmla="*/ 5824728 h 5824728"/>
              <a:gd name="connsiteX24" fmla="*/ 9756196 w 11155680"/>
              <a:gd name="connsiteY24" fmla="*/ 5824728 h 5824728"/>
              <a:gd name="connsiteX25" fmla="*/ 9273616 w 11155680"/>
              <a:gd name="connsiteY25" fmla="*/ 5824728 h 5824728"/>
              <a:gd name="connsiteX26" fmla="*/ 8384596 w 11155680"/>
              <a:gd name="connsiteY26" fmla="*/ 5824728 h 5824728"/>
              <a:gd name="connsiteX27" fmla="*/ 7952816 w 11155680"/>
              <a:gd name="connsiteY27" fmla="*/ 5824728 h 5824728"/>
              <a:gd name="connsiteX28" fmla="*/ 7317796 w 11155680"/>
              <a:gd name="connsiteY28" fmla="*/ 5824728 h 5824728"/>
              <a:gd name="connsiteX29" fmla="*/ 6581216 w 11155680"/>
              <a:gd name="connsiteY29" fmla="*/ 5824728 h 5824728"/>
              <a:gd name="connsiteX30" fmla="*/ 6060496 w 11155680"/>
              <a:gd name="connsiteY30" fmla="*/ 5824728 h 5824728"/>
              <a:gd name="connsiteX31" fmla="*/ 5514416 w 11155680"/>
              <a:gd name="connsiteY31" fmla="*/ 5824728 h 5824728"/>
              <a:gd name="connsiteX32" fmla="*/ 4917496 w 11155680"/>
              <a:gd name="connsiteY32" fmla="*/ 5824728 h 5824728"/>
              <a:gd name="connsiteX33" fmla="*/ 4257116 w 11155680"/>
              <a:gd name="connsiteY33" fmla="*/ 5824728 h 5824728"/>
              <a:gd name="connsiteX34" fmla="*/ 3571298 w 11155680"/>
              <a:gd name="connsiteY34" fmla="*/ 5824728 h 5824728"/>
              <a:gd name="connsiteX35" fmla="*/ 3114116 w 11155680"/>
              <a:gd name="connsiteY35" fmla="*/ 5824728 h 5824728"/>
              <a:gd name="connsiteX36" fmla="*/ 2796598 w 11155680"/>
              <a:gd name="connsiteY36" fmla="*/ 5824728 h 5824728"/>
              <a:gd name="connsiteX37" fmla="*/ 1884803 w 11155680"/>
              <a:gd name="connsiteY37" fmla="*/ 5824728 h 5824728"/>
              <a:gd name="connsiteX38" fmla="*/ 1767915 w 11155680"/>
              <a:gd name="connsiteY38" fmla="*/ 5824728 h 5824728"/>
              <a:gd name="connsiteX39" fmla="*/ 993216 w 11155680"/>
              <a:gd name="connsiteY39" fmla="*/ 5824728 h 5824728"/>
              <a:gd name="connsiteX40" fmla="*/ 81421 w 11155680"/>
              <a:gd name="connsiteY40" fmla="*/ 5824728 h 5824728"/>
              <a:gd name="connsiteX41" fmla="*/ 0 w 11155680"/>
              <a:gd name="connsiteY41" fmla="*/ 5743307 h 5824728"/>
              <a:gd name="connsiteX42" fmla="*/ 0 w 11155680"/>
              <a:gd name="connsiteY42" fmla="*/ 4379976 h 5824728"/>
              <a:gd name="connsiteX43" fmla="*/ 0 w 11155680"/>
              <a:gd name="connsiteY43" fmla="*/ 2311884 h 5824728"/>
              <a:gd name="connsiteX44" fmla="*/ 3 w 11155680"/>
              <a:gd name="connsiteY44" fmla="*/ 2311884 h 5824728"/>
              <a:gd name="connsiteX45" fmla="*/ 3 w 11155680"/>
              <a:gd name="connsiteY45" fmla="*/ 1884813 h 5824728"/>
              <a:gd name="connsiteX46" fmla="*/ 1 w 11155680"/>
              <a:gd name="connsiteY46" fmla="*/ 1884803 h 5824728"/>
              <a:gd name="connsiteX47" fmla="*/ 1 w 11155680"/>
              <a:gd name="connsiteY47" fmla="*/ 867508 h 5824728"/>
              <a:gd name="connsiteX48" fmla="*/ 1 w 11155680"/>
              <a:gd name="connsiteY48" fmla="*/ 81421 h 582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155680" h="5824728">
                <a:moveTo>
                  <a:pt x="1" y="0"/>
                </a:moveTo>
                <a:lnTo>
                  <a:pt x="81422" y="0"/>
                </a:lnTo>
                <a:lnTo>
                  <a:pt x="722183" y="0"/>
                </a:lnTo>
                <a:lnTo>
                  <a:pt x="1884805" y="0"/>
                </a:lnTo>
                <a:lnTo>
                  <a:pt x="1884806" y="0"/>
                </a:lnTo>
                <a:lnTo>
                  <a:pt x="2402900" y="0"/>
                </a:lnTo>
                <a:lnTo>
                  <a:pt x="2402901" y="0"/>
                </a:lnTo>
                <a:lnTo>
                  <a:pt x="2860100" y="0"/>
                </a:lnTo>
                <a:lnTo>
                  <a:pt x="3571300" y="0"/>
                </a:lnTo>
                <a:lnTo>
                  <a:pt x="4384100" y="0"/>
                </a:lnTo>
                <a:lnTo>
                  <a:pt x="5196900" y="0"/>
                </a:lnTo>
                <a:lnTo>
                  <a:pt x="5920800" y="0"/>
                </a:lnTo>
                <a:lnTo>
                  <a:pt x="5920800" y="1"/>
                </a:lnTo>
                <a:lnTo>
                  <a:pt x="6835200" y="1"/>
                </a:lnTo>
                <a:lnTo>
                  <a:pt x="7508300" y="1"/>
                </a:lnTo>
                <a:lnTo>
                  <a:pt x="8359200" y="1"/>
                </a:lnTo>
                <a:lnTo>
                  <a:pt x="8956100" y="1"/>
                </a:lnTo>
                <a:lnTo>
                  <a:pt x="9895900" y="1"/>
                </a:lnTo>
                <a:lnTo>
                  <a:pt x="11077000" y="1"/>
                </a:lnTo>
                <a:cubicBezTo>
                  <a:pt x="11110726" y="1"/>
                  <a:pt x="11139662" y="20506"/>
                  <a:pt x="11152022" y="49729"/>
                </a:cubicBezTo>
                <a:lnTo>
                  <a:pt x="11155680" y="67850"/>
                </a:lnTo>
                <a:lnTo>
                  <a:pt x="11155680" y="5756869"/>
                </a:lnTo>
                <a:lnTo>
                  <a:pt x="11152020" y="5775000"/>
                </a:lnTo>
                <a:cubicBezTo>
                  <a:pt x="11139658" y="5804223"/>
                  <a:pt x="11110722" y="5824728"/>
                  <a:pt x="11076996" y="5824728"/>
                </a:cubicBezTo>
                <a:lnTo>
                  <a:pt x="9756196" y="5824728"/>
                </a:lnTo>
                <a:lnTo>
                  <a:pt x="9273616" y="5824728"/>
                </a:lnTo>
                <a:lnTo>
                  <a:pt x="8384596" y="5824728"/>
                </a:lnTo>
                <a:lnTo>
                  <a:pt x="7952816" y="5824728"/>
                </a:lnTo>
                <a:lnTo>
                  <a:pt x="7317796" y="5824728"/>
                </a:lnTo>
                <a:lnTo>
                  <a:pt x="6581216" y="5824728"/>
                </a:lnTo>
                <a:lnTo>
                  <a:pt x="6060496" y="5824728"/>
                </a:lnTo>
                <a:lnTo>
                  <a:pt x="5514416" y="5824728"/>
                </a:lnTo>
                <a:lnTo>
                  <a:pt x="4917496" y="5824728"/>
                </a:lnTo>
                <a:lnTo>
                  <a:pt x="4257116" y="5824728"/>
                </a:lnTo>
                <a:lnTo>
                  <a:pt x="3571298" y="5824728"/>
                </a:lnTo>
                <a:lnTo>
                  <a:pt x="3114116" y="5824728"/>
                </a:lnTo>
                <a:lnTo>
                  <a:pt x="2796598" y="5824728"/>
                </a:lnTo>
                <a:lnTo>
                  <a:pt x="1884803" y="5824728"/>
                </a:lnTo>
                <a:lnTo>
                  <a:pt x="1767915" y="5824728"/>
                </a:lnTo>
                <a:lnTo>
                  <a:pt x="993216" y="5824728"/>
                </a:lnTo>
                <a:lnTo>
                  <a:pt x="81421" y="5824728"/>
                </a:lnTo>
                <a:cubicBezTo>
                  <a:pt x="36453" y="5824728"/>
                  <a:pt x="0" y="5788275"/>
                  <a:pt x="0" y="5743307"/>
                </a:cubicBezTo>
                <a:lnTo>
                  <a:pt x="0" y="4379976"/>
                </a:lnTo>
                <a:lnTo>
                  <a:pt x="0" y="2311884"/>
                </a:lnTo>
                <a:lnTo>
                  <a:pt x="3" y="2311884"/>
                </a:lnTo>
                <a:lnTo>
                  <a:pt x="3" y="1884813"/>
                </a:lnTo>
                <a:lnTo>
                  <a:pt x="1" y="1884803"/>
                </a:lnTo>
                <a:lnTo>
                  <a:pt x="1" y="867508"/>
                </a:lnTo>
                <a:lnTo>
                  <a:pt x="1" y="81421"/>
                </a:lnTo>
                <a:close/>
              </a:path>
            </a:pathLst>
          </a:custGeom>
          <a:solidFill>
            <a:schemeClr val="bg1">
              <a:lumMod val="85000"/>
            </a:schemeClr>
          </a:solidFill>
        </p:spPr>
        <p:txBody>
          <a:bodyPr wrap="square">
            <a:noAutofit/>
          </a:bodyPr>
          <a:lstStyle/>
          <a:p>
            <a:r>
              <a:rPr lang="en-US"/>
              <a:t>Click icon to add picture</a:t>
            </a:r>
          </a:p>
        </p:txBody>
      </p:sp>
      <p:sp>
        <p:nvSpPr>
          <p:cNvPr id="2" name="Title 5">
            <a:extLst>
              <a:ext uri="{FF2B5EF4-FFF2-40B4-BE49-F238E27FC236}">
                <a16:creationId xmlns:a16="http://schemas.microsoft.com/office/drawing/2014/main" id="{0D99F163-621B-7B50-FA9C-CF666FBE2F71}"/>
              </a:ext>
            </a:extLst>
          </p:cNvPr>
          <p:cNvSpPr>
            <a:spLocks noGrp="1"/>
          </p:cNvSpPr>
          <p:nvPr>
            <p:ph type="title" hasCustomPrompt="1"/>
          </p:nvPr>
        </p:nvSpPr>
        <p:spPr>
          <a:xfrm>
            <a:off x="843700" y="797858"/>
            <a:ext cx="8061190" cy="1410643"/>
          </a:xfrm>
        </p:spPr>
        <p:txBody>
          <a:bodyPr vert="horz" wrap="square" lIns="0" tIns="0" rIns="0" bIns="0" rtlCol="0">
            <a:spAutoFit/>
          </a:bodyPr>
          <a:lstStyle>
            <a:lvl1pPr marL="0" indent="0" algn="l" defTabSz="914400" rtl="0" eaLnBrk="1" latinLnBrk="0" hangingPunct="1">
              <a:lnSpc>
                <a:spcPts val="5500"/>
              </a:lnSpc>
              <a:spcBef>
                <a:spcPct val="0"/>
              </a:spcBef>
              <a:buFont typeface="Arial" panose="020B0604020202020204" pitchFamily="34" charset="0"/>
              <a:buNone/>
              <a:defRPr lang="en-IN" sz="5200" kern="1200" spc="-100" baseline="0" dirty="0">
                <a:solidFill>
                  <a:schemeClr val="bg1"/>
                </a:solidFill>
                <a:latin typeface="Wallace Serif Light" pitchFamily="2" charset="0"/>
                <a:ea typeface="+mj-ea"/>
                <a:cs typeface="Wallace Serif Light" pitchFamily="2" charset="0"/>
              </a:defRPr>
            </a:lvl1pPr>
          </a:lstStyle>
          <a:p>
            <a:r>
              <a:rPr lang="en-IN" sz="4800">
                <a:solidFill>
                  <a:schemeClr val="bg1"/>
                </a:solidFill>
              </a:rPr>
              <a:t>Title in Wallace Serif Light, </a:t>
            </a:r>
            <a:br>
              <a:rPr lang="en-IN" sz="4800">
                <a:solidFill>
                  <a:schemeClr val="bg1"/>
                </a:solidFill>
              </a:rPr>
            </a:br>
            <a:r>
              <a:rPr lang="en-IN" sz="4800">
                <a:solidFill>
                  <a:schemeClr val="bg1"/>
                </a:solidFill>
              </a:rPr>
              <a:t>52 point size, 2 lines max</a:t>
            </a:r>
          </a:p>
        </p:txBody>
      </p:sp>
    </p:spTree>
    <p:extLst>
      <p:ext uri="{BB962C8B-B14F-4D97-AF65-F5344CB8AC3E}">
        <p14:creationId xmlns:p14="http://schemas.microsoft.com/office/powerpoint/2010/main" val="3173933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1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8256608"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8256607" cy="3729944"/>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Tree>
    <p:extLst>
      <p:ext uri="{BB962C8B-B14F-4D97-AF65-F5344CB8AC3E}">
        <p14:creationId xmlns:p14="http://schemas.microsoft.com/office/powerpoint/2010/main" val="775636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1 column, 2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3" name="Text Placeholder 14">
            <a:extLst>
              <a:ext uri="{FF2B5EF4-FFF2-40B4-BE49-F238E27FC236}">
                <a16:creationId xmlns:a16="http://schemas.microsoft.com/office/drawing/2014/main" id="{7D8EF943-2E71-3C78-7B8C-767D1A59E8CF}"/>
              </a:ext>
            </a:extLst>
          </p:cNvPr>
          <p:cNvSpPr>
            <a:spLocks noGrp="1"/>
          </p:cNvSpPr>
          <p:nvPr>
            <p:ph type="body" sz="quarter" idx="17" hasCustomPrompt="1"/>
          </p:nvPr>
        </p:nvSpPr>
        <p:spPr>
          <a:xfrm>
            <a:off x="510789" y="1904402"/>
            <a:ext cx="7362549"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4" name="Text Placeholder 16">
            <a:extLst>
              <a:ext uri="{FF2B5EF4-FFF2-40B4-BE49-F238E27FC236}">
                <a16:creationId xmlns:a16="http://schemas.microsoft.com/office/drawing/2014/main" id="{EF2DA017-4030-F18E-6BCD-5C2172F6861A}"/>
              </a:ext>
            </a:extLst>
          </p:cNvPr>
          <p:cNvSpPr>
            <a:spLocks noGrp="1"/>
          </p:cNvSpPr>
          <p:nvPr>
            <p:ph type="body" sz="quarter" idx="18" hasCustomPrompt="1"/>
          </p:nvPr>
        </p:nvSpPr>
        <p:spPr>
          <a:xfrm>
            <a:off x="510789" y="2249723"/>
            <a:ext cx="7362549" cy="53604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200" dirty="0">
                <a:solidFill>
                  <a:schemeClr val="tx1"/>
                </a:solidFill>
                <a:latin typeface="Wallace Sans BETA Light" pitchFamily="2" charset="77"/>
                <a:ea typeface="+mn-ea"/>
                <a:cs typeface="Wallace Sans BETA Light" pitchFamily="2" charset="77"/>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lgn="l" defTabSz="914400" rtl="0" eaLnBrk="1" latinLnBrk="0" hangingPunct="1">
              <a:lnSpc>
                <a:spcPct val="100000"/>
              </a:lnSpc>
              <a:spcBef>
                <a:spcPts val="600"/>
              </a:spcBef>
              <a:buFont typeface="Arial" panose="020B0604020202020204" pitchFamily="34" charset="0"/>
              <a:buChar char="•"/>
            </a:pPr>
            <a:r>
              <a:rPr lang="en-US">
                <a:latin typeface="Wallace Sans BETA Light" pitchFamily="2" charset="77"/>
                <a:cs typeface="Wallace Sans BETA Light" pitchFamily="2" charset="77"/>
              </a:rPr>
              <a:t>Increase list 2 levels for next indent level; text formatting and line spacing are automatic</a:t>
            </a:r>
          </a:p>
        </p:txBody>
      </p:sp>
      <p:sp>
        <p:nvSpPr>
          <p:cNvPr id="19" name="Text Placeholder 14">
            <a:extLst>
              <a:ext uri="{FF2B5EF4-FFF2-40B4-BE49-F238E27FC236}">
                <a16:creationId xmlns:a16="http://schemas.microsoft.com/office/drawing/2014/main" id="{50A1646B-D5E1-4251-745A-2AA5E112AB4B}"/>
              </a:ext>
            </a:extLst>
          </p:cNvPr>
          <p:cNvSpPr>
            <a:spLocks noGrp="1"/>
          </p:cNvSpPr>
          <p:nvPr>
            <p:ph type="body" sz="quarter" idx="19" hasCustomPrompt="1"/>
          </p:nvPr>
        </p:nvSpPr>
        <p:spPr>
          <a:xfrm>
            <a:off x="510789" y="3228943"/>
            <a:ext cx="7362549"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20" name="Text Placeholder 16">
            <a:extLst>
              <a:ext uri="{FF2B5EF4-FFF2-40B4-BE49-F238E27FC236}">
                <a16:creationId xmlns:a16="http://schemas.microsoft.com/office/drawing/2014/main" id="{7077EB4D-C95E-B2B5-838A-C1CEDBF26791}"/>
              </a:ext>
            </a:extLst>
          </p:cNvPr>
          <p:cNvSpPr>
            <a:spLocks noGrp="1"/>
          </p:cNvSpPr>
          <p:nvPr>
            <p:ph type="body" sz="quarter" idx="20" hasCustomPrompt="1"/>
          </p:nvPr>
        </p:nvSpPr>
        <p:spPr>
          <a:xfrm>
            <a:off x="510789" y="3587456"/>
            <a:ext cx="7362549" cy="1225977"/>
          </a:xfrm>
        </p:spPr>
        <p:txBody>
          <a:bodyPr wrap="square">
            <a:spAutoFit/>
          </a:bodyPr>
          <a:lstStyle>
            <a:lvl1pPr marL="9525" marR="0" indent="-9525"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chemeClr val="tx1"/>
                </a:solidFill>
                <a:latin typeface="Wallace Sans BETA Light" pitchFamily="2" charset="77"/>
                <a:ea typeface="+mn-ea"/>
                <a:cs typeface="Wallace Sans BETA Light" pitchFamily="2" charset="77"/>
              </a:defRPr>
            </a:lvl1pPr>
            <a:lvl2pPr marL="468313" marR="0" indent="-22542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lang="en-IN" sz="1200" b="0" i="0" kern="1200" dirty="0" smtClean="0">
                <a:solidFill>
                  <a:schemeClr val="tx1"/>
                </a:solidFill>
                <a:latin typeface="Wallace Sans Light" pitchFamily="2" charset="0"/>
                <a:ea typeface="+mn-ea"/>
                <a:cs typeface="Wallace Sans Light" pitchFamily="2" charset="0"/>
              </a:defRPr>
            </a:lvl2pPr>
            <a:lvl3pPr marL="412750" indent="-61913">
              <a:tabLst>
                <a:tab pos="357188" algn="l"/>
              </a:tabLst>
              <a:defRPr/>
            </a:lvl3pPr>
          </a:lstStyle>
          <a:p>
            <a:pPr marL="233363" indent="-233363">
              <a:spcBef>
                <a:spcPts val="1200"/>
              </a:spcBef>
              <a:buFont typeface="+mj-lt"/>
              <a:buAutoNum type="arabicPeriod"/>
            </a:pPr>
            <a:r>
              <a:rPr lang="en-IN"/>
              <a:t>Increase list 1 level for bulleted copy; text formatting and line spacing are automatic</a:t>
            </a:r>
          </a:p>
          <a:p>
            <a:pPr lvl="1">
              <a:buFont typeface="Arial" panose="020B0604020202020204" pitchFamily="34" charset="0"/>
              <a:buChar char="•"/>
            </a:pPr>
            <a:r>
              <a:rPr lang="en-IN"/>
              <a:t>Increase list 2 levels for next indent level; text formatting and line spacing are automatic</a:t>
            </a:r>
          </a:p>
          <a:p>
            <a:pPr marL="746125" lvl="2" indent="-287338">
              <a:tabLst/>
              <a:defRPr/>
            </a:pPr>
            <a:r>
              <a:rPr lang="en-IN"/>
              <a:t>Increase list 2 levels for next indent level; text formatting and line spacing are automatic</a:t>
            </a:r>
          </a:p>
          <a:p>
            <a:pPr marL="233363" indent="-233363">
              <a:spcBef>
                <a:spcPts val="1200"/>
              </a:spcBef>
              <a:buFont typeface="+mj-lt"/>
              <a:buAutoNum type="arabicPeriod"/>
            </a:pPr>
            <a:r>
              <a:rPr lang="en-IN"/>
              <a:t>Decrease list level as needed to get back to desired indent level</a:t>
            </a:r>
          </a:p>
        </p:txBody>
      </p:sp>
    </p:spTree>
    <p:extLst>
      <p:ext uri="{BB962C8B-B14F-4D97-AF65-F5344CB8AC3E}">
        <p14:creationId xmlns:p14="http://schemas.microsoft.com/office/powerpoint/2010/main" val="1071843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539496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5394960" cy="3733089"/>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4" name="Text Placeholder 14">
            <a:extLst>
              <a:ext uri="{FF2B5EF4-FFF2-40B4-BE49-F238E27FC236}">
                <a16:creationId xmlns:a16="http://schemas.microsoft.com/office/drawing/2014/main" id="{9459AD9E-4EAB-959F-843F-F7EEF2045C5A}"/>
              </a:ext>
            </a:extLst>
          </p:cNvPr>
          <p:cNvSpPr>
            <a:spLocks noGrp="1"/>
          </p:cNvSpPr>
          <p:nvPr>
            <p:ph type="body" sz="quarter" idx="13" hasCustomPrompt="1"/>
          </p:nvPr>
        </p:nvSpPr>
        <p:spPr>
          <a:xfrm>
            <a:off x="6281103" y="1904402"/>
            <a:ext cx="539496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5" name="Text Placeholder 16">
            <a:extLst>
              <a:ext uri="{FF2B5EF4-FFF2-40B4-BE49-F238E27FC236}">
                <a16:creationId xmlns:a16="http://schemas.microsoft.com/office/drawing/2014/main" id="{0A1D4634-E545-609C-DDE8-3DBE7BF6B8D4}"/>
              </a:ext>
            </a:extLst>
          </p:cNvPr>
          <p:cNvSpPr>
            <a:spLocks noGrp="1"/>
          </p:cNvSpPr>
          <p:nvPr>
            <p:ph type="body" sz="quarter" idx="14" hasCustomPrompt="1"/>
          </p:nvPr>
        </p:nvSpPr>
        <p:spPr>
          <a:xfrm>
            <a:off x="6281103" y="2275948"/>
            <a:ext cx="5394960" cy="3733089"/>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2" name="Text Placeholder 12">
            <a:extLst>
              <a:ext uri="{FF2B5EF4-FFF2-40B4-BE49-F238E27FC236}">
                <a16:creationId xmlns:a16="http://schemas.microsoft.com/office/drawing/2014/main" id="{FE4D78A7-A572-AFE2-5565-57B4676059C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1460142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2 column/cell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8D7829C-E97D-76EF-6A8C-752B1AC7E923}"/>
              </a:ext>
            </a:extLst>
          </p:cNvPr>
          <p:cNvSpPr/>
          <p:nvPr userDrawn="1"/>
        </p:nvSpPr>
        <p:spPr>
          <a:xfrm>
            <a:off x="514348" y="1933574"/>
            <a:ext cx="5403925" cy="4415597"/>
          </a:xfrm>
          <a:custGeom>
            <a:avLst/>
            <a:gdLst>
              <a:gd name="csX0" fmla="*/ 0 w 5403925"/>
              <a:gd name="csY0" fmla="*/ 0 h 4415597"/>
              <a:gd name="csX1" fmla="*/ 1385522 w 5403925"/>
              <a:gd name="csY1" fmla="*/ 0 h 4415597"/>
              <a:gd name="csX2" fmla="*/ 1763915 w 5403925"/>
              <a:gd name="csY2" fmla="*/ 0 h 4415597"/>
              <a:gd name="csX3" fmla="*/ 2299922 w 5403925"/>
              <a:gd name="csY3" fmla="*/ 0 h 4415597"/>
              <a:gd name="csX4" fmla="*/ 3188904 w 5403925"/>
              <a:gd name="csY4" fmla="*/ 0 h 4415597"/>
              <a:gd name="csX5" fmla="*/ 3519122 w 5403925"/>
              <a:gd name="csY5" fmla="*/ 0 h 4415597"/>
              <a:gd name="csX6" fmla="*/ 4103304 w 5403925"/>
              <a:gd name="csY6" fmla="*/ 0 h 4415597"/>
              <a:gd name="csX7" fmla="*/ 5322504 w 5403925"/>
              <a:gd name="csY7" fmla="*/ 0 h 4415597"/>
              <a:gd name="csX8" fmla="*/ 5403925 w 5403925"/>
              <a:gd name="csY8" fmla="*/ 81421 h 4415597"/>
              <a:gd name="csX9" fmla="*/ 5403925 w 5403925"/>
              <a:gd name="csY9" fmla="*/ 1601743 h 4415597"/>
              <a:gd name="csX10" fmla="*/ 5403925 w 5403925"/>
              <a:gd name="csY10" fmla="*/ 1884803 h 4415597"/>
              <a:gd name="csX11" fmla="*/ 5403925 w 5403925"/>
              <a:gd name="csY11" fmla="*/ 2200833 h 4415597"/>
              <a:gd name="csX12" fmla="*/ 5403925 w 5403925"/>
              <a:gd name="csY12" fmla="*/ 2530794 h 4415597"/>
              <a:gd name="csX13" fmla="*/ 5403925 w 5403925"/>
              <a:gd name="csY13" fmla="*/ 3405125 h 4415597"/>
              <a:gd name="csX14" fmla="*/ 5403925 w 5403925"/>
              <a:gd name="csY14" fmla="*/ 4004215 h 4415597"/>
              <a:gd name="csX15" fmla="*/ 5403925 w 5403925"/>
              <a:gd name="csY15" fmla="*/ 4334176 h 4415597"/>
              <a:gd name="csX16" fmla="*/ 5322504 w 5403925"/>
              <a:gd name="csY16" fmla="*/ 4415597 h 4415597"/>
              <a:gd name="csX17" fmla="*/ 3985527 w 5403925"/>
              <a:gd name="csY17" fmla="*/ 4415597 h 4415597"/>
              <a:gd name="csX18" fmla="*/ 3519122 w 5403925"/>
              <a:gd name="csY18" fmla="*/ 4415597 h 4415597"/>
              <a:gd name="csX19" fmla="*/ 2931427 w 5403925"/>
              <a:gd name="csY19" fmla="*/ 4415597 h 4415597"/>
              <a:gd name="csX20" fmla="*/ 2182145 w 5403925"/>
              <a:gd name="csY20" fmla="*/ 4415597 h 4415597"/>
              <a:gd name="csX21" fmla="*/ 1884803 w 5403925"/>
              <a:gd name="csY21" fmla="*/ 4415597 h 4415597"/>
              <a:gd name="csX22" fmla="*/ 1128045 w 5403925"/>
              <a:gd name="csY22" fmla="*/ 4415597 h 4415597"/>
              <a:gd name="csX23" fmla="*/ 81421 w 5403925"/>
              <a:gd name="csY23" fmla="*/ 4415597 h 4415597"/>
              <a:gd name="csX24" fmla="*/ 0 w 5403925"/>
              <a:gd name="csY24" fmla="*/ 4334176 h 4415597"/>
              <a:gd name="csX25" fmla="*/ 0 w 5403925"/>
              <a:gd name="csY25" fmla="*/ 2551921 h 4415597"/>
              <a:gd name="csX26" fmla="*/ 0 w 5403925"/>
              <a:gd name="csY26" fmla="*/ 253079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403925" h="4415597">
                <a:moveTo>
                  <a:pt x="0" y="0"/>
                </a:moveTo>
                <a:lnTo>
                  <a:pt x="1385522" y="0"/>
                </a:lnTo>
                <a:lnTo>
                  <a:pt x="1763915" y="0"/>
                </a:lnTo>
                <a:lnTo>
                  <a:pt x="2299922" y="0"/>
                </a:lnTo>
                <a:lnTo>
                  <a:pt x="3188904" y="0"/>
                </a:lnTo>
                <a:lnTo>
                  <a:pt x="3519122" y="0"/>
                </a:lnTo>
                <a:lnTo>
                  <a:pt x="4103304" y="0"/>
                </a:lnTo>
                <a:lnTo>
                  <a:pt x="5322504" y="0"/>
                </a:lnTo>
                <a:cubicBezTo>
                  <a:pt x="5367472" y="0"/>
                  <a:pt x="5403925" y="36453"/>
                  <a:pt x="5403925" y="81421"/>
                </a:cubicBezTo>
                <a:lnTo>
                  <a:pt x="5403925" y="1601743"/>
                </a:lnTo>
                <a:lnTo>
                  <a:pt x="5403925" y="1884803"/>
                </a:lnTo>
                <a:lnTo>
                  <a:pt x="5403925" y="2200833"/>
                </a:lnTo>
                <a:lnTo>
                  <a:pt x="5403925" y="2530794"/>
                </a:lnTo>
                <a:lnTo>
                  <a:pt x="5403925" y="3405125"/>
                </a:lnTo>
                <a:lnTo>
                  <a:pt x="5403925" y="4004215"/>
                </a:lnTo>
                <a:lnTo>
                  <a:pt x="5403925" y="4334176"/>
                </a:lnTo>
                <a:cubicBezTo>
                  <a:pt x="5403925" y="4379144"/>
                  <a:pt x="5367472" y="4415597"/>
                  <a:pt x="5322504" y="4415597"/>
                </a:cubicBezTo>
                <a:lnTo>
                  <a:pt x="3985527" y="4415597"/>
                </a:lnTo>
                <a:lnTo>
                  <a:pt x="3519122" y="4415597"/>
                </a:lnTo>
                <a:lnTo>
                  <a:pt x="2931427" y="4415597"/>
                </a:lnTo>
                <a:lnTo>
                  <a:pt x="2182145" y="4415597"/>
                </a:lnTo>
                <a:lnTo>
                  <a:pt x="1884803" y="4415597"/>
                </a:lnTo>
                <a:lnTo>
                  <a:pt x="1128045" y="4415597"/>
                </a:lnTo>
                <a:lnTo>
                  <a:pt x="81421" y="4415597"/>
                </a:lnTo>
                <a:cubicBezTo>
                  <a:pt x="36453" y="4415597"/>
                  <a:pt x="0" y="4379144"/>
                  <a:pt x="0" y="4334176"/>
                </a:cubicBezTo>
                <a:lnTo>
                  <a:pt x="0" y="2551921"/>
                </a:lnTo>
                <a:lnTo>
                  <a:pt x="0" y="25307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A8662A85-8CD5-E72A-433E-EDFB997BCBFA}"/>
              </a:ext>
            </a:extLst>
          </p:cNvPr>
          <p:cNvSpPr/>
          <p:nvPr userDrawn="1"/>
        </p:nvSpPr>
        <p:spPr>
          <a:xfrm>
            <a:off x="6272138" y="1933574"/>
            <a:ext cx="5403925" cy="4415597"/>
          </a:xfrm>
          <a:custGeom>
            <a:avLst/>
            <a:gdLst>
              <a:gd name="csX0" fmla="*/ 0 w 5403925"/>
              <a:gd name="csY0" fmla="*/ 0 h 4415597"/>
              <a:gd name="csX1" fmla="*/ 1385522 w 5403925"/>
              <a:gd name="csY1" fmla="*/ 0 h 4415597"/>
              <a:gd name="csX2" fmla="*/ 1763915 w 5403925"/>
              <a:gd name="csY2" fmla="*/ 0 h 4415597"/>
              <a:gd name="csX3" fmla="*/ 2299922 w 5403925"/>
              <a:gd name="csY3" fmla="*/ 0 h 4415597"/>
              <a:gd name="csX4" fmla="*/ 3188904 w 5403925"/>
              <a:gd name="csY4" fmla="*/ 0 h 4415597"/>
              <a:gd name="csX5" fmla="*/ 3519122 w 5403925"/>
              <a:gd name="csY5" fmla="*/ 0 h 4415597"/>
              <a:gd name="csX6" fmla="*/ 4103304 w 5403925"/>
              <a:gd name="csY6" fmla="*/ 0 h 4415597"/>
              <a:gd name="csX7" fmla="*/ 5322504 w 5403925"/>
              <a:gd name="csY7" fmla="*/ 0 h 4415597"/>
              <a:gd name="csX8" fmla="*/ 5403925 w 5403925"/>
              <a:gd name="csY8" fmla="*/ 81421 h 4415597"/>
              <a:gd name="csX9" fmla="*/ 5403925 w 5403925"/>
              <a:gd name="csY9" fmla="*/ 1601743 h 4415597"/>
              <a:gd name="csX10" fmla="*/ 5403925 w 5403925"/>
              <a:gd name="csY10" fmla="*/ 1884803 h 4415597"/>
              <a:gd name="csX11" fmla="*/ 5403925 w 5403925"/>
              <a:gd name="csY11" fmla="*/ 2200833 h 4415597"/>
              <a:gd name="csX12" fmla="*/ 5403925 w 5403925"/>
              <a:gd name="csY12" fmla="*/ 2530794 h 4415597"/>
              <a:gd name="csX13" fmla="*/ 5403925 w 5403925"/>
              <a:gd name="csY13" fmla="*/ 3405125 h 4415597"/>
              <a:gd name="csX14" fmla="*/ 5403925 w 5403925"/>
              <a:gd name="csY14" fmla="*/ 4004215 h 4415597"/>
              <a:gd name="csX15" fmla="*/ 5403925 w 5403925"/>
              <a:gd name="csY15" fmla="*/ 4334176 h 4415597"/>
              <a:gd name="csX16" fmla="*/ 5322504 w 5403925"/>
              <a:gd name="csY16" fmla="*/ 4415597 h 4415597"/>
              <a:gd name="csX17" fmla="*/ 3985527 w 5403925"/>
              <a:gd name="csY17" fmla="*/ 4415597 h 4415597"/>
              <a:gd name="csX18" fmla="*/ 3519122 w 5403925"/>
              <a:gd name="csY18" fmla="*/ 4415597 h 4415597"/>
              <a:gd name="csX19" fmla="*/ 2931427 w 5403925"/>
              <a:gd name="csY19" fmla="*/ 4415597 h 4415597"/>
              <a:gd name="csX20" fmla="*/ 2182145 w 5403925"/>
              <a:gd name="csY20" fmla="*/ 4415597 h 4415597"/>
              <a:gd name="csX21" fmla="*/ 1884803 w 5403925"/>
              <a:gd name="csY21" fmla="*/ 4415597 h 4415597"/>
              <a:gd name="csX22" fmla="*/ 1128045 w 5403925"/>
              <a:gd name="csY22" fmla="*/ 4415597 h 4415597"/>
              <a:gd name="csX23" fmla="*/ 81421 w 5403925"/>
              <a:gd name="csY23" fmla="*/ 4415597 h 4415597"/>
              <a:gd name="csX24" fmla="*/ 0 w 5403925"/>
              <a:gd name="csY24" fmla="*/ 4334176 h 4415597"/>
              <a:gd name="csX25" fmla="*/ 0 w 5403925"/>
              <a:gd name="csY25" fmla="*/ 2551921 h 4415597"/>
              <a:gd name="csX26" fmla="*/ 0 w 5403925"/>
              <a:gd name="csY26" fmla="*/ 253079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403925" h="4415597">
                <a:moveTo>
                  <a:pt x="0" y="0"/>
                </a:moveTo>
                <a:lnTo>
                  <a:pt x="1385522" y="0"/>
                </a:lnTo>
                <a:lnTo>
                  <a:pt x="1763915" y="0"/>
                </a:lnTo>
                <a:lnTo>
                  <a:pt x="2299922" y="0"/>
                </a:lnTo>
                <a:lnTo>
                  <a:pt x="3188904" y="0"/>
                </a:lnTo>
                <a:lnTo>
                  <a:pt x="3519122" y="0"/>
                </a:lnTo>
                <a:lnTo>
                  <a:pt x="4103304" y="0"/>
                </a:lnTo>
                <a:lnTo>
                  <a:pt x="5322504" y="0"/>
                </a:lnTo>
                <a:cubicBezTo>
                  <a:pt x="5367472" y="0"/>
                  <a:pt x="5403925" y="36453"/>
                  <a:pt x="5403925" y="81421"/>
                </a:cubicBezTo>
                <a:lnTo>
                  <a:pt x="5403925" y="1601743"/>
                </a:lnTo>
                <a:lnTo>
                  <a:pt x="5403925" y="1884803"/>
                </a:lnTo>
                <a:lnTo>
                  <a:pt x="5403925" y="2200833"/>
                </a:lnTo>
                <a:lnTo>
                  <a:pt x="5403925" y="2530794"/>
                </a:lnTo>
                <a:lnTo>
                  <a:pt x="5403925" y="3405125"/>
                </a:lnTo>
                <a:lnTo>
                  <a:pt x="5403925" y="4004215"/>
                </a:lnTo>
                <a:lnTo>
                  <a:pt x="5403925" y="4334176"/>
                </a:lnTo>
                <a:cubicBezTo>
                  <a:pt x="5403925" y="4379144"/>
                  <a:pt x="5367472" y="4415597"/>
                  <a:pt x="5322504" y="4415597"/>
                </a:cubicBezTo>
                <a:lnTo>
                  <a:pt x="3985527" y="4415597"/>
                </a:lnTo>
                <a:lnTo>
                  <a:pt x="3519122" y="4415597"/>
                </a:lnTo>
                <a:lnTo>
                  <a:pt x="2931427" y="4415597"/>
                </a:lnTo>
                <a:lnTo>
                  <a:pt x="2182145" y="4415597"/>
                </a:lnTo>
                <a:lnTo>
                  <a:pt x="1884803" y="4415597"/>
                </a:lnTo>
                <a:lnTo>
                  <a:pt x="1128045" y="4415597"/>
                </a:lnTo>
                <a:lnTo>
                  <a:pt x="81421" y="4415597"/>
                </a:lnTo>
                <a:cubicBezTo>
                  <a:pt x="36453" y="4415597"/>
                  <a:pt x="0" y="4379144"/>
                  <a:pt x="0" y="4334176"/>
                </a:cubicBezTo>
                <a:lnTo>
                  <a:pt x="0" y="2551921"/>
                </a:lnTo>
                <a:lnTo>
                  <a:pt x="0" y="25307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714201" y="2130946"/>
            <a:ext cx="498813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18" name="Text Placeholder 17">
            <a:extLst>
              <a:ext uri="{FF2B5EF4-FFF2-40B4-BE49-F238E27FC236}">
                <a16:creationId xmlns:a16="http://schemas.microsoft.com/office/drawing/2014/main" id="{CBBF4E58-4B65-80EA-EAC0-84FC9702F59D}"/>
              </a:ext>
            </a:extLst>
          </p:cNvPr>
          <p:cNvSpPr>
            <a:spLocks noGrp="1"/>
          </p:cNvSpPr>
          <p:nvPr>
            <p:ph type="body" sz="quarter" idx="15" hasCustomPrompt="1"/>
          </p:nvPr>
        </p:nvSpPr>
        <p:spPr>
          <a:xfrm>
            <a:off x="714201" y="2454943"/>
            <a:ext cx="4988136" cy="3351894"/>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a:spcBef>
                <a:spcPts val="1200"/>
              </a:spcBef>
            </a:pPr>
            <a:endParaRPr lang="en-US">
              <a:solidFill>
                <a:srgbClr val="000075"/>
              </a:solidFill>
              <a:latin typeface="Wallace Sans BETA Light" pitchFamily="2" charset="77"/>
              <a:cs typeface="Wallace Sans BETA Light" pitchFamily="2" charset="77"/>
            </a:endParaRP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5" name="Text Placeholder 12">
            <a:extLst>
              <a:ext uri="{FF2B5EF4-FFF2-40B4-BE49-F238E27FC236}">
                <a16:creationId xmlns:a16="http://schemas.microsoft.com/office/drawing/2014/main" id="{2DF6D71C-3127-9225-E19B-B8C549A3ADE9}"/>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2" name="Text Placeholder 14">
            <a:extLst>
              <a:ext uri="{FF2B5EF4-FFF2-40B4-BE49-F238E27FC236}">
                <a16:creationId xmlns:a16="http://schemas.microsoft.com/office/drawing/2014/main" id="{4EC1DFD3-DAEA-CE15-85EF-C91755AA7A15}"/>
              </a:ext>
            </a:extLst>
          </p:cNvPr>
          <p:cNvSpPr>
            <a:spLocks noGrp="1"/>
          </p:cNvSpPr>
          <p:nvPr>
            <p:ph type="body" sz="quarter" idx="16" hasCustomPrompt="1"/>
          </p:nvPr>
        </p:nvSpPr>
        <p:spPr>
          <a:xfrm>
            <a:off x="6484515" y="2130946"/>
            <a:ext cx="498813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23" name="Text Placeholder 17">
            <a:extLst>
              <a:ext uri="{FF2B5EF4-FFF2-40B4-BE49-F238E27FC236}">
                <a16:creationId xmlns:a16="http://schemas.microsoft.com/office/drawing/2014/main" id="{42DDB55D-40BB-34EE-D058-23774E6B2F96}"/>
              </a:ext>
            </a:extLst>
          </p:cNvPr>
          <p:cNvSpPr>
            <a:spLocks noGrp="1"/>
          </p:cNvSpPr>
          <p:nvPr>
            <p:ph type="body" sz="quarter" idx="17" hasCustomPrompt="1"/>
          </p:nvPr>
        </p:nvSpPr>
        <p:spPr>
          <a:xfrm>
            <a:off x="6484515" y="2454943"/>
            <a:ext cx="4988136" cy="3351894"/>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a:spcBef>
                <a:spcPts val="1200"/>
              </a:spcBef>
            </a:pPr>
            <a:endParaRPr lang="en-US">
              <a:solidFill>
                <a:srgbClr val="000075"/>
              </a:solidFill>
              <a:latin typeface="Wallace Sans BETA Light" pitchFamily="2" charset="77"/>
              <a:cs typeface="Wallace Sans BETA Light" pitchFamily="2" charset="77"/>
            </a:endParaRP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Tree>
    <p:extLst>
      <p:ext uri="{BB962C8B-B14F-4D97-AF65-F5344CB8AC3E}">
        <p14:creationId xmlns:p14="http://schemas.microsoft.com/office/powerpoint/2010/main" val="36102628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slide">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6" name="Text Placeholder 22">
            <a:extLst>
              <a:ext uri="{FF2B5EF4-FFF2-40B4-BE49-F238E27FC236}">
                <a16:creationId xmlns:a16="http://schemas.microsoft.com/office/drawing/2014/main" id="{49F05E3A-EE26-EB3E-8983-223B54DCCFCF}"/>
              </a:ext>
            </a:extLst>
          </p:cNvPr>
          <p:cNvSpPr>
            <a:spLocks noGrp="1"/>
          </p:cNvSpPr>
          <p:nvPr>
            <p:ph type="body" sz="quarter" idx="11" hasCustomPrompt="1"/>
          </p:nvPr>
        </p:nvSpPr>
        <p:spPr>
          <a:xfrm>
            <a:off x="505994" y="2152324"/>
            <a:ext cx="149080"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1</a:t>
            </a:r>
          </a:p>
        </p:txBody>
      </p:sp>
      <p:sp>
        <p:nvSpPr>
          <p:cNvPr id="21" name="Text Placeholder 26">
            <a:extLst>
              <a:ext uri="{FF2B5EF4-FFF2-40B4-BE49-F238E27FC236}">
                <a16:creationId xmlns:a16="http://schemas.microsoft.com/office/drawing/2014/main" id="{F20A4283-1976-59BD-77FC-A8E9571D4FBE}"/>
              </a:ext>
            </a:extLst>
          </p:cNvPr>
          <p:cNvSpPr>
            <a:spLocks noGrp="1"/>
          </p:cNvSpPr>
          <p:nvPr>
            <p:ph type="body" sz="quarter" idx="14" hasCustomPrompt="1"/>
          </p:nvPr>
        </p:nvSpPr>
        <p:spPr>
          <a:xfrm>
            <a:off x="3378386" y="3110832"/>
            <a:ext cx="2545816" cy="2893168"/>
          </a:xfrm>
        </p:spPr>
        <p:txBody>
          <a:bodyPr>
            <a:no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b="0" i="0" kern="1200" dirty="0" smtClean="0">
                <a:solidFill>
                  <a:schemeClr val="tx1"/>
                </a:solidFill>
                <a:latin typeface="Wallace Sans Light" pitchFamily="2" charset="0"/>
                <a:ea typeface="+mn-ea"/>
                <a:cs typeface="Wallace Sans Light" pitchFamily="2" charset="0"/>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lvl="0"/>
            <a:endParaRPr lang="en-US"/>
          </a:p>
        </p:txBody>
      </p:sp>
      <p:sp>
        <p:nvSpPr>
          <p:cNvPr id="22" name="Text Placeholder 26">
            <a:extLst>
              <a:ext uri="{FF2B5EF4-FFF2-40B4-BE49-F238E27FC236}">
                <a16:creationId xmlns:a16="http://schemas.microsoft.com/office/drawing/2014/main" id="{CDE29AC1-6E9B-4B5B-1A3F-05F145502D5D}"/>
              </a:ext>
            </a:extLst>
          </p:cNvPr>
          <p:cNvSpPr>
            <a:spLocks noGrp="1"/>
          </p:cNvSpPr>
          <p:nvPr>
            <p:ph type="body" sz="quarter" idx="15" hasCustomPrompt="1"/>
          </p:nvPr>
        </p:nvSpPr>
        <p:spPr>
          <a:xfrm>
            <a:off x="6250778" y="3110832"/>
            <a:ext cx="2545816" cy="2893168"/>
          </a:xfrm>
        </p:spPr>
        <p:txBody>
          <a:bodyPr>
            <a:no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b="0" i="0" kern="1200" dirty="0" smtClean="0">
                <a:solidFill>
                  <a:schemeClr val="tx1"/>
                </a:solidFill>
                <a:latin typeface="Wallace Sans Light" pitchFamily="2" charset="0"/>
                <a:ea typeface="+mn-ea"/>
                <a:cs typeface="Wallace Sans Light" pitchFamily="2" charset="0"/>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lvl="0"/>
            <a:endParaRPr lang="en-US"/>
          </a:p>
        </p:txBody>
      </p:sp>
      <p:sp>
        <p:nvSpPr>
          <p:cNvPr id="23" name="Text Placeholder 26">
            <a:extLst>
              <a:ext uri="{FF2B5EF4-FFF2-40B4-BE49-F238E27FC236}">
                <a16:creationId xmlns:a16="http://schemas.microsoft.com/office/drawing/2014/main" id="{7B119D9B-0605-0E08-ED07-FF6757369D89}"/>
              </a:ext>
            </a:extLst>
          </p:cNvPr>
          <p:cNvSpPr>
            <a:spLocks noGrp="1"/>
          </p:cNvSpPr>
          <p:nvPr>
            <p:ph type="body" sz="quarter" idx="16" hasCustomPrompt="1"/>
          </p:nvPr>
        </p:nvSpPr>
        <p:spPr>
          <a:xfrm>
            <a:off x="9123169" y="3110832"/>
            <a:ext cx="2545816" cy="2893168"/>
          </a:xfrm>
        </p:spPr>
        <p:txBody>
          <a:bodyPr>
            <a:no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b="0" i="0" kern="1200" dirty="0" smtClean="0">
                <a:solidFill>
                  <a:schemeClr val="tx1"/>
                </a:solidFill>
                <a:latin typeface="Wallace Sans Light" pitchFamily="2" charset="0"/>
                <a:ea typeface="+mn-ea"/>
                <a:cs typeface="Wallace Sans Light" pitchFamily="2" charset="0"/>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lvl="0"/>
            <a:endParaRPr lang="en-US"/>
          </a:p>
        </p:txBody>
      </p:sp>
      <p:sp>
        <p:nvSpPr>
          <p:cNvPr id="24" name="Text Placeholder 22">
            <a:extLst>
              <a:ext uri="{FF2B5EF4-FFF2-40B4-BE49-F238E27FC236}">
                <a16:creationId xmlns:a16="http://schemas.microsoft.com/office/drawing/2014/main" id="{AD0646E9-57A6-F8F9-5435-C7550A12663A}"/>
              </a:ext>
            </a:extLst>
          </p:cNvPr>
          <p:cNvSpPr>
            <a:spLocks noGrp="1"/>
          </p:cNvSpPr>
          <p:nvPr>
            <p:ph type="body" sz="quarter" idx="17" hasCustomPrompt="1"/>
          </p:nvPr>
        </p:nvSpPr>
        <p:spPr>
          <a:xfrm>
            <a:off x="3378386" y="2152324"/>
            <a:ext cx="246862"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2</a:t>
            </a:r>
          </a:p>
        </p:txBody>
      </p:sp>
      <p:sp>
        <p:nvSpPr>
          <p:cNvPr id="25" name="Text Placeholder 22">
            <a:extLst>
              <a:ext uri="{FF2B5EF4-FFF2-40B4-BE49-F238E27FC236}">
                <a16:creationId xmlns:a16="http://schemas.microsoft.com/office/drawing/2014/main" id="{BD9526E7-05A0-642F-FEFF-7D31042CF546}"/>
              </a:ext>
            </a:extLst>
          </p:cNvPr>
          <p:cNvSpPr>
            <a:spLocks noGrp="1"/>
          </p:cNvSpPr>
          <p:nvPr>
            <p:ph type="body" sz="quarter" idx="18" hasCustomPrompt="1"/>
          </p:nvPr>
        </p:nvSpPr>
        <p:spPr>
          <a:xfrm>
            <a:off x="6250778" y="2152324"/>
            <a:ext cx="242054"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3</a:t>
            </a:r>
          </a:p>
        </p:txBody>
      </p:sp>
      <p:sp>
        <p:nvSpPr>
          <p:cNvPr id="26" name="Text Placeholder 22">
            <a:extLst>
              <a:ext uri="{FF2B5EF4-FFF2-40B4-BE49-F238E27FC236}">
                <a16:creationId xmlns:a16="http://schemas.microsoft.com/office/drawing/2014/main" id="{481F0BD5-4F93-FC59-1559-68DC71A39E8D}"/>
              </a:ext>
            </a:extLst>
          </p:cNvPr>
          <p:cNvSpPr>
            <a:spLocks noGrp="1"/>
          </p:cNvSpPr>
          <p:nvPr>
            <p:ph type="body" sz="quarter" idx="19" hasCustomPrompt="1"/>
          </p:nvPr>
        </p:nvSpPr>
        <p:spPr>
          <a:xfrm>
            <a:off x="9123169" y="2152324"/>
            <a:ext cx="272510"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4</a:t>
            </a:r>
          </a:p>
        </p:txBody>
      </p:sp>
      <p:sp>
        <p:nvSpPr>
          <p:cNvPr id="2" name="Text Placeholder 12">
            <a:extLst>
              <a:ext uri="{FF2B5EF4-FFF2-40B4-BE49-F238E27FC236}">
                <a16:creationId xmlns:a16="http://schemas.microsoft.com/office/drawing/2014/main" id="{E699FED2-2943-5EC0-51AF-E04D81888785}"/>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0" name="Text Placeholder 3">
            <a:extLst>
              <a:ext uri="{FF2B5EF4-FFF2-40B4-BE49-F238E27FC236}">
                <a16:creationId xmlns:a16="http://schemas.microsoft.com/office/drawing/2014/main" id="{68B43156-D991-339F-8042-A3388BC43E2F}"/>
              </a:ext>
            </a:extLst>
          </p:cNvPr>
          <p:cNvSpPr>
            <a:spLocks noGrp="1"/>
          </p:cNvSpPr>
          <p:nvPr>
            <p:ph type="body" sz="quarter" idx="20" hasCustomPrompt="1"/>
          </p:nvPr>
        </p:nvSpPr>
        <p:spPr>
          <a:xfrm>
            <a:off x="505994" y="3110832"/>
            <a:ext cx="2545816" cy="2892404"/>
          </a:xfrm>
        </p:spPr>
        <p:txBody>
          <a:bodyPr>
            <a:normAutofit/>
          </a:bodyPr>
          <a:lstStyle>
            <a:lvl1pPr>
              <a:defRPr lang="en-US" sz="1400" b="0" i="0" kern="1200" dirty="0">
                <a:solidFill>
                  <a:schemeClr val="tx1"/>
                </a:solidFill>
                <a:latin typeface="Wallace Sans Light" pitchFamily="2" charset="0"/>
                <a:ea typeface="+mn-ea"/>
                <a:cs typeface="Wallace Sans Light" pitchFamily="2" charset="0"/>
              </a:defRPr>
            </a:lvl1pPr>
          </a:lstStyle>
          <a:p>
            <a:pPr marL="0" marR="0" lvl="0" indent="0" algn="l" defTabSz="914400" rtl="0" eaLnBrk="1" fontAlgn="auto" latinLnBrk="0" hangingPunct="1">
              <a:lnSpc>
                <a:spcPts val="1900"/>
              </a:lnSpc>
              <a:spcBef>
                <a:spcPts val="600"/>
              </a:spcBef>
              <a:spcAft>
                <a:spcPts val="0"/>
              </a:spcAft>
              <a:buClrTx/>
              <a:buSzTx/>
              <a:buFont typeface="Abbott Wallace Sans Light" pitchFamily="50" charset="0"/>
              <a:buNone/>
              <a:tabLst/>
            </a:pPr>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marL="0" marR="0" lvl="0" indent="0" algn="l" defTabSz="914400" rtl="0" eaLnBrk="1" fontAlgn="auto" latinLnBrk="0" hangingPunct="1">
              <a:lnSpc>
                <a:spcPts val="1900"/>
              </a:lnSpc>
              <a:spcBef>
                <a:spcPts val="600"/>
              </a:spcBef>
              <a:spcAft>
                <a:spcPts val="0"/>
              </a:spcAft>
              <a:buClrTx/>
              <a:buSzTx/>
              <a:buFont typeface="Abbott Wallace Sans Light" pitchFamily="50" charset="0"/>
              <a:buNone/>
              <a:tabLst/>
            </a:pPr>
            <a:endParaRPr lang="en-US"/>
          </a:p>
        </p:txBody>
      </p:sp>
    </p:spTree>
    <p:extLst>
      <p:ext uri="{BB962C8B-B14F-4D97-AF65-F5344CB8AC3E}">
        <p14:creationId xmlns:p14="http://schemas.microsoft.com/office/powerpoint/2010/main" val="3516418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3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3501391"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3" name="Text Placeholder 14">
            <a:extLst>
              <a:ext uri="{FF2B5EF4-FFF2-40B4-BE49-F238E27FC236}">
                <a16:creationId xmlns:a16="http://schemas.microsoft.com/office/drawing/2014/main" id="{4AB513A6-1F22-6E3D-4314-7EB234E0B70E}"/>
              </a:ext>
            </a:extLst>
          </p:cNvPr>
          <p:cNvSpPr>
            <a:spLocks noGrp="1"/>
          </p:cNvSpPr>
          <p:nvPr>
            <p:ph type="body" sz="quarter" idx="13" hasCustomPrompt="1"/>
          </p:nvPr>
        </p:nvSpPr>
        <p:spPr>
          <a:xfrm>
            <a:off x="4342732"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6">
            <a:extLst>
              <a:ext uri="{FF2B5EF4-FFF2-40B4-BE49-F238E27FC236}">
                <a16:creationId xmlns:a16="http://schemas.microsoft.com/office/drawing/2014/main" id="{359EBFA9-464E-6426-FB7C-A80CCF9B9DE0}"/>
              </a:ext>
            </a:extLst>
          </p:cNvPr>
          <p:cNvSpPr>
            <a:spLocks noGrp="1"/>
          </p:cNvSpPr>
          <p:nvPr>
            <p:ph type="body" sz="quarter" idx="14" hasCustomPrompt="1"/>
          </p:nvPr>
        </p:nvSpPr>
        <p:spPr>
          <a:xfrm>
            <a:off x="4342731" y="2275948"/>
            <a:ext cx="3501391"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10" name="Text Placeholder 14">
            <a:extLst>
              <a:ext uri="{FF2B5EF4-FFF2-40B4-BE49-F238E27FC236}">
                <a16:creationId xmlns:a16="http://schemas.microsoft.com/office/drawing/2014/main" id="{CC71E150-8EBD-3D30-92E0-46C2C92E561E}"/>
              </a:ext>
            </a:extLst>
          </p:cNvPr>
          <p:cNvSpPr>
            <a:spLocks noGrp="1"/>
          </p:cNvSpPr>
          <p:nvPr>
            <p:ph type="body" sz="quarter" idx="15" hasCustomPrompt="1"/>
          </p:nvPr>
        </p:nvSpPr>
        <p:spPr>
          <a:xfrm>
            <a:off x="8174673"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1" name="Text Placeholder 16">
            <a:extLst>
              <a:ext uri="{FF2B5EF4-FFF2-40B4-BE49-F238E27FC236}">
                <a16:creationId xmlns:a16="http://schemas.microsoft.com/office/drawing/2014/main" id="{E22D93B6-FC2E-EA17-3A2F-3CC4C381573D}"/>
              </a:ext>
            </a:extLst>
          </p:cNvPr>
          <p:cNvSpPr>
            <a:spLocks noGrp="1"/>
          </p:cNvSpPr>
          <p:nvPr>
            <p:ph type="body" sz="quarter" idx="16" hasCustomPrompt="1"/>
          </p:nvPr>
        </p:nvSpPr>
        <p:spPr>
          <a:xfrm>
            <a:off x="8174672" y="2275948"/>
            <a:ext cx="3501391"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2" name="Text Placeholder 12">
            <a:extLst>
              <a:ext uri="{FF2B5EF4-FFF2-40B4-BE49-F238E27FC236}">
                <a16:creationId xmlns:a16="http://schemas.microsoft.com/office/drawing/2014/main" id="{0217BB01-96E3-FECE-C81C-4714A94A4682}"/>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373682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slide (3 column/cell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A8244CB-A485-2F83-F74B-A348BCDC702F}"/>
              </a:ext>
            </a:extLst>
          </p:cNvPr>
          <p:cNvSpPr/>
          <p:nvPr userDrawn="1"/>
        </p:nvSpPr>
        <p:spPr>
          <a:xfrm>
            <a:off x="8174673"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4CEB4BF4-1143-BD1C-1790-31029B54535D}"/>
              </a:ext>
            </a:extLst>
          </p:cNvPr>
          <p:cNvSpPr/>
          <p:nvPr userDrawn="1"/>
        </p:nvSpPr>
        <p:spPr>
          <a:xfrm>
            <a:off x="4342732"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3528D1D3-B3C2-70F7-D0DB-F7F38F71E277}"/>
              </a:ext>
            </a:extLst>
          </p:cNvPr>
          <p:cNvSpPr/>
          <p:nvPr userDrawn="1"/>
        </p:nvSpPr>
        <p:spPr>
          <a:xfrm>
            <a:off x="514348"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8" name="Text Placeholder 17">
            <a:extLst>
              <a:ext uri="{FF2B5EF4-FFF2-40B4-BE49-F238E27FC236}">
                <a16:creationId xmlns:a16="http://schemas.microsoft.com/office/drawing/2014/main" id="{CBBF4E58-4B65-80EA-EAC0-84FC9702F59D}"/>
              </a:ext>
            </a:extLst>
          </p:cNvPr>
          <p:cNvSpPr>
            <a:spLocks noGrp="1"/>
          </p:cNvSpPr>
          <p:nvPr>
            <p:ph type="body" sz="quarter" idx="15" hasCustomPrompt="1"/>
          </p:nvPr>
        </p:nvSpPr>
        <p:spPr>
          <a:xfrm>
            <a:off x="710522" y="2518606"/>
            <a:ext cx="3099966" cy="3309312"/>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20" name="Text Placeholder 14">
            <a:extLst>
              <a:ext uri="{FF2B5EF4-FFF2-40B4-BE49-F238E27FC236}">
                <a16:creationId xmlns:a16="http://schemas.microsoft.com/office/drawing/2014/main" id="{9D07ED68-3162-9C58-43BC-21BA2CF61D53}"/>
              </a:ext>
            </a:extLst>
          </p:cNvPr>
          <p:cNvSpPr>
            <a:spLocks noGrp="1"/>
          </p:cNvSpPr>
          <p:nvPr>
            <p:ph type="body" sz="quarter" idx="16" hasCustomPrompt="1"/>
          </p:nvPr>
        </p:nvSpPr>
        <p:spPr>
          <a:xfrm>
            <a:off x="710522" y="2124982"/>
            <a:ext cx="309996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2">
            <a:extLst>
              <a:ext uri="{FF2B5EF4-FFF2-40B4-BE49-F238E27FC236}">
                <a16:creationId xmlns:a16="http://schemas.microsoft.com/office/drawing/2014/main" id="{A601C22B-37A6-3B83-5034-02DDCE2ED12C}"/>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9" name="Text Placeholder 17">
            <a:extLst>
              <a:ext uri="{FF2B5EF4-FFF2-40B4-BE49-F238E27FC236}">
                <a16:creationId xmlns:a16="http://schemas.microsoft.com/office/drawing/2014/main" id="{5CF1B447-C7AF-6420-8C3C-4853EE66AAB8}"/>
              </a:ext>
            </a:extLst>
          </p:cNvPr>
          <p:cNvSpPr>
            <a:spLocks noGrp="1"/>
          </p:cNvSpPr>
          <p:nvPr>
            <p:ph type="body" sz="quarter" idx="17" hasCustomPrompt="1"/>
          </p:nvPr>
        </p:nvSpPr>
        <p:spPr>
          <a:xfrm>
            <a:off x="4543825" y="2518606"/>
            <a:ext cx="3099966" cy="3309312"/>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25" name="Text Placeholder 14">
            <a:extLst>
              <a:ext uri="{FF2B5EF4-FFF2-40B4-BE49-F238E27FC236}">
                <a16:creationId xmlns:a16="http://schemas.microsoft.com/office/drawing/2014/main" id="{F3BB1991-2F57-4180-01BC-F9CAC4979789}"/>
              </a:ext>
            </a:extLst>
          </p:cNvPr>
          <p:cNvSpPr>
            <a:spLocks noGrp="1"/>
          </p:cNvSpPr>
          <p:nvPr>
            <p:ph type="body" sz="quarter" idx="18" hasCustomPrompt="1"/>
          </p:nvPr>
        </p:nvSpPr>
        <p:spPr>
          <a:xfrm>
            <a:off x="4543825" y="2124982"/>
            <a:ext cx="309996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26" name="Text Placeholder 17">
            <a:extLst>
              <a:ext uri="{FF2B5EF4-FFF2-40B4-BE49-F238E27FC236}">
                <a16:creationId xmlns:a16="http://schemas.microsoft.com/office/drawing/2014/main" id="{5AAE3EE2-1598-1B69-F150-CF70D7B8543B}"/>
              </a:ext>
            </a:extLst>
          </p:cNvPr>
          <p:cNvSpPr>
            <a:spLocks noGrp="1"/>
          </p:cNvSpPr>
          <p:nvPr>
            <p:ph type="body" sz="quarter" idx="19" hasCustomPrompt="1"/>
          </p:nvPr>
        </p:nvSpPr>
        <p:spPr>
          <a:xfrm>
            <a:off x="8375766" y="2518606"/>
            <a:ext cx="3099966" cy="3309312"/>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27" name="Text Placeholder 14">
            <a:extLst>
              <a:ext uri="{FF2B5EF4-FFF2-40B4-BE49-F238E27FC236}">
                <a16:creationId xmlns:a16="http://schemas.microsoft.com/office/drawing/2014/main" id="{47255BB4-2729-B41D-857D-A94F646E741C}"/>
              </a:ext>
            </a:extLst>
          </p:cNvPr>
          <p:cNvSpPr>
            <a:spLocks noGrp="1"/>
          </p:cNvSpPr>
          <p:nvPr>
            <p:ph type="body" sz="quarter" idx="20" hasCustomPrompt="1"/>
          </p:nvPr>
        </p:nvSpPr>
        <p:spPr>
          <a:xfrm>
            <a:off x="8375766" y="2124982"/>
            <a:ext cx="309996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Tree>
    <p:extLst>
      <p:ext uri="{BB962C8B-B14F-4D97-AF65-F5344CB8AC3E}">
        <p14:creationId xmlns:p14="http://schemas.microsoft.com/office/powerpoint/2010/main" val="4109442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slide (4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5" name="Text Placeholder 14">
            <a:extLst>
              <a:ext uri="{FF2B5EF4-FFF2-40B4-BE49-F238E27FC236}">
                <a16:creationId xmlns:a16="http://schemas.microsoft.com/office/drawing/2014/main" id="{68A74B4D-D3D7-0CE7-62D0-5DDF27AE20C7}"/>
              </a:ext>
            </a:extLst>
          </p:cNvPr>
          <p:cNvSpPr>
            <a:spLocks noGrp="1"/>
          </p:cNvSpPr>
          <p:nvPr>
            <p:ph type="body" sz="quarter" idx="13" hasCustomPrompt="1"/>
          </p:nvPr>
        </p:nvSpPr>
        <p:spPr>
          <a:xfrm>
            <a:off x="3396210"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2" name="Text Placeholder 16">
            <a:extLst>
              <a:ext uri="{FF2B5EF4-FFF2-40B4-BE49-F238E27FC236}">
                <a16:creationId xmlns:a16="http://schemas.microsoft.com/office/drawing/2014/main" id="{5FAC3979-9EC3-E1B0-EDFB-665232A1BC2D}"/>
              </a:ext>
            </a:extLst>
          </p:cNvPr>
          <p:cNvSpPr>
            <a:spLocks noGrp="1"/>
          </p:cNvSpPr>
          <p:nvPr>
            <p:ph type="body" sz="quarter" idx="14" hasCustomPrompt="1"/>
          </p:nvPr>
        </p:nvSpPr>
        <p:spPr>
          <a:xfrm>
            <a:off x="3396209"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14" name="Text Placeholder 14">
            <a:extLst>
              <a:ext uri="{FF2B5EF4-FFF2-40B4-BE49-F238E27FC236}">
                <a16:creationId xmlns:a16="http://schemas.microsoft.com/office/drawing/2014/main" id="{ADE8DE9A-0ECE-A800-9EFD-6FB27A077169}"/>
              </a:ext>
            </a:extLst>
          </p:cNvPr>
          <p:cNvSpPr>
            <a:spLocks noGrp="1"/>
          </p:cNvSpPr>
          <p:nvPr>
            <p:ph type="body" sz="quarter" idx="15" hasCustomPrompt="1"/>
          </p:nvPr>
        </p:nvSpPr>
        <p:spPr>
          <a:xfrm>
            <a:off x="6281628"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6" name="Text Placeholder 16">
            <a:extLst>
              <a:ext uri="{FF2B5EF4-FFF2-40B4-BE49-F238E27FC236}">
                <a16:creationId xmlns:a16="http://schemas.microsoft.com/office/drawing/2014/main" id="{E14C59BF-37D6-EE25-EFBA-BE8814D6A57B}"/>
              </a:ext>
            </a:extLst>
          </p:cNvPr>
          <p:cNvSpPr>
            <a:spLocks noGrp="1"/>
          </p:cNvSpPr>
          <p:nvPr>
            <p:ph type="body" sz="quarter" idx="16" hasCustomPrompt="1"/>
          </p:nvPr>
        </p:nvSpPr>
        <p:spPr>
          <a:xfrm>
            <a:off x="6281628"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18" name="Text Placeholder 14">
            <a:extLst>
              <a:ext uri="{FF2B5EF4-FFF2-40B4-BE49-F238E27FC236}">
                <a16:creationId xmlns:a16="http://schemas.microsoft.com/office/drawing/2014/main" id="{1D77BD87-3439-355A-A525-DCC22FC17B3F}"/>
              </a:ext>
            </a:extLst>
          </p:cNvPr>
          <p:cNvSpPr>
            <a:spLocks noGrp="1"/>
          </p:cNvSpPr>
          <p:nvPr>
            <p:ph type="body" sz="quarter" idx="17" hasCustomPrompt="1"/>
          </p:nvPr>
        </p:nvSpPr>
        <p:spPr>
          <a:xfrm>
            <a:off x="9167047"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9" name="Text Placeholder 16">
            <a:extLst>
              <a:ext uri="{FF2B5EF4-FFF2-40B4-BE49-F238E27FC236}">
                <a16:creationId xmlns:a16="http://schemas.microsoft.com/office/drawing/2014/main" id="{D4A70A97-FFBE-A387-5221-E25AADAD0D47}"/>
              </a:ext>
            </a:extLst>
          </p:cNvPr>
          <p:cNvSpPr>
            <a:spLocks noGrp="1"/>
          </p:cNvSpPr>
          <p:nvPr>
            <p:ph type="body" sz="quarter" idx="18" hasCustomPrompt="1"/>
          </p:nvPr>
        </p:nvSpPr>
        <p:spPr>
          <a:xfrm>
            <a:off x="9167046"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2" name="Text Placeholder 12">
            <a:extLst>
              <a:ext uri="{FF2B5EF4-FFF2-40B4-BE49-F238E27FC236}">
                <a16:creationId xmlns:a16="http://schemas.microsoft.com/office/drawing/2014/main" id="{91FCFDE0-710F-73F1-648A-17E8CE230859}"/>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104523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4 column/cell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74FB9ED-6EA0-FBFC-33B8-AE04EAD46C1B}"/>
              </a:ext>
            </a:extLst>
          </p:cNvPr>
          <p:cNvSpPr/>
          <p:nvPr userDrawn="1"/>
        </p:nvSpPr>
        <p:spPr>
          <a:xfrm>
            <a:off x="9128122"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C94092FA-C1AD-A85B-A228-14DEA33F14F7}"/>
              </a:ext>
            </a:extLst>
          </p:cNvPr>
          <p:cNvSpPr/>
          <p:nvPr userDrawn="1"/>
        </p:nvSpPr>
        <p:spPr>
          <a:xfrm>
            <a:off x="625407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44A42314-3A95-3668-DC94-014379C3AFD9}"/>
              </a:ext>
            </a:extLst>
          </p:cNvPr>
          <p:cNvSpPr/>
          <p:nvPr userDrawn="1"/>
        </p:nvSpPr>
        <p:spPr>
          <a:xfrm>
            <a:off x="3380034"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5643FBFC-03E3-E53C-BC63-0DCDCCA94859}"/>
              </a:ext>
            </a:extLst>
          </p:cNvPr>
          <p:cNvSpPr/>
          <p:nvPr userDrawn="1"/>
        </p:nvSpPr>
        <p:spPr>
          <a:xfrm>
            <a:off x="51434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6" name="Text Placeholder 25">
            <a:extLst>
              <a:ext uri="{FF2B5EF4-FFF2-40B4-BE49-F238E27FC236}">
                <a16:creationId xmlns:a16="http://schemas.microsoft.com/office/drawing/2014/main" id="{8AFC90A4-AA53-F558-9984-FD9B19A75761}"/>
              </a:ext>
            </a:extLst>
          </p:cNvPr>
          <p:cNvSpPr>
            <a:spLocks noGrp="1"/>
          </p:cNvSpPr>
          <p:nvPr>
            <p:ph type="body" sz="quarter" idx="17" hasCustomPrompt="1"/>
          </p:nvPr>
        </p:nvSpPr>
        <p:spPr>
          <a:xfrm>
            <a:off x="710522"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20" name="Text Placeholder 14">
            <a:extLst>
              <a:ext uri="{FF2B5EF4-FFF2-40B4-BE49-F238E27FC236}">
                <a16:creationId xmlns:a16="http://schemas.microsoft.com/office/drawing/2014/main" id="{9D07ED68-3162-9C58-43BC-21BA2CF61D53}"/>
              </a:ext>
            </a:extLst>
          </p:cNvPr>
          <p:cNvSpPr>
            <a:spLocks noGrp="1"/>
          </p:cNvSpPr>
          <p:nvPr>
            <p:ph type="body" sz="quarter" idx="16" hasCustomPrompt="1"/>
          </p:nvPr>
        </p:nvSpPr>
        <p:spPr>
          <a:xfrm>
            <a:off x="710581"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
        <p:nvSpPr>
          <p:cNvPr id="5" name="Text Placeholder 12">
            <a:extLst>
              <a:ext uri="{FF2B5EF4-FFF2-40B4-BE49-F238E27FC236}">
                <a16:creationId xmlns:a16="http://schemas.microsoft.com/office/drawing/2014/main" id="{F34FFF75-E1E0-DE21-17F4-DC995AAF100A}"/>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7" name="Text Placeholder 25">
            <a:extLst>
              <a:ext uri="{FF2B5EF4-FFF2-40B4-BE49-F238E27FC236}">
                <a16:creationId xmlns:a16="http://schemas.microsoft.com/office/drawing/2014/main" id="{60F55F4C-EE7F-FD22-0824-34FE5021C030}"/>
              </a:ext>
            </a:extLst>
          </p:cNvPr>
          <p:cNvSpPr>
            <a:spLocks noGrp="1"/>
          </p:cNvSpPr>
          <p:nvPr>
            <p:ph type="body" sz="quarter" idx="18" hasCustomPrompt="1"/>
          </p:nvPr>
        </p:nvSpPr>
        <p:spPr>
          <a:xfrm>
            <a:off x="3581130"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18" name="Text Placeholder 14">
            <a:extLst>
              <a:ext uri="{FF2B5EF4-FFF2-40B4-BE49-F238E27FC236}">
                <a16:creationId xmlns:a16="http://schemas.microsoft.com/office/drawing/2014/main" id="{5B203DAD-D8E5-9619-21A5-E7057221A757}"/>
              </a:ext>
            </a:extLst>
          </p:cNvPr>
          <p:cNvSpPr>
            <a:spLocks noGrp="1"/>
          </p:cNvSpPr>
          <p:nvPr>
            <p:ph type="body" sz="quarter" idx="19" hasCustomPrompt="1"/>
          </p:nvPr>
        </p:nvSpPr>
        <p:spPr>
          <a:xfrm>
            <a:off x="3581190"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
        <p:nvSpPr>
          <p:cNvPr id="19" name="Text Placeholder 25">
            <a:extLst>
              <a:ext uri="{FF2B5EF4-FFF2-40B4-BE49-F238E27FC236}">
                <a16:creationId xmlns:a16="http://schemas.microsoft.com/office/drawing/2014/main" id="{E35DF84B-CBD3-ABAF-714E-6FBE3B6748B6}"/>
              </a:ext>
            </a:extLst>
          </p:cNvPr>
          <p:cNvSpPr>
            <a:spLocks noGrp="1"/>
          </p:cNvSpPr>
          <p:nvPr>
            <p:ph type="body" sz="quarter" idx="20" hasCustomPrompt="1"/>
          </p:nvPr>
        </p:nvSpPr>
        <p:spPr>
          <a:xfrm>
            <a:off x="6455174"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21" name="Text Placeholder 14">
            <a:extLst>
              <a:ext uri="{FF2B5EF4-FFF2-40B4-BE49-F238E27FC236}">
                <a16:creationId xmlns:a16="http://schemas.microsoft.com/office/drawing/2014/main" id="{17BB107A-444D-7EC1-E231-1793B40A71F5}"/>
              </a:ext>
            </a:extLst>
          </p:cNvPr>
          <p:cNvSpPr>
            <a:spLocks noGrp="1"/>
          </p:cNvSpPr>
          <p:nvPr>
            <p:ph type="body" sz="quarter" idx="21" hasCustomPrompt="1"/>
          </p:nvPr>
        </p:nvSpPr>
        <p:spPr>
          <a:xfrm>
            <a:off x="6455234"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
        <p:nvSpPr>
          <p:cNvPr id="22" name="Text Placeholder 25">
            <a:extLst>
              <a:ext uri="{FF2B5EF4-FFF2-40B4-BE49-F238E27FC236}">
                <a16:creationId xmlns:a16="http://schemas.microsoft.com/office/drawing/2014/main" id="{567362D4-E179-EE18-FD3C-F00A6ADD00DD}"/>
              </a:ext>
            </a:extLst>
          </p:cNvPr>
          <p:cNvSpPr>
            <a:spLocks noGrp="1"/>
          </p:cNvSpPr>
          <p:nvPr>
            <p:ph type="body" sz="quarter" idx="22" hasCustomPrompt="1"/>
          </p:nvPr>
        </p:nvSpPr>
        <p:spPr>
          <a:xfrm>
            <a:off x="9329218"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23" name="Text Placeholder 14">
            <a:extLst>
              <a:ext uri="{FF2B5EF4-FFF2-40B4-BE49-F238E27FC236}">
                <a16:creationId xmlns:a16="http://schemas.microsoft.com/office/drawing/2014/main" id="{EC835CC0-56E9-69E3-D780-5586C70E28CC}"/>
              </a:ext>
            </a:extLst>
          </p:cNvPr>
          <p:cNvSpPr>
            <a:spLocks noGrp="1"/>
          </p:cNvSpPr>
          <p:nvPr>
            <p:ph type="body" sz="quarter" idx="23" hasCustomPrompt="1"/>
          </p:nvPr>
        </p:nvSpPr>
        <p:spPr>
          <a:xfrm>
            <a:off x="9329278"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Tree>
    <p:extLst>
      <p:ext uri="{BB962C8B-B14F-4D97-AF65-F5344CB8AC3E}">
        <p14:creationId xmlns:p14="http://schemas.microsoft.com/office/powerpoint/2010/main" val="3925483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4 column cells/Big subheader)">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9477B01-914B-884C-FEB1-073EA7DE122E}"/>
              </a:ext>
            </a:extLst>
          </p:cNvPr>
          <p:cNvSpPr/>
          <p:nvPr userDrawn="1"/>
        </p:nvSpPr>
        <p:spPr>
          <a:xfrm>
            <a:off x="9128122"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D19D1CB1-3874-52FF-F8C1-145927727283}"/>
              </a:ext>
            </a:extLst>
          </p:cNvPr>
          <p:cNvSpPr/>
          <p:nvPr userDrawn="1"/>
        </p:nvSpPr>
        <p:spPr>
          <a:xfrm>
            <a:off x="625407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AAFAA2DF-094B-BD62-9E60-371A681759A9}"/>
              </a:ext>
            </a:extLst>
          </p:cNvPr>
          <p:cNvSpPr/>
          <p:nvPr userDrawn="1"/>
        </p:nvSpPr>
        <p:spPr>
          <a:xfrm>
            <a:off x="3380034"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A2925437-0939-1CF8-3774-1E2DF82B1229}"/>
              </a:ext>
            </a:extLst>
          </p:cNvPr>
          <p:cNvSpPr/>
          <p:nvPr userDrawn="1"/>
        </p:nvSpPr>
        <p:spPr>
          <a:xfrm>
            <a:off x="51434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6" name="Text Placeholder 25">
            <a:extLst>
              <a:ext uri="{FF2B5EF4-FFF2-40B4-BE49-F238E27FC236}">
                <a16:creationId xmlns:a16="http://schemas.microsoft.com/office/drawing/2014/main" id="{8AFC90A4-AA53-F558-9984-FD9B19A75761}"/>
              </a:ext>
            </a:extLst>
          </p:cNvPr>
          <p:cNvSpPr>
            <a:spLocks noGrp="1"/>
          </p:cNvSpPr>
          <p:nvPr>
            <p:ph type="body" sz="quarter" idx="17" hasCustomPrompt="1"/>
          </p:nvPr>
        </p:nvSpPr>
        <p:spPr>
          <a:xfrm>
            <a:off x="710522"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5" name="Text Placeholder 22">
            <a:extLst>
              <a:ext uri="{FF2B5EF4-FFF2-40B4-BE49-F238E27FC236}">
                <a16:creationId xmlns:a16="http://schemas.microsoft.com/office/drawing/2014/main" id="{9D65313B-E3A5-40CE-F409-0272D34BE62C}"/>
              </a:ext>
            </a:extLst>
          </p:cNvPr>
          <p:cNvSpPr>
            <a:spLocks noGrp="1"/>
          </p:cNvSpPr>
          <p:nvPr>
            <p:ph type="body" sz="quarter" idx="11" hasCustomPrompt="1"/>
          </p:nvPr>
        </p:nvSpPr>
        <p:spPr>
          <a:xfrm>
            <a:off x="710522" y="2083781"/>
            <a:ext cx="149080"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1</a:t>
            </a:r>
          </a:p>
        </p:txBody>
      </p:sp>
      <p:sp>
        <p:nvSpPr>
          <p:cNvPr id="14" name="Text Placeholder 12">
            <a:extLst>
              <a:ext uri="{FF2B5EF4-FFF2-40B4-BE49-F238E27FC236}">
                <a16:creationId xmlns:a16="http://schemas.microsoft.com/office/drawing/2014/main" id="{D3F4D126-5FA2-942B-1136-863C21090655}"/>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1" name="Text Placeholder 25">
            <a:extLst>
              <a:ext uri="{FF2B5EF4-FFF2-40B4-BE49-F238E27FC236}">
                <a16:creationId xmlns:a16="http://schemas.microsoft.com/office/drawing/2014/main" id="{7C191D19-9F40-667B-D1D2-97B6550A331A}"/>
              </a:ext>
            </a:extLst>
          </p:cNvPr>
          <p:cNvSpPr>
            <a:spLocks noGrp="1"/>
          </p:cNvSpPr>
          <p:nvPr>
            <p:ph type="body" sz="quarter" idx="18" hasCustomPrompt="1"/>
          </p:nvPr>
        </p:nvSpPr>
        <p:spPr>
          <a:xfrm>
            <a:off x="3579573"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27" name="Text Placeholder 22">
            <a:extLst>
              <a:ext uri="{FF2B5EF4-FFF2-40B4-BE49-F238E27FC236}">
                <a16:creationId xmlns:a16="http://schemas.microsoft.com/office/drawing/2014/main" id="{D549DE97-F24D-902C-A6B7-5EE2FAE3002E}"/>
              </a:ext>
            </a:extLst>
          </p:cNvPr>
          <p:cNvSpPr>
            <a:spLocks noGrp="1"/>
          </p:cNvSpPr>
          <p:nvPr>
            <p:ph type="body" sz="quarter" idx="19" hasCustomPrompt="1"/>
          </p:nvPr>
        </p:nvSpPr>
        <p:spPr>
          <a:xfrm>
            <a:off x="3579573" y="2083781"/>
            <a:ext cx="246862"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2</a:t>
            </a:r>
          </a:p>
        </p:txBody>
      </p:sp>
      <p:sp>
        <p:nvSpPr>
          <p:cNvPr id="28" name="Text Placeholder 25">
            <a:extLst>
              <a:ext uri="{FF2B5EF4-FFF2-40B4-BE49-F238E27FC236}">
                <a16:creationId xmlns:a16="http://schemas.microsoft.com/office/drawing/2014/main" id="{362C28BF-BABC-CAD9-70E1-8CF7D2EAFA4D}"/>
              </a:ext>
            </a:extLst>
          </p:cNvPr>
          <p:cNvSpPr>
            <a:spLocks noGrp="1"/>
          </p:cNvSpPr>
          <p:nvPr>
            <p:ph type="body" sz="quarter" idx="20" hasCustomPrompt="1"/>
          </p:nvPr>
        </p:nvSpPr>
        <p:spPr>
          <a:xfrm>
            <a:off x="6453617"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29" name="Text Placeholder 22">
            <a:extLst>
              <a:ext uri="{FF2B5EF4-FFF2-40B4-BE49-F238E27FC236}">
                <a16:creationId xmlns:a16="http://schemas.microsoft.com/office/drawing/2014/main" id="{973C7CE7-6F5A-1376-7DCD-3B2D12584E7D}"/>
              </a:ext>
            </a:extLst>
          </p:cNvPr>
          <p:cNvSpPr>
            <a:spLocks noGrp="1"/>
          </p:cNvSpPr>
          <p:nvPr>
            <p:ph type="body" sz="quarter" idx="21" hasCustomPrompt="1"/>
          </p:nvPr>
        </p:nvSpPr>
        <p:spPr>
          <a:xfrm>
            <a:off x="6453617" y="2083781"/>
            <a:ext cx="242054"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3</a:t>
            </a:r>
          </a:p>
        </p:txBody>
      </p:sp>
      <p:sp>
        <p:nvSpPr>
          <p:cNvPr id="31" name="Text Placeholder 25">
            <a:extLst>
              <a:ext uri="{FF2B5EF4-FFF2-40B4-BE49-F238E27FC236}">
                <a16:creationId xmlns:a16="http://schemas.microsoft.com/office/drawing/2014/main" id="{ACE20D7A-2815-B3AA-972F-BB44E4E804BE}"/>
              </a:ext>
            </a:extLst>
          </p:cNvPr>
          <p:cNvSpPr>
            <a:spLocks noGrp="1"/>
          </p:cNvSpPr>
          <p:nvPr>
            <p:ph type="body" sz="quarter" idx="22" hasCustomPrompt="1"/>
          </p:nvPr>
        </p:nvSpPr>
        <p:spPr>
          <a:xfrm>
            <a:off x="9327661"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33" name="Text Placeholder 22">
            <a:extLst>
              <a:ext uri="{FF2B5EF4-FFF2-40B4-BE49-F238E27FC236}">
                <a16:creationId xmlns:a16="http://schemas.microsoft.com/office/drawing/2014/main" id="{A8080169-604A-6686-4FAC-81E0BD065052}"/>
              </a:ext>
            </a:extLst>
          </p:cNvPr>
          <p:cNvSpPr>
            <a:spLocks noGrp="1"/>
          </p:cNvSpPr>
          <p:nvPr>
            <p:ph type="body" sz="quarter" idx="23" hasCustomPrompt="1"/>
          </p:nvPr>
        </p:nvSpPr>
        <p:spPr>
          <a:xfrm>
            <a:off x="9327661" y="2083781"/>
            <a:ext cx="272510"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4</a:t>
            </a:r>
          </a:p>
        </p:txBody>
      </p:sp>
    </p:spTree>
    <p:extLst>
      <p:ext uri="{BB962C8B-B14F-4D97-AF65-F5344CB8AC3E}">
        <p14:creationId xmlns:p14="http://schemas.microsoft.com/office/powerpoint/2010/main" val="333306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4 column cell / Icon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37B5771-D0FB-2D5A-7A42-BAFCEA59D3B9}"/>
              </a:ext>
            </a:extLst>
          </p:cNvPr>
          <p:cNvSpPr/>
          <p:nvPr userDrawn="1"/>
        </p:nvSpPr>
        <p:spPr>
          <a:xfrm>
            <a:off x="9128122"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6370BE13-5533-444A-6D66-28D5436AC945}"/>
              </a:ext>
            </a:extLst>
          </p:cNvPr>
          <p:cNvSpPr/>
          <p:nvPr userDrawn="1"/>
        </p:nvSpPr>
        <p:spPr>
          <a:xfrm>
            <a:off x="625407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6B4519A0-E437-297F-AB28-9BC145D5FFFF}"/>
              </a:ext>
            </a:extLst>
          </p:cNvPr>
          <p:cNvSpPr/>
          <p:nvPr userDrawn="1"/>
        </p:nvSpPr>
        <p:spPr>
          <a:xfrm>
            <a:off x="3380034"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868AF52D-10AD-6146-871C-BF137C256494}"/>
              </a:ext>
            </a:extLst>
          </p:cNvPr>
          <p:cNvSpPr/>
          <p:nvPr userDrawn="1"/>
        </p:nvSpPr>
        <p:spPr>
          <a:xfrm>
            <a:off x="51434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3" name="Text Placeholder 12">
            <a:extLst>
              <a:ext uri="{FF2B5EF4-FFF2-40B4-BE49-F238E27FC236}">
                <a16:creationId xmlns:a16="http://schemas.microsoft.com/office/drawing/2014/main" id="{66182BBF-9785-422A-F2DA-ADBEF26370FC}"/>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9" name="Text Placeholder 25">
            <a:extLst>
              <a:ext uri="{FF2B5EF4-FFF2-40B4-BE49-F238E27FC236}">
                <a16:creationId xmlns:a16="http://schemas.microsoft.com/office/drawing/2014/main" id="{6C52696F-0B42-A597-969B-F22E71B39654}"/>
              </a:ext>
            </a:extLst>
          </p:cNvPr>
          <p:cNvSpPr>
            <a:spLocks noGrp="1"/>
          </p:cNvSpPr>
          <p:nvPr>
            <p:ph type="body" sz="quarter" idx="17" hasCustomPrompt="1"/>
          </p:nvPr>
        </p:nvSpPr>
        <p:spPr>
          <a:xfrm>
            <a:off x="710522"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
        <p:nvSpPr>
          <p:cNvPr id="10" name="Text Placeholder 25">
            <a:extLst>
              <a:ext uri="{FF2B5EF4-FFF2-40B4-BE49-F238E27FC236}">
                <a16:creationId xmlns:a16="http://schemas.microsoft.com/office/drawing/2014/main" id="{3CC98254-4A48-63CB-AF18-86841B4B2C46}"/>
              </a:ext>
            </a:extLst>
          </p:cNvPr>
          <p:cNvSpPr>
            <a:spLocks noGrp="1"/>
          </p:cNvSpPr>
          <p:nvPr>
            <p:ph type="body" sz="quarter" idx="18" hasCustomPrompt="1"/>
          </p:nvPr>
        </p:nvSpPr>
        <p:spPr>
          <a:xfrm>
            <a:off x="3579573"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
        <p:nvSpPr>
          <p:cNvPr id="11" name="Text Placeholder 25">
            <a:extLst>
              <a:ext uri="{FF2B5EF4-FFF2-40B4-BE49-F238E27FC236}">
                <a16:creationId xmlns:a16="http://schemas.microsoft.com/office/drawing/2014/main" id="{76BEF28D-D915-80DE-7A2E-7DAF37A5FEE1}"/>
              </a:ext>
            </a:extLst>
          </p:cNvPr>
          <p:cNvSpPr>
            <a:spLocks noGrp="1"/>
          </p:cNvSpPr>
          <p:nvPr>
            <p:ph type="body" sz="quarter" idx="20" hasCustomPrompt="1"/>
          </p:nvPr>
        </p:nvSpPr>
        <p:spPr>
          <a:xfrm>
            <a:off x="6453617"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
        <p:nvSpPr>
          <p:cNvPr id="12" name="Text Placeholder 25">
            <a:extLst>
              <a:ext uri="{FF2B5EF4-FFF2-40B4-BE49-F238E27FC236}">
                <a16:creationId xmlns:a16="http://schemas.microsoft.com/office/drawing/2014/main" id="{913DCD11-C4FB-F964-4827-69D5A5D767CD}"/>
              </a:ext>
            </a:extLst>
          </p:cNvPr>
          <p:cNvSpPr>
            <a:spLocks noGrp="1"/>
          </p:cNvSpPr>
          <p:nvPr>
            <p:ph type="body" sz="quarter" idx="22" hasCustomPrompt="1"/>
          </p:nvPr>
        </p:nvSpPr>
        <p:spPr>
          <a:xfrm>
            <a:off x="9327661"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Tree>
    <p:extLst>
      <p:ext uri="{BB962C8B-B14F-4D97-AF65-F5344CB8AC3E}">
        <p14:creationId xmlns:p14="http://schemas.microsoft.com/office/powerpoint/2010/main" val="39412142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2 column, 2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51079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51079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4" name="Text Placeholder 14">
            <a:extLst>
              <a:ext uri="{FF2B5EF4-FFF2-40B4-BE49-F238E27FC236}">
                <a16:creationId xmlns:a16="http://schemas.microsoft.com/office/drawing/2014/main" id="{0F20DDD9-BF31-D12A-332D-740BFD488649}"/>
              </a:ext>
            </a:extLst>
          </p:cNvPr>
          <p:cNvSpPr>
            <a:spLocks noGrp="1"/>
          </p:cNvSpPr>
          <p:nvPr>
            <p:ph type="body" sz="quarter" idx="15" hasCustomPrompt="1"/>
          </p:nvPr>
        </p:nvSpPr>
        <p:spPr>
          <a:xfrm>
            <a:off x="625882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5" name="Text Placeholder 16">
            <a:extLst>
              <a:ext uri="{FF2B5EF4-FFF2-40B4-BE49-F238E27FC236}">
                <a16:creationId xmlns:a16="http://schemas.microsoft.com/office/drawing/2014/main" id="{0680F992-D440-5AF8-F287-CE0895EA2C79}"/>
              </a:ext>
            </a:extLst>
          </p:cNvPr>
          <p:cNvSpPr>
            <a:spLocks noGrp="1"/>
          </p:cNvSpPr>
          <p:nvPr>
            <p:ph type="body" sz="quarter" idx="16" hasCustomPrompt="1"/>
          </p:nvPr>
        </p:nvSpPr>
        <p:spPr>
          <a:xfrm>
            <a:off x="625882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6" name="Text Placeholder 14">
            <a:extLst>
              <a:ext uri="{FF2B5EF4-FFF2-40B4-BE49-F238E27FC236}">
                <a16:creationId xmlns:a16="http://schemas.microsoft.com/office/drawing/2014/main" id="{874B9511-FA86-33AC-5187-E7CC31E74596}"/>
              </a:ext>
            </a:extLst>
          </p:cNvPr>
          <p:cNvSpPr>
            <a:spLocks noGrp="1"/>
          </p:cNvSpPr>
          <p:nvPr>
            <p:ph type="body" sz="quarter" idx="17" hasCustomPrompt="1"/>
          </p:nvPr>
        </p:nvSpPr>
        <p:spPr>
          <a:xfrm>
            <a:off x="51079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7" name="Text Placeholder 16">
            <a:extLst>
              <a:ext uri="{FF2B5EF4-FFF2-40B4-BE49-F238E27FC236}">
                <a16:creationId xmlns:a16="http://schemas.microsoft.com/office/drawing/2014/main" id="{375139D7-DBE0-6187-8F25-613D8B020B15}"/>
              </a:ext>
            </a:extLst>
          </p:cNvPr>
          <p:cNvSpPr>
            <a:spLocks noGrp="1"/>
          </p:cNvSpPr>
          <p:nvPr>
            <p:ph type="body" sz="quarter" idx="18" hasCustomPrompt="1"/>
          </p:nvPr>
        </p:nvSpPr>
        <p:spPr>
          <a:xfrm>
            <a:off x="51079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8" name="Text Placeholder 14">
            <a:extLst>
              <a:ext uri="{FF2B5EF4-FFF2-40B4-BE49-F238E27FC236}">
                <a16:creationId xmlns:a16="http://schemas.microsoft.com/office/drawing/2014/main" id="{C9BC4AEC-D211-A149-202D-0F72DC5AB290}"/>
              </a:ext>
            </a:extLst>
          </p:cNvPr>
          <p:cNvSpPr>
            <a:spLocks noGrp="1"/>
          </p:cNvSpPr>
          <p:nvPr>
            <p:ph type="body" sz="quarter" idx="19" hasCustomPrompt="1"/>
          </p:nvPr>
        </p:nvSpPr>
        <p:spPr>
          <a:xfrm>
            <a:off x="625882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9" name="Text Placeholder 16">
            <a:extLst>
              <a:ext uri="{FF2B5EF4-FFF2-40B4-BE49-F238E27FC236}">
                <a16:creationId xmlns:a16="http://schemas.microsoft.com/office/drawing/2014/main" id="{B001BD70-F1AE-B2F1-CB6E-625A254AA0D1}"/>
              </a:ext>
            </a:extLst>
          </p:cNvPr>
          <p:cNvSpPr>
            <a:spLocks noGrp="1"/>
          </p:cNvSpPr>
          <p:nvPr>
            <p:ph type="body" sz="quarter" idx="20" hasCustomPrompt="1"/>
          </p:nvPr>
        </p:nvSpPr>
        <p:spPr>
          <a:xfrm>
            <a:off x="625882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2" name="Text Placeholder 12">
            <a:extLst>
              <a:ext uri="{FF2B5EF4-FFF2-40B4-BE49-F238E27FC236}">
                <a16:creationId xmlns:a16="http://schemas.microsoft.com/office/drawing/2014/main" id="{43EF3EA2-8FEA-A2DC-F92A-92E50D755ADF}"/>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35300563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slide (2 column, 2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51079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51079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4" name="Text Placeholder 14">
            <a:extLst>
              <a:ext uri="{FF2B5EF4-FFF2-40B4-BE49-F238E27FC236}">
                <a16:creationId xmlns:a16="http://schemas.microsoft.com/office/drawing/2014/main" id="{0F20DDD9-BF31-D12A-332D-740BFD488649}"/>
              </a:ext>
            </a:extLst>
          </p:cNvPr>
          <p:cNvSpPr>
            <a:spLocks noGrp="1"/>
          </p:cNvSpPr>
          <p:nvPr>
            <p:ph type="body" sz="quarter" idx="15" hasCustomPrompt="1"/>
          </p:nvPr>
        </p:nvSpPr>
        <p:spPr>
          <a:xfrm>
            <a:off x="625882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5" name="Text Placeholder 16">
            <a:extLst>
              <a:ext uri="{FF2B5EF4-FFF2-40B4-BE49-F238E27FC236}">
                <a16:creationId xmlns:a16="http://schemas.microsoft.com/office/drawing/2014/main" id="{0680F992-D440-5AF8-F287-CE0895EA2C79}"/>
              </a:ext>
            </a:extLst>
          </p:cNvPr>
          <p:cNvSpPr>
            <a:spLocks noGrp="1"/>
          </p:cNvSpPr>
          <p:nvPr>
            <p:ph type="body" sz="quarter" idx="16" hasCustomPrompt="1"/>
          </p:nvPr>
        </p:nvSpPr>
        <p:spPr>
          <a:xfrm>
            <a:off x="625882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6" name="Text Placeholder 14">
            <a:extLst>
              <a:ext uri="{FF2B5EF4-FFF2-40B4-BE49-F238E27FC236}">
                <a16:creationId xmlns:a16="http://schemas.microsoft.com/office/drawing/2014/main" id="{874B9511-FA86-33AC-5187-E7CC31E74596}"/>
              </a:ext>
            </a:extLst>
          </p:cNvPr>
          <p:cNvSpPr>
            <a:spLocks noGrp="1"/>
          </p:cNvSpPr>
          <p:nvPr>
            <p:ph type="body" sz="quarter" idx="17" hasCustomPrompt="1"/>
          </p:nvPr>
        </p:nvSpPr>
        <p:spPr>
          <a:xfrm>
            <a:off x="51079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7" name="Text Placeholder 16">
            <a:extLst>
              <a:ext uri="{FF2B5EF4-FFF2-40B4-BE49-F238E27FC236}">
                <a16:creationId xmlns:a16="http://schemas.microsoft.com/office/drawing/2014/main" id="{375139D7-DBE0-6187-8F25-613D8B020B15}"/>
              </a:ext>
            </a:extLst>
          </p:cNvPr>
          <p:cNvSpPr>
            <a:spLocks noGrp="1"/>
          </p:cNvSpPr>
          <p:nvPr>
            <p:ph type="body" sz="quarter" idx="18" hasCustomPrompt="1"/>
          </p:nvPr>
        </p:nvSpPr>
        <p:spPr>
          <a:xfrm>
            <a:off x="51079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8" name="Text Placeholder 14">
            <a:extLst>
              <a:ext uri="{FF2B5EF4-FFF2-40B4-BE49-F238E27FC236}">
                <a16:creationId xmlns:a16="http://schemas.microsoft.com/office/drawing/2014/main" id="{C9BC4AEC-D211-A149-202D-0F72DC5AB290}"/>
              </a:ext>
            </a:extLst>
          </p:cNvPr>
          <p:cNvSpPr>
            <a:spLocks noGrp="1"/>
          </p:cNvSpPr>
          <p:nvPr>
            <p:ph type="body" sz="quarter" idx="19" hasCustomPrompt="1"/>
          </p:nvPr>
        </p:nvSpPr>
        <p:spPr>
          <a:xfrm>
            <a:off x="625882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9" name="Text Placeholder 16">
            <a:extLst>
              <a:ext uri="{FF2B5EF4-FFF2-40B4-BE49-F238E27FC236}">
                <a16:creationId xmlns:a16="http://schemas.microsoft.com/office/drawing/2014/main" id="{B001BD70-F1AE-B2F1-CB6E-625A254AA0D1}"/>
              </a:ext>
            </a:extLst>
          </p:cNvPr>
          <p:cNvSpPr>
            <a:spLocks noGrp="1"/>
          </p:cNvSpPr>
          <p:nvPr>
            <p:ph type="body" sz="quarter" idx="20" hasCustomPrompt="1"/>
          </p:nvPr>
        </p:nvSpPr>
        <p:spPr>
          <a:xfrm>
            <a:off x="625882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2" name="Text Placeholder 12">
            <a:extLst>
              <a:ext uri="{FF2B5EF4-FFF2-40B4-BE49-F238E27FC236}">
                <a16:creationId xmlns:a16="http://schemas.microsoft.com/office/drawing/2014/main" id="{43EF3EA2-8FEA-A2DC-F92A-92E50D755ADF}"/>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5517316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2 column, 2 rows, cells)">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65AF7325-CD2C-6106-ABA4-7DCBC8EA2AD0}"/>
              </a:ext>
            </a:extLst>
          </p:cNvPr>
          <p:cNvSpPr/>
          <p:nvPr userDrawn="1"/>
        </p:nvSpPr>
        <p:spPr>
          <a:xfrm>
            <a:off x="6272138" y="1933572"/>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F8205AB5-A480-82A2-2135-5A8A7E9424AC}"/>
              </a:ext>
            </a:extLst>
          </p:cNvPr>
          <p:cNvSpPr/>
          <p:nvPr userDrawn="1"/>
        </p:nvSpPr>
        <p:spPr>
          <a:xfrm>
            <a:off x="6272138" y="3933061"/>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6AEDA893-9E40-C4FE-B269-27C5E7607797}"/>
              </a:ext>
            </a:extLst>
          </p:cNvPr>
          <p:cNvSpPr/>
          <p:nvPr userDrawn="1"/>
        </p:nvSpPr>
        <p:spPr>
          <a:xfrm>
            <a:off x="514348" y="1933572"/>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B9BFA13D-47A3-8984-7743-92B597F7D5F3}"/>
              </a:ext>
            </a:extLst>
          </p:cNvPr>
          <p:cNvSpPr/>
          <p:nvPr userDrawn="1"/>
        </p:nvSpPr>
        <p:spPr>
          <a:xfrm>
            <a:off x="514348" y="3933061"/>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715846" y="2130946"/>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715540" y="2369620"/>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
        <p:nvSpPr>
          <p:cNvPr id="10" name="Text Placeholder 12">
            <a:extLst>
              <a:ext uri="{FF2B5EF4-FFF2-40B4-BE49-F238E27FC236}">
                <a16:creationId xmlns:a16="http://schemas.microsoft.com/office/drawing/2014/main" id="{819A2F45-741B-DDE3-75BE-692E4716B990}"/>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4" name="Text Placeholder 14">
            <a:extLst>
              <a:ext uri="{FF2B5EF4-FFF2-40B4-BE49-F238E27FC236}">
                <a16:creationId xmlns:a16="http://schemas.microsoft.com/office/drawing/2014/main" id="{23FDC932-25B9-6504-6669-64D5188BC109}"/>
              </a:ext>
            </a:extLst>
          </p:cNvPr>
          <p:cNvSpPr>
            <a:spLocks noGrp="1"/>
          </p:cNvSpPr>
          <p:nvPr>
            <p:ph type="body" sz="quarter" idx="15" hasCustomPrompt="1"/>
          </p:nvPr>
        </p:nvSpPr>
        <p:spPr>
          <a:xfrm>
            <a:off x="6474567" y="2130946"/>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25" name="Text Placeholder 16">
            <a:extLst>
              <a:ext uri="{FF2B5EF4-FFF2-40B4-BE49-F238E27FC236}">
                <a16:creationId xmlns:a16="http://schemas.microsoft.com/office/drawing/2014/main" id="{26B946E2-E4B3-1ACF-FBA8-A6E79B823877}"/>
              </a:ext>
            </a:extLst>
          </p:cNvPr>
          <p:cNvSpPr>
            <a:spLocks noGrp="1"/>
          </p:cNvSpPr>
          <p:nvPr>
            <p:ph type="body" sz="quarter" idx="16" hasCustomPrompt="1"/>
          </p:nvPr>
        </p:nvSpPr>
        <p:spPr>
          <a:xfrm>
            <a:off x="6474261" y="2369620"/>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
        <p:nvSpPr>
          <p:cNvPr id="29" name="Text Placeholder 14">
            <a:extLst>
              <a:ext uri="{FF2B5EF4-FFF2-40B4-BE49-F238E27FC236}">
                <a16:creationId xmlns:a16="http://schemas.microsoft.com/office/drawing/2014/main" id="{2695E9E4-2E3B-ECFB-8769-765FA9473030}"/>
              </a:ext>
            </a:extLst>
          </p:cNvPr>
          <p:cNvSpPr>
            <a:spLocks noGrp="1"/>
          </p:cNvSpPr>
          <p:nvPr userDrawn="1">
            <p:ph type="body" sz="quarter" idx="17" hasCustomPrompt="1"/>
          </p:nvPr>
        </p:nvSpPr>
        <p:spPr>
          <a:xfrm>
            <a:off x="715846" y="4130432"/>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0" name="Text Placeholder 16">
            <a:extLst>
              <a:ext uri="{FF2B5EF4-FFF2-40B4-BE49-F238E27FC236}">
                <a16:creationId xmlns:a16="http://schemas.microsoft.com/office/drawing/2014/main" id="{337744EF-EB1B-5E05-CF50-C0223658DC21}"/>
              </a:ext>
            </a:extLst>
          </p:cNvPr>
          <p:cNvSpPr>
            <a:spLocks noGrp="1"/>
          </p:cNvSpPr>
          <p:nvPr userDrawn="1">
            <p:ph type="body" sz="quarter" idx="18" hasCustomPrompt="1"/>
          </p:nvPr>
        </p:nvSpPr>
        <p:spPr>
          <a:xfrm>
            <a:off x="715540" y="4369106"/>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
        <p:nvSpPr>
          <p:cNvPr id="31" name="Text Placeholder 14">
            <a:extLst>
              <a:ext uri="{FF2B5EF4-FFF2-40B4-BE49-F238E27FC236}">
                <a16:creationId xmlns:a16="http://schemas.microsoft.com/office/drawing/2014/main" id="{F015AF8B-1A93-7F20-8174-86583D334FF9}"/>
              </a:ext>
            </a:extLst>
          </p:cNvPr>
          <p:cNvSpPr>
            <a:spLocks noGrp="1"/>
          </p:cNvSpPr>
          <p:nvPr userDrawn="1">
            <p:ph type="body" sz="quarter" idx="19" hasCustomPrompt="1"/>
          </p:nvPr>
        </p:nvSpPr>
        <p:spPr>
          <a:xfrm>
            <a:off x="6474567" y="4130432"/>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4" name="Text Placeholder 16">
            <a:extLst>
              <a:ext uri="{FF2B5EF4-FFF2-40B4-BE49-F238E27FC236}">
                <a16:creationId xmlns:a16="http://schemas.microsoft.com/office/drawing/2014/main" id="{3026A166-0B6F-E481-393E-47857B89FCE7}"/>
              </a:ext>
            </a:extLst>
          </p:cNvPr>
          <p:cNvSpPr>
            <a:spLocks noGrp="1"/>
          </p:cNvSpPr>
          <p:nvPr userDrawn="1">
            <p:ph type="body" sz="quarter" idx="20" hasCustomPrompt="1"/>
          </p:nvPr>
        </p:nvSpPr>
        <p:spPr>
          <a:xfrm>
            <a:off x="6474261" y="4369106"/>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Tree>
    <p:extLst>
      <p:ext uri="{BB962C8B-B14F-4D97-AF65-F5344CB8AC3E}">
        <p14:creationId xmlns:p14="http://schemas.microsoft.com/office/powerpoint/2010/main" val="1864355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slide (2 column, 2 rows,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0" name="Text Placeholder 12">
            <a:extLst>
              <a:ext uri="{FF2B5EF4-FFF2-40B4-BE49-F238E27FC236}">
                <a16:creationId xmlns:a16="http://schemas.microsoft.com/office/drawing/2014/main" id="{819A2F45-741B-DDE3-75BE-692E4716B990}"/>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 name="Freeform 1">
            <a:extLst>
              <a:ext uri="{FF2B5EF4-FFF2-40B4-BE49-F238E27FC236}">
                <a16:creationId xmlns:a16="http://schemas.microsoft.com/office/drawing/2014/main" id="{E6ABEB9B-EF7A-EE9F-27E5-C75E2BBEE9CD}"/>
              </a:ext>
            </a:extLst>
          </p:cNvPr>
          <p:cNvSpPr/>
          <p:nvPr userDrawn="1"/>
        </p:nvSpPr>
        <p:spPr>
          <a:xfrm>
            <a:off x="6272139" y="4301474"/>
            <a:ext cx="5400629" cy="2047697"/>
          </a:xfrm>
          <a:custGeom>
            <a:avLst/>
            <a:gdLst>
              <a:gd name="csX0" fmla="*/ 0 w 5400629"/>
              <a:gd name="csY0" fmla="*/ 0 h 2047697"/>
              <a:gd name="csX1" fmla="*/ 924383 w 5400629"/>
              <a:gd name="csY1" fmla="*/ 0 h 2047697"/>
              <a:gd name="csX2" fmla="*/ 1966224 w 5400629"/>
              <a:gd name="csY2" fmla="*/ 0 h 2047697"/>
              <a:gd name="csX3" fmla="*/ 2053096 w 5400629"/>
              <a:gd name="csY3" fmla="*/ 0 h 2047697"/>
              <a:gd name="csX4" fmla="*/ 2727765 w 5400629"/>
              <a:gd name="csY4" fmla="*/ 0 h 2047697"/>
              <a:gd name="csX5" fmla="*/ 2896058 w 5400629"/>
              <a:gd name="csY5" fmla="*/ 0 h 2047697"/>
              <a:gd name="csX6" fmla="*/ 3515826 w 5400629"/>
              <a:gd name="csY6" fmla="*/ 0 h 2047697"/>
              <a:gd name="csX7" fmla="*/ 3856478 w 5400629"/>
              <a:gd name="csY7" fmla="*/ 0 h 2047697"/>
              <a:gd name="csX8" fmla="*/ 4699440 w 5400629"/>
              <a:gd name="csY8" fmla="*/ 0 h 2047697"/>
              <a:gd name="csX9" fmla="*/ 5319208 w 5400629"/>
              <a:gd name="csY9" fmla="*/ 0 h 2047697"/>
              <a:gd name="csX10" fmla="*/ 5400629 w 5400629"/>
              <a:gd name="csY10" fmla="*/ 81421 h 2047697"/>
              <a:gd name="csX11" fmla="*/ 5400629 w 5400629"/>
              <a:gd name="csY11" fmla="*/ 162894 h 2047697"/>
              <a:gd name="csX12" fmla="*/ 5400629 w 5400629"/>
              <a:gd name="csY12" fmla="*/ 1884803 h 2047697"/>
              <a:gd name="csX13" fmla="*/ 5400629 w 5400629"/>
              <a:gd name="csY13" fmla="*/ 1966276 h 2047697"/>
              <a:gd name="csX14" fmla="*/ 5319208 w 5400629"/>
              <a:gd name="csY14" fmla="*/ 2047697 h 2047697"/>
              <a:gd name="csX15" fmla="*/ 4699440 w 5400629"/>
              <a:gd name="csY15" fmla="*/ 2047697 h 2047697"/>
              <a:gd name="csX16" fmla="*/ 3856478 w 5400629"/>
              <a:gd name="csY16" fmla="*/ 2047697 h 2047697"/>
              <a:gd name="csX17" fmla="*/ 3515826 w 5400629"/>
              <a:gd name="csY17" fmla="*/ 2047697 h 2047697"/>
              <a:gd name="csX18" fmla="*/ 2896058 w 5400629"/>
              <a:gd name="csY18" fmla="*/ 2047697 h 2047697"/>
              <a:gd name="csX19" fmla="*/ 2727765 w 5400629"/>
              <a:gd name="csY19" fmla="*/ 2047697 h 2047697"/>
              <a:gd name="csX20" fmla="*/ 2053096 w 5400629"/>
              <a:gd name="csY20" fmla="*/ 2047697 h 2047697"/>
              <a:gd name="csX21" fmla="*/ 1966224 w 5400629"/>
              <a:gd name="csY21" fmla="*/ 2047697 h 2047697"/>
              <a:gd name="csX22" fmla="*/ 924383 w 5400629"/>
              <a:gd name="csY22" fmla="*/ 2047697 h 2047697"/>
              <a:gd name="csX23" fmla="*/ 0 w 5400629"/>
              <a:gd name="csY23" fmla="*/ 2047697 h 2047697"/>
              <a:gd name="csX24" fmla="*/ 0 w 5400629"/>
              <a:gd name="csY24" fmla="*/ 1966224 h 2047697"/>
              <a:gd name="csX25" fmla="*/ 0 w 5400629"/>
              <a:gd name="csY25" fmla="*/ 81473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400629" h="2047697">
                <a:moveTo>
                  <a:pt x="0" y="0"/>
                </a:moveTo>
                <a:lnTo>
                  <a:pt x="924383" y="0"/>
                </a:lnTo>
                <a:lnTo>
                  <a:pt x="1966224" y="0"/>
                </a:lnTo>
                <a:lnTo>
                  <a:pt x="2053096" y="0"/>
                </a:lnTo>
                <a:lnTo>
                  <a:pt x="2727765" y="0"/>
                </a:lnTo>
                <a:lnTo>
                  <a:pt x="2896058" y="0"/>
                </a:lnTo>
                <a:lnTo>
                  <a:pt x="3515826" y="0"/>
                </a:lnTo>
                <a:lnTo>
                  <a:pt x="3856478" y="0"/>
                </a:lnTo>
                <a:lnTo>
                  <a:pt x="4699440" y="0"/>
                </a:lnTo>
                <a:lnTo>
                  <a:pt x="5319208" y="0"/>
                </a:lnTo>
                <a:cubicBezTo>
                  <a:pt x="5364176" y="0"/>
                  <a:pt x="5400629" y="36453"/>
                  <a:pt x="5400629" y="81421"/>
                </a:cubicBezTo>
                <a:lnTo>
                  <a:pt x="5400629" y="162894"/>
                </a:lnTo>
                <a:lnTo>
                  <a:pt x="5400629" y="1884803"/>
                </a:lnTo>
                <a:lnTo>
                  <a:pt x="5400629" y="1966276"/>
                </a:lnTo>
                <a:cubicBezTo>
                  <a:pt x="5400629" y="2011244"/>
                  <a:pt x="5364176" y="2047697"/>
                  <a:pt x="5319208" y="2047697"/>
                </a:cubicBezTo>
                <a:lnTo>
                  <a:pt x="4699440" y="2047697"/>
                </a:lnTo>
                <a:lnTo>
                  <a:pt x="3856478" y="2047697"/>
                </a:lnTo>
                <a:lnTo>
                  <a:pt x="3515826" y="2047697"/>
                </a:lnTo>
                <a:lnTo>
                  <a:pt x="2896058" y="2047697"/>
                </a:lnTo>
                <a:lnTo>
                  <a:pt x="2727765" y="2047697"/>
                </a:lnTo>
                <a:lnTo>
                  <a:pt x="2053096" y="2047697"/>
                </a:lnTo>
                <a:lnTo>
                  <a:pt x="1966224" y="2047697"/>
                </a:lnTo>
                <a:lnTo>
                  <a:pt x="924383" y="2047697"/>
                </a:lnTo>
                <a:lnTo>
                  <a:pt x="0" y="2047697"/>
                </a:lnTo>
                <a:lnTo>
                  <a:pt x="0" y="1966224"/>
                </a:lnTo>
                <a:lnTo>
                  <a:pt x="0" y="8147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2">
            <a:extLst>
              <a:ext uri="{FF2B5EF4-FFF2-40B4-BE49-F238E27FC236}">
                <a16:creationId xmlns:a16="http://schemas.microsoft.com/office/drawing/2014/main" id="{A3518DA7-015A-D0C3-5772-8A630C66EF3A}"/>
              </a:ext>
            </a:extLst>
          </p:cNvPr>
          <p:cNvSpPr/>
          <p:nvPr userDrawn="1"/>
        </p:nvSpPr>
        <p:spPr>
          <a:xfrm>
            <a:off x="514347" y="4301474"/>
            <a:ext cx="5400629" cy="2047697"/>
          </a:xfrm>
          <a:custGeom>
            <a:avLst/>
            <a:gdLst>
              <a:gd name="csX0" fmla="*/ 0 w 5400629"/>
              <a:gd name="csY0" fmla="*/ 0 h 2047697"/>
              <a:gd name="csX1" fmla="*/ 924383 w 5400629"/>
              <a:gd name="csY1" fmla="*/ 0 h 2047697"/>
              <a:gd name="csX2" fmla="*/ 1966224 w 5400629"/>
              <a:gd name="csY2" fmla="*/ 0 h 2047697"/>
              <a:gd name="csX3" fmla="*/ 2053096 w 5400629"/>
              <a:gd name="csY3" fmla="*/ 0 h 2047697"/>
              <a:gd name="csX4" fmla="*/ 2727765 w 5400629"/>
              <a:gd name="csY4" fmla="*/ 0 h 2047697"/>
              <a:gd name="csX5" fmla="*/ 2896058 w 5400629"/>
              <a:gd name="csY5" fmla="*/ 0 h 2047697"/>
              <a:gd name="csX6" fmla="*/ 3515826 w 5400629"/>
              <a:gd name="csY6" fmla="*/ 0 h 2047697"/>
              <a:gd name="csX7" fmla="*/ 3856478 w 5400629"/>
              <a:gd name="csY7" fmla="*/ 0 h 2047697"/>
              <a:gd name="csX8" fmla="*/ 4699440 w 5400629"/>
              <a:gd name="csY8" fmla="*/ 0 h 2047697"/>
              <a:gd name="csX9" fmla="*/ 5319208 w 5400629"/>
              <a:gd name="csY9" fmla="*/ 0 h 2047697"/>
              <a:gd name="csX10" fmla="*/ 5400629 w 5400629"/>
              <a:gd name="csY10" fmla="*/ 81421 h 2047697"/>
              <a:gd name="csX11" fmla="*/ 5400629 w 5400629"/>
              <a:gd name="csY11" fmla="*/ 162894 h 2047697"/>
              <a:gd name="csX12" fmla="*/ 5400629 w 5400629"/>
              <a:gd name="csY12" fmla="*/ 1884803 h 2047697"/>
              <a:gd name="csX13" fmla="*/ 5400629 w 5400629"/>
              <a:gd name="csY13" fmla="*/ 1966276 h 2047697"/>
              <a:gd name="csX14" fmla="*/ 5319208 w 5400629"/>
              <a:gd name="csY14" fmla="*/ 2047697 h 2047697"/>
              <a:gd name="csX15" fmla="*/ 4699440 w 5400629"/>
              <a:gd name="csY15" fmla="*/ 2047697 h 2047697"/>
              <a:gd name="csX16" fmla="*/ 3856478 w 5400629"/>
              <a:gd name="csY16" fmla="*/ 2047697 h 2047697"/>
              <a:gd name="csX17" fmla="*/ 3515826 w 5400629"/>
              <a:gd name="csY17" fmla="*/ 2047697 h 2047697"/>
              <a:gd name="csX18" fmla="*/ 2896058 w 5400629"/>
              <a:gd name="csY18" fmla="*/ 2047697 h 2047697"/>
              <a:gd name="csX19" fmla="*/ 2727765 w 5400629"/>
              <a:gd name="csY19" fmla="*/ 2047697 h 2047697"/>
              <a:gd name="csX20" fmla="*/ 2053096 w 5400629"/>
              <a:gd name="csY20" fmla="*/ 2047697 h 2047697"/>
              <a:gd name="csX21" fmla="*/ 1966224 w 5400629"/>
              <a:gd name="csY21" fmla="*/ 2047697 h 2047697"/>
              <a:gd name="csX22" fmla="*/ 924383 w 5400629"/>
              <a:gd name="csY22" fmla="*/ 2047697 h 2047697"/>
              <a:gd name="csX23" fmla="*/ 0 w 5400629"/>
              <a:gd name="csY23" fmla="*/ 2047697 h 2047697"/>
              <a:gd name="csX24" fmla="*/ 0 w 5400629"/>
              <a:gd name="csY24" fmla="*/ 1966224 h 2047697"/>
              <a:gd name="csX25" fmla="*/ 0 w 5400629"/>
              <a:gd name="csY25" fmla="*/ 81473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400629" h="2047697">
                <a:moveTo>
                  <a:pt x="0" y="0"/>
                </a:moveTo>
                <a:lnTo>
                  <a:pt x="924383" y="0"/>
                </a:lnTo>
                <a:lnTo>
                  <a:pt x="1966224" y="0"/>
                </a:lnTo>
                <a:lnTo>
                  <a:pt x="2053096" y="0"/>
                </a:lnTo>
                <a:lnTo>
                  <a:pt x="2727765" y="0"/>
                </a:lnTo>
                <a:lnTo>
                  <a:pt x="2896058" y="0"/>
                </a:lnTo>
                <a:lnTo>
                  <a:pt x="3515826" y="0"/>
                </a:lnTo>
                <a:lnTo>
                  <a:pt x="3856478" y="0"/>
                </a:lnTo>
                <a:lnTo>
                  <a:pt x="4699440" y="0"/>
                </a:lnTo>
                <a:lnTo>
                  <a:pt x="5319208" y="0"/>
                </a:lnTo>
                <a:cubicBezTo>
                  <a:pt x="5364176" y="0"/>
                  <a:pt x="5400629" y="36453"/>
                  <a:pt x="5400629" y="81421"/>
                </a:cubicBezTo>
                <a:lnTo>
                  <a:pt x="5400629" y="162894"/>
                </a:lnTo>
                <a:lnTo>
                  <a:pt x="5400629" y="1884803"/>
                </a:lnTo>
                <a:lnTo>
                  <a:pt x="5400629" y="1966276"/>
                </a:lnTo>
                <a:cubicBezTo>
                  <a:pt x="5400629" y="2011244"/>
                  <a:pt x="5364176" y="2047697"/>
                  <a:pt x="5319208" y="2047697"/>
                </a:cubicBezTo>
                <a:lnTo>
                  <a:pt x="4699440" y="2047697"/>
                </a:lnTo>
                <a:lnTo>
                  <a:pt x="3856478" y="2047697"/>
                </a:lnTo>
                <a:lnTo>
                  <a:pt x="3515826" y="2047697"/>
                </a:lnTo>
                <a:lnTo>
                  <a:pt x="2896058" y="2047697"/>
                </a:lnTo>
                <a:lnTo>
                  <a:pt x="2727765" y="2047697"/>
                </a:lnTo>
                <a:lnTo>
                  <a:pt x="2053096" y="2047697"/>
                </a:lnTo>
                <a:lnTo>
                  <a:pt x="1966224" y="2047697"/>
                </a:lnTo>
                <a:lnTo>
                  <a:pt x="924383" y="2047697"/>
                </a:lnTo>
                <a:lnTo>
                  <a:pt x="0" y="2047697"/>
                </a:lnTo>
                <a:lnTo>
                  <a:pt x="0" y="1966224"/>
                </a:lnTo>
                <a:lnTo>
                  <a:pt x="0" y="8147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524765E6-3B91-1E55-E0CE-29359A9B1A23}"/>
              </a:ext>
            </a:extLst>
          </p:cNvPr>
          <p:cNvSpPr/>
          <p:nvPr userDrawn="1"/>
        </p:nvSpPr>
        <p:spPr>
          <a:xfrm>
            <a:off x="514347" y="1933574"/>
            <a:ext cx="5400629"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5B184062-C021-D176-2644-40F9143B0B7F}"/>
              </a:ext>
            </a:extLst>
          </p:cNvPr>
          <p:cNvSpPr/>
          <p:nvPr userDrawn="1"/>
        </p:nvSpPr>
        <p:spPr>
          <a:xfrm>
            <a:off x="6272139" y="1933574"/>
            <a:ext cx="5400629"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715846" y="2130946"/>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715846" y="2369620"/>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
        <p:nvSpPr>
          <p:cNvPr id="21" name="Text Placeholder 14">
            <a:extLst>
              <a:ext uri="{FF2B5EF4-FFF2-40B4-BE49-F238E27FC236}">
                <a16:creationId xmlns:a16="http://schemas.microsoft.com/office/drawing/2014/main" id="{480468D0-268B-AFF1-BB33-454EF584F24E}"/>
              </a:ext>
            </a:extLst>
          </p:cNvPr>
          <p:cNvSpPr>
            <a:spLocks noGrp="1"/>
          </p:cNvSpPr>
          <p:nvPr>
            <p:ph type="body" sz="quarter" idx="15" hasCustomPrompt="1"/>
          </p:nvPr>
        </p:nvSpPr>
        <p:spPr>
          <a:xfrm>
            <a:off x="6474556" y="2130946"/>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22" name="Text Placeholder 16">
            <a:extLst>
              <a:ext uri="{FF2B5EF4-FFF2-40B4-BE49-F238E27FC236}">
                <a16:creationId xmlns:a16="http://schemas.microsoft.com/office/drawing/2014/main" id="{8E2C4FED-CA7A-63E4-C78A-115A6FA747A6}"/>
              </a:ext>
            </a:extLst>
          </p:cNvPr>
          <p:cNvSpPr>
            <a:spLocks noGrp="1"/>
          </p:cNvSpPr>
          <p:nvPr>
            <p:ph type="body" sz="quarter" idx="16" hasCustomPrompt="1"/>
          </p:nvPr>
        </p:nvSpPr>
        <p:spPr>
          <a:xfrm>
            <a:off x="6473944" y="2369620"/>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
        <p:nvSpPr>
          <p:cNvPr id="27" name="Text Placeholder 14">
            <a:extLst>
              <a:ext uri="{FF2B5EF4-FFF2-40B4-BE49-F238E27FC236}">
                <a16:creationId xmlns:a16="http://schemas.microsoft.com/office/drawing/2014/main" id="{6EF2CCD5-7B7D-D463-8777-D22BB5920730}"/>
              </a:ext>
            </a:extLst>
          </p:cNvPr>
          <p:cNvSpPr>
            <a:spLocks noGrp="1"/>
          </p:cNvSpPr>
          <p:nvPr>
            <p:ph type="body" sz="quarter" idx="17" hasCustomPrompt="1"/>
          </p:nvPr>
        </p:nvSpPr>
        <p:spPr>
          <a:xfrm>
            <a:off x="715846" y="4499784"/>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28" name="Text Placeholder 16">
            <a:extLst>
              <a:ext uri="{FF2B5EF4-FFF2-40B4-BE49-F238E27FC236}">
                <a16:creationId xmlns:a16="http://schemas.microsoft.com/office/drawing/2014/main" id="{9A78F3DC-27B1-5BB4-B17B-656907E400C9}"/>
              </a:ext>
            </a:extLst>
          </p:cNvPr>
          <p:cNvSpPr>
            <a:spLocks noGrp="1"/>
          </p:cNvSpPr>
          <p:nvPr>
            <p:ph type="body" sz="quarter" idx="18" hasCustomPrompt="1"/>
          </p:nvPr>
        </p:nvSpPr>
        <p:spPr>
          <a:xfrm>
            <a:off x="715846" y="4738458"/>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
        <p:nvSpPr>
          <p:cNvPr id="35" name="Text Placeholder 14">
            <a:extLst>
              <a:ext uri="{FF2B5EF4-FFF2-40B4-BE49-F238E27FC236}">
                <a16:creationId xmlns:a16="http://schemas.microsoft.com/office/drawing/2014/main" id="{85DB69AF-B174-81E3-7024-347D55BBDC4F}"/>
              </a:ext>
            </a:extLst>
          </p:cNvPr>
          <p:cNvSpPr>
            <a:spLocks noGrp="1"/>
          </p:cNvSpPr>
          <p:nvPr>
            <p:ph type="body" sz="quarter" idx="19" hasCustomPrompt="1"/>
          </p:nvPr>
        </p:nvSpPr>
        <p:spPr>
          <a:xfrm>
            <a:off x="6474556" y="4499784"/>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6" name="Text Placeholder 16">
            <a:extLst>
              <a:ext uri="{FF2B5EF4-FFF2-40B4-BE49-F238E27FC236}">
                <a16:creationId xmlns:a16="http://schemas.microsoft.com/office/drawing/2014/main" id="{6CE25EC2-4D6E-240A-B85D-D7EF1E8C41D0}"/>
              </a:ext>
            </a:extLst>
          </p:cNvPr>
          <p:cNvSpPr>
            <a:spLocks noGrp="1"/>
          </p:cNvSpPr>
          <p:nvPr>
            <p:ph type="body" sz="quarter" idx="20" hasCustomPrompt="1"/>
          </p:nvPr>
        </p:nvSpPr>
        <p:spPr>
          <a:xfrm>
            <a:off x="6473944" y="4738458"/>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Tree>
    <p:extLst>
      <p:ext uri="{BB962C8B-B14F-4D97-AF65-F5344CB8AC3E}">
        <p14:creationId xmlns:p14="http://schemas.microsoft.com/office/powerpoint/2010/main" val="3730097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2 column, 3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510791" y="1930120"/>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510791" y="2251873"/>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26" name="Text Placeholder 14">
            <a:extLst>
              <a:ext uri="{FF2B5EF4-FFF2-40B4-BE49-F238E27FC236}">
                <a16:creationId xmlns:a16="http://schemas.microsoft.com/office/drawing/2014/main" id="{427924D3-C995-B0DC-8121-A74AAF8A8678}"/>
              </a:ext>
            </a:extLst>
          </p:cNvPr>
          <p:cNvSpPr>
            <a:spLocks noGrp="1"/>
          </p:cNvSpPr>
          <p:nvPr>
            <p:ph type="body" sz="quarter" idx="15" hasCustomPrompt="1"/>
          </p:nvPr>
        </p:nvSpPr>
        <p:spPr>
          <a:xfrm>
            <a:off x="510791" y="3417726"/>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7" name="Text Placeholder 16">
            <a:extLst>
              <a:ext uri="{FF2B5EF4-FFF2-40B4-BE49-F238E27FC236}">
                <a16:creationId xmlns:a16="http://schemas.microsoft.com/office/drawing/2014/main" id="{9995969B-AAFD-2504-3838-ED7E606ED3F0}"/>
              </a:ext>
            </a:extLst>
          </p:cNvPr>
          <p:cNvSpPr>
            <a:spLocks noGrp="1"/>
          </p:cNvSpPr>
          <p:nvPr>
            <p:ph type="body" sz="quarter" idx="16" hasCustomPrompt="1"/>
          </p:nvPr>
        </p:nvSpPr>
        <p:spPr>
          <a:xfrm>
            <a:off x="510791" y="3739479"/>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28" name="Text Placeholder 14">
            <a:extLst>
              <a:ext uri="{FF2B5EF4-FFF2-40B4-BE49-F238E27FC236}">
                <a16:creationId xmlns:a16="http://schemas.microsoft.com/office/drawing/2014/main" id="{E3646594-128A-9315-DD88-8632726CB555}"/>
              </a:ext>
            </a:extLst>
          </p:cNvPr>
          <p:cNvSpPr>
            <a:spLocks noGrp="1"/>
          </p:cNvSpPr>
          <p:nvPr>
            <p:ph type="body" sz="quarter" idx="17" hasCustomPrompt="1"/>
          </p:nvPr>
        </p:nvSpPr>
        <p:spPr>
          <a:xfrm>
            <a:off x="510791" y="4864395"/>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9" name="Text Placeholder 16">
            <a:extLst>
              <a:ext uri="{FF2B5EF4-FFF2-40B4-BE49-F238E27FC236}">
                <a16:creationId xmlns:a16="http://schemas.microsoft.com/office/drawing/2014/main" id="{2ECA7C6A-3F75-FD65-8FF7-7CE482E2BC91}"/>
              </a:ext>
            </a:extLst>
          </p:cNvPr>
          <p:cNvSpPr>
            <a:spLocks noGrp="1"/>
          </p:cNvSpPr>
          <p:nvPr>
            <p:ph type="body" sz="quarter" idx="18" hasCustomPrompt="1"/>
          </p:nvPr>
        </p:nvSpPr>
        <p:spPr>
          <a:xfrm>
            <a:off x="510791" y="5186148"/>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30" name="Text Placeholder 14">
            <a:extLst>
              <a:ext uri="{FF2B5EF4-FFF2-40B4-BE49-F238E27FC236}">
                <a16:creationId xmlns:a16="http://schemas.microsoft.com/office/drawing/2014/main" id="{CBDCAD5F-3A63-3B77-3AFB-FD619FB692E7}"/>
              </a:ext>
            </a:extLst>
          </p:cNvPr>
          <p:cNvSpPr>
            <a:spLocks noGrp="1"/>
          </p:cNvSpPr>
          <p:nvPr>
            <p:ph type="body" sz="quarter" idx="19" hasCustomPrompt="1"/>
          </p:nvPr>
        </p:nvSpPr>
        <p:spPr>
          <a:xfrm>
            <a:off x="6281103" y="1930120"/>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1" name="Text Placeholder 16">
            <a:extLst>
              <a:ext uri="{FF2B5EF4-FFF2-40B4-BE49-F238E27FC236}">
                <a16:creationId xmlns:a16="http://schemas.microsoft.com/office/drawing/2014/main" id="{2C1BE0E5-0AB1-2E1F-7899-35F7755F5FAD}"/>
              </a:ext>
            </a:extLst>
          </p:cNvPr>
          <p:cNvSpPr>
            <a:spLocks noGrp="1"/>
          </p:cNvSpPr>
          <p:nvPr>
            <p:ph type="body" sz="quarter" idx="20" hasCustomPrompt="1"/>
          </p:nvPr>
        </p:nvSpPr>
        <p:spPr>
          <a:xfrm>
            <a:off x="6281103" y="2251873"/>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40" name="Text Placeholder 14">
            <a:extLst>
              <a:ext uri="{FF2B5EF4-FFF2-40B4-BE49-F238E27FC236}">
                <a16:creationId xmlns:a16="http://schemas.microsoft.com/office/drawing/2014/main" id="{645223BF-D897-EB3A-54A0-2E7DB42BF254}"/>
              </a:ext>
            </a:extLst>
          </p:cNvPr>
          <p:cNvSpPr>
            <a:spLocks noGrp="1"/>
          </p:cNvSpPr>
          <p:nvPr>
            <p:ph type="body" sz="quarter" idx="21" hasCustomPrompt="1"/>
          </p:nvPr>
        </p:nvSpPr>
        <p:spPr>
          <a:xfrm>
            <a:off x="6281103" y="3417726"/>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41" name="Text Placeholder 16">
            <a:extLst>
              <a:ext uri="{FF2B5EF4-FFF2-40B4-BE49-F238E27FC236}">
                <a16:creationId xmlns:a16="http://schemas.microsoft.com/office/drawing/2014/main" id="{8E221EA3-8707-AEDA-D7CD-4A9B8750B6C0}"/>
              </a:ext>
            </a:extLst>
          </p:cNvPr>
          <p:cNvSpPr>
            <a:spLocks noGrp="1"/>
          </p:cNvSpPr>
          <p:nvPr>
            <p:ph type="body" sz="quarter" idx="22" hasCustomPrompt="1"/>
          </p:nvPr>
        </p:nvSpPr>
        <p:spPr>
          <a:xfrm>
            <a:off x="6281103" y="3739479"/>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42" name="Text Placeholder 14">
            <a:extLst>
              <a:ext uri="{FF2B5EF4-FFF2-40B4-BE49-F238E27FC236}">
                <a16:creationId xmlns:a16="http://schemas.microsoft.com/office/drawing/2014/main" id="{CD6B4054-F662-593E-5629-02EDCCD875C3}"/>
              </a:ext>
            </a:extLst>
          </p:cNvPr>
          <p:cNvSpPr>
            <a:spLocks noGrp="1"/>
          </p:cNvSpPr>
          <p:nvPr>
            <p:ph type="body" sz="quarter" idx="23" hasCustomPrompt="1"/>
          </p:nvPr>
        </p:nvSpPr>
        <p:spPr>
          <a:xfrm>
            <a:off x="6281103" y="4864395"/>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43" name="Text Placeholder 16">
            <a:extLst>
              <a:ext uri="{FF2B5EF4-FFF2-40B4-BE49-F238E27FC236}">
                <a16:creationId xmlns:a16="http://schemas.microsoft.com/office/drawing/2014/main" id="{B4628CD5-8543-DE60-B0DA-E98C80285212}"/>
              </a:ext>
            </a:extLst>
          </p:cNvPr>
          <p:cNvSpPr>
            <a:spLocks noGrp="1"/>
          </p:cNvSpPr>
          <p:nvPr>
            <p:ph type="body" sz="quarter" idx="24" hasCustomPrompt="1"/>
          </p:nvPr>
        </p:nvSpPr>
        <p:spPr>
          <a:xfrm>
            <a:off x="6281103" y="5186148"/>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32233849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5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3" name="Freeform 2">
            <a:extLst>
              <a:ext uri="{FF2B5EF4-FFF2-40B4-BE49-F238E27FC236}">
                <a16:creationId xmlns:a16="http://schemas.microsoft.com/office/drawing/2014/main" id="{2A124330-26F2-C643-D816-76A961A4DC8D}"/>
              </a:ext>
            </a:extLst>
          </p:cNvPr>
          <p:cNvSpPr/>
          <p:nvPr userDrawn="1"/>
        </p:nvSpPr>
        <p:spPr>
          <a:xfrm>
            <a:off x="4340225"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C9BB8F13-6A19-61AB-2B34-F3374E67EDEA}"/>
              </a:ext>
            </a:extLst>
          </p:cNvPr>
          <p:cNvSpPr/>
          <p:nvPr userDrawn="1"/>
        </p:nvSpPr>
        <p:spPr>
          <a:xfrm>
            <a:off x="4340225"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1A3A8261-07F0-318E-7BBA-55F260CF13E1}"/>
              </a:ext>
            </a:extLst>
          </p:cNvPr>
          <p:cNvSpPr/>
          <p:nvPr userDrawn="1"/>
        </p:nvSpPr>
        <p:spPr>
          <a:xfrm>
            <a:off x="514348"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13F92FD8-E0A4-A8C5-7667-3A308BF04E29}"/>
              </a:ext>
            </a:extLst>
          </p:cNvPr>
          <p:cNvSpPr/>
          <p:nvPr userDrawn="1"/>
        </p:nvSpPr>
        <p:spPr>
          <a:xfrm>
            <a:off x="514348"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97422726-1134-3153-65EA-7946F2A26D00}"/>
              </a:ext>
            </a:extLst>
          </p:cNvPr>
          <p:cNvSpPr/>
          <p:nvPr userDrawn="1"/>
        </p:nvSpPr>
        <p:spPr>
          <a:xfrm>
            <a:off x="8174673"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 Placeholder 6">
            <a:extLst>
              <a:ext uri="{FF2B5EF4-FFF2-40B4-BE49-F238E27FC236}">
                <a16:creationId xmlns:a16="http://schemas.microsoft.com/office/drawing/2014/main" id="{35CA211E-A654-6E41-AC66-D337870D10CE}"/>
              </a:ext>
            </a:extLst>
          </p:cNvPr>
          <p:cNvSpPr>
            <a:spLocks noGrp="1"/>
          </p:cNvSpPr>
          <p:nvPr>
            <p:ph type="body" sz="quarter" idx="4294967295" hasCustomPrompt="1"/>
          </p:nvPr>
        </p:nvSpPr>
        <p:spPr>
          <a:xfrm>
            <a:off x="8380412" y="5944990"/>
            <a:ext cx="3090672" cy="215444"/>
          </a:xfrm>
        </p:spPr>
        <p:txBody>
          <a:bodyPr anchor="b">
            <a:normAutofit fontScale="92500" lnSpcReduction="10000"/>
          </a:bodyPr>
          <a:lstStyle>
            <a:lvl1pPr>
              <a:defRPr lang="en-US" sz="1400" b="0" i="0" kern="900" dirty="0">
                <a:solidFill>
                  <a:schemeClr val="accent1"/>
                </a:solidFill>
                <a:latin typeface="Wallace Sans BETA" pitchFamily="2" charset="77"/>
                <a:ea typeface="+mn-ea"/>
                <a:cs typeface="Wallace Sans BETA" pitchFamily="2" charset="77"/>
              </a:defRPr>
            </a:lvl1pPr>
          </a:lstStyle>
          <a:p>
            <a:pPr>
              <a:lnSpc>
                <a:spcPct val="100000"/>
              </a:lnSpc>
              <a:spcBef>
                <a:spcPts val="600"/>
              </a:spcBef>
            </a:pPr>
            <a:r>
              <a:rPr lang="en-US" kern="900">
                <a:solidFill>
                  <a:schemeClr val="accent1"/>
                </a:solidFill>
              </a:rPr>
              <a:t>Footnote</a:t>
            </a:r>
          </a:p>
        </p:txBody>
      </p:sp>
      <p:sp>
        <p:nvSpPr>
          <p:cNvPr id="16" name="Text Placeholder 16">
            <a:extLst>
              <a:ext uri="{FF2B5EF4-FFF2-40B4-BE49-F238E27FC236}">
                <a16:creationId xmlns:a16="http://schemas.microsoft.com/office/drawing/2014/main" id="{7046A0D5-ABC2-C11A-4707-64B5ED198B90}"/>
              </a:ext>
            </a:extLst>
          </p:cNvPr>
          <p:cNvSpPr>
            <a:spLocks noGrp="1"/>
          </p:cNvSpPr>
          <p:nvPr>
            <p:ph type="body" sz="quarter" idx="14" hasCustomPrompt="1"/>
          </p:nvPr>
        </p:nvSpPr>
        <p:spPr>
          <a:xfrm>
            <a:off x="719646"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17" name="Text Placeholder 16">
            <a:extLst>
              <a:ext uri="{FF2B5EF4-FFF2-40B4-BE49-F238E27FC236}">
                <a16:creationId xmlns:a16="http://schemas.microsoft.com/office/drawing/2014/main" id="{74B6C3C6-2C39-494E-3B8C-04D968EFD4DE}"/>
              </a:ext>
            </a:extLst>
          </p:cNvPr>
          <p:cNvSpPr>
            <a:spLocks noGrp="1"/>
          </p:cNvSpPr>
          <p:nvPr>
            <p:ph type="body" sz="quarter" idx="15" hasCustomPrompt="1"/>
          </p:nvPr>
        </p:nvSpPr>
        <p:spPr>
          <a:xfrm>
            <a:off x="4545523"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18" name="Text Placeholder 16">
            <a:extLst>
              <a:ext uri="{FF2B5EF4-FFF2-40B4-BE49-F238E27FC236}">
                <a16:creationId xmlns:a16="http://schemas.microsoft.com/office/drawing/2014/main" id="{BFD5BA51-CF57-0FEF-0805-E901039B9E09}"/>
              </a:ext>
            </a:extLst>
          </p:cNvPr>
          <p:cNvSpPr>
            <a:spLocks noGrp="1"/>
          </p:cNvSpPr>
          <p:nvPr>
            <p:ph type="body" sz="quarter" idx="16" hasCustomPrompt="1"/>
          </p:nvPr>
        </p:nvSpPr>
        <p:spPr>
          <a:xfrm>
            <a:off x="8376798"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19" name="Text Placeholder 16">
            <a:extLst>
              <a:ext uri="{FF2B5EF4-FFF2-40B4-BE49-F238E27FC236}">
                <a16:creationId xmlns:a16="http://schemas.microsoft.com/office/drawing/2014/main" id="{174319A8-1BD7-8A7A-37EF-D840D3333F84}"/>
              </a:ext>
            </a:extLst>
          </p:cNvPr>
          <p:cNvSpPr>
            <a:spLocks noGrp="1"/>
          </p:cNvSpPr>
          <p:nvPr>
            <p:ph type="body" sz="quarter" idx="17" hasCustomPrompt="1"/>
          </p:nvPr>
        </p:nvSpPr>
        <p:spPr>
          <a:xfrm>
            <a:off x="719646"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20" name="Text Placeholder 16">
            <a:extLst>
              <a:ext uri="{FF2B5EF4-FFF2-40B4-BE49-F238E27FC236}">
                <a16:creationId xmlns:a16="http://schemas.microsoft.com/office/drawing/2014/main" id="{9A16B3FD-11CB-8677-E43A-83CA101057FE}"/>
              </a:ext>
            </a:extLst>
          </p:cNvPr>
          <p:cNvSpPr>
            <a:spLocks noGrp="1"/>
          </p:cNvSpPr>
          <p:nvPr>
            <p:ph type="body" sz="quarter" idx="18" hasCustomPrompt="1"/>
          </p:nvPr>
        </p:nvSpPr>
        <p:spPr>
          <a:xfrm>
            <a:off x="4545523"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Tree>
    <p:extLst>
      <p:ext uri="{BB962C8B-B14F-4D97-AF65-F5344CB8AC3E}">
        <p14:creationId xmlns:p14="http://schemas.microsoft.com/office/powerpoint/2010/main" val="5494454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6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9" name="Freeform 18">
            <a:extLst>
              <a:ext uri="{FF2B5EF4-FFF2-40B4-BE49-F238E27FC236}">
                <a16:creationId xmlns:a16="http://schemas.microsoft.com/office/drawing/2014/main" id="{BFB627B9-EC5F-C18A-0093-0F9036B26760}"/>
              </a:ext>
            </a:extLst>
          </p:cNvPr>
          <p:cNvSpPr/>
          <p:nvPr userDrawn="1"/>
        </p:nvSpPr>
        <p:spPr>
          <a:xfrm>
            <a:off x="514348"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719646"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37" name="Freeform 36">
            <a:extLst>
              <a:ext uri="{FF2B5EF4-FFF2-40B4-BE49-F238E27FC236}">
                <a16:creationId xmlns:a16="http://schemas.microsoft.com/office/drawing/2014/main" id="{DAB3399C-8287-B90F-0D62-A1DA3C8D7FC4}"/>
              </a:ext>
            </a:extLst>
          </p:cNvPr>
          <p:cNvSpPr/>
          <p:nvPr userDrawn="1"/>
        </p:nvSpPr>
        <p:spPr>
          <a:xfrm>
            <a:off x="4340225"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Text Placeholder 16">
            <a:extLst>
              <a:ext uri="{FF2B5EF4-FFF2-40B4-BE49-F238E27FC236}">
                <a16:creationId xmlns:a16="http://schemas.microsoft.com/office/drawing/2014/main" id="{48938AEB-3E52-FC0C-5A24-D25A06DC7DAA}"/>
              </a:ext>
            </a:extLst>
          </p:cNvPr>
          <p:cNvSpPr>
            <a:spLocks noGrp="1"/>
          </p:cNvSpPr>
          <p:nvPr>
            <p:ph type="body" sz="quarter" idx="15" hasCustomPrompt="1"/>
          </p:nvPr>
        </p:nvSpPr>
        <p:spPr>
          <a:xfrm>
            <a:off x="4545523"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39" name="Freeform 38">
            <a:extLst>
              <a:ext uri="{FF2B5EF4-FFF2-40B4-BE49-F238E27FC236}">
                <a16:creationId xmlns:a16="http://schemas.microsoft.com/office/drawing/2014/main" id="{522ED615-32E7-C4D1-6C1F-066D2D27D837}"/>
              </a:ext>
            </a:extLst>
          </p:cNvPr>
          <p:cNvSpPr/>
          <p:nvPr userDrawn="1"/>
        </p:nvSpPr>
        <p:spPr>
          <a:xfrm>
            <a:off x="8171500"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Text Placeholder 16">
            <a:extLst>
              <a:ext uri="{FF2B5EF4-FFF2-40B4-BE49-F238E27FC236}">
                <a16:creationId xmlns:a16="http://schemas.microsoft.com/office/drawing/2014/main" id="{FA4185E7-E895-B336-51D1-571F852EF341}"/>
              </a:ext>
            </a:extLst>
          </p:cNvPr>
          <p:cNvSpPr>
            <a:spLocks noGrp="1"/>
          </p:cNvSpPr>
          <p:nvPr>
            <p:ph type="body" sz="quarter" idx="16" hasCustomPrompt="1"/>
          </p:nvPr>
        </p:nvSpPr>
        <p:spPr>
          <a:xfrm>
            <a:off x="8376798"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46" name="Freeform 45">
            <a:extLst>
              <a:ext uri="{FF2B5EF4-FFF2-40B4-BE49-F238E27FC236}">
                <a16:creationId xmlns:a16="http://schemas.microsoft.com/office/drawing/2014/main" id="{37E51AF5-0DF8-5525-48D6-D8046AB3F608}"/>
              </a:ext>
            </a:extLst>
          </p:cNvPr>
          <p:cNvSpPr/>
          <p:nvPr userDrawn="1"/>
        </p:nvSpPr>
        <p:spPr>
          <a:xfrm>
            <a:off x="514348"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Text Placeholder 16">
            <a:extLst>
              <a:ext uri="{FF2B5EF4-FFF2-40B4-BE49-F238E27FC236}">
                <a16:creationId xmlns:a16="http://schemas.microsoft.com/office/drawing/2014/main" id="{BCBF4F5C-2250-1157-CBC4-D12698565114}"/>
              </a:ext>
            </a:extLst>
          </p:cNvPr>
          <p:cNvSpPr>
            <a:spLocks noGrp="1"/>
          </p:cNvSpPr>
          <p:nvPr>
            <p:ph type="body" sz="quarter" idx="17" hasCustomPrompt="1"/>
          </p:nvPr>
        </p:nvSpPr>
        <p:spPr>
          <a:xfrm>
            <a:off x="719646"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48" name="Freeform 47">
            <a:extLst>
              <a:ext uri="{FF2B5EF4-FFF2-40B4-BE49-F238E27FC236}">
                <a16:creationId xmlns:a16="http://schemas.microsoft.com/office/drawing/2014/main" id="{8C71FA80-2F5E-FFF3-2280-6129686618F7}"/>
              </a:ext>
            </a:extLst>
          </p:cNvPr>
          <p:cNvSpPr/>
          <p:nvPr userDrawn="1"/>
        </p:nvSpPr>
        <p:spPr>
          <a:xfrm>
            <a:off x="4340225"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Text Placeholder 16">
            <a:extLst>
              <a:ext uri="{FF2B5EF4-FFF2-40B4-BE49-F238E27FC236}">
                <a16:creationId xmlns:a16="http://schemas.microsoft.com/office/drawing/2014/main" id="{448CC2C4-C861-531C-4C43-E3AC08F20373}"/>
              </a:ext>
            </a:extLst>
          </p:cNvPr>
          <p:cNvSpPr>
            <a:spLocks noGrp="1"/>
          </p:cNvSpPr>
          <p:nvPr>
            <p:ph type="body" sz="quarter" idx="18" hasCustomPrompt="1"/>
          </p:nvPr>
        </p:nvSpPr>
        <p:spPr>
          <a:xfrm>
            <a:off x="4545523"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50" name="Freeform 49">
            <a:extLst>
              <a:ext uri="{FF2B5EF4-FFF2-40B4-BE49-F238E27FC236}">
                <a16:creationId xmlns:a16="http://schemas.microsoft.com/office/drawing/2014/main" id="{72816219-DDE4-117F-8790-F4F8F66D9413}"/>
              </a:ext>
            </a:extLst>
          </p:cNvPr>
          <p:cNvSpPr/>
          <p:nvPr userDrawn="1"/>
        </p:nvSpPr>
        <p:spPr>
          <a:xfrm>
            <a:off x="8171500"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Text Placeholder 16">
            <a:extLst>
              <a:ext uri="{FF2B5EF4-FFF2-40B4-BE49-F238E27FC236}">
                <a16:creationId xmlns:a16="http://schemas.microsoft.com/office/drawing/2014/main" id="{66FEAAB4-B2B7-E51E-36E1-2F97ED86E611}"/>
              </a:ext>
            </a:extLst>
          </p:cNvPr>
          <p:cNvSpPr>
            <a:spLocks noGrp="1"/>
          </p:cNvSpPr>
          <p:nvPr>
            <p:ph type="body" sz="quarter" idx="19" hasCustomPrompt="1"/>
          </p:nvPr>
        </p:nvSpPr>
        <p:spPr>
          <a:xfrm>
            <a:off x="8376798"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Tree>
    <p:extLst>
      <p:ext uri="{BB962C8B-B14F-4D97-AF65-F5344CB8AC3E}">
        <p14:creationId xmlns:p14="http://schemas.microsoft.com/office/powerpoint/2010/main" val="15998622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8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2" name="Freeform 11">
            <a:extLst>
              <a:ext uri="{FF2B5EF4-FFF2-40B4-BE49-F238E27FC236}">
                <a16:creationId xmlns:a16="http://schemas.microsoft.com/office/drawing/2014/main" id="{DD0FBFB4-5797-1DC6-2153-80DB1BDE3D53}"/>
              </a:ext>
            </a:extLst>
          </p:cNvPr>
          <p:cNvSpPr/>
          <p:nvPr userDrawn="1"/>
        </p:nvSpPr>
        <p:spPr>
          <a:xfrm>
            <a:off x="514348"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Text Placeholder 16">
            <a:extLst>
              <a:ext uri="{FF2B5EF4-FFF2-40B4-BE49-F238E27FC236}">
                <a16:creationId xmlns:a16="http://schemas.microsoft.com/office/drawing/2014/main" id="{2ECA7C6A-3F75-FD65-8FF7-7CE482E2BC91}"/>
              </a:ext>
            </a:extLst>
          </p:cNvPr>
          <p:cNvSpPr>
            <a:spLocks noGrp="1"/>
          </p:cNvSpPr>
          <p:nvPr>
            <p:ph type="body" sz="quarter" idx="18" hasCustomPrompt="1"/>
          </p:nvPr>
        </p:nvSpPr>
        <p:spPr>
          <a:xfrm>
            <a:off x="718693"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21" name="Freeform 20">
            <a:extLst>
              <a:ext uri="{FF2B5EF4-FFF2-40B4-BE49-F238E27FC236}">
                <a16:creationId xmlns:a16="http://schemas.microsoft.com/office/drawing/2014/main" id="{BF270BE2-2812-C271-716A-68C84952B367}"/>
              </a:ext>
            </a:extLst>
          </p:cNvPr>
          <p:cNvSpPr/>
          <p:nvPr userDrawn="1"/>
        </p:nvSpPr>
        <p:spPr>
          <a:xfrm>
            <a:off x="3362863"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Text Placeholder 16">
            <a:extLst>
              <a:ext uri="{FF2B5EF4-FFF2-40B4-BE49-F238E27FC236}">
                <a16:creationId xmlns:a16="http://schemas.microsoft.com/office/drawing/2014/main" id="{12D30C37-FCEE-A8A0-200F-87E24A44725E}"/>
              </a:ext>
            </a:extLst>
          </p:cNvPr>
          <p:cNvSpPr>
            <a:spLocks noGrp="1"/>
          </p:cNvSpPr>
          <p:nvPr>
            <p:ph type="body" sz="quarter" idx="19" hasCustomPrompt="1"/>
          </p:nvPr>
        </p:nvSpPr>
        <p:spPr>
          <a:xfrm>
            <a:off x="3566924"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23" name="Freeform 22">
            <a:extLst>
              <a:ext uri="{FF2B5EF4-FFF2-40B4-BE49-F238E27FC236}">
                <a16:creationId xmlns:a16="http://schemas.microsoft.com/office/drawing/2014/main" id="{B3FA0B79-9F22-8449-27F7-CDCE82C3B659}"/>
              </a:ext>
            </a:extLst>
          </p:cNvPr>
          <p:cNvSpPr/>
          <p:nvPr userDrawn="1"/>
        </p:nvSpPr>
        <p:spPr>
          <a:xfrm>
            <a:off x="6245547"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Text Placeholder 16">
            <a:extLst>
              <a:ext uri="{FF2B5EF4-FFF2-40B4-BE49-F238E27FC236}">
                <a16:creationId xmlns:a16="http://schemas.microsoft.com/office/drawing/2014/main" id="{06C64F15-6517-AAE9-7D1F-67F4C0CF22A2}"/>
              </a:ext>
            </a:extLst>
          </p:cNvPr>
          <p:cNvSpPr>
            <a:spLocks noGrp="1"/>
          </p:cNvSpPr>
          <p:nvPr>
            <p:ph type="body" sz="quarter" idx="20" hasCustomPrompt="1"/>
          </p:nvPr>
        </p:nvSpPr>
        <p:spPr>
          <a:xfrm>
            <a:off x="6449608"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25" name="Freeform 24">
            <a:extLst>
              <a:ext uri="{FF2B5EF4-FFF2-40B4-BE49-F238E27FC236}">
                <a16:creationId xmlns:a16="http://schemas.microsoft.com/office/drawing/2014/main" id="{C104021F-1903-056A-4525-A8A77A507AC6}"/>
              </a:ext>
            </a:extLst>
          </p:cNvPr>
          <p:cNvSpPr/>
          <p:nvPr userDrawn="1"/>
        </p:nvSpPr>
        <p:spPr>
          <a:xfrm>
            <a:off x="9124949"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Text Placeholder 16">
            <a:extLst>
              <a:ext uri="{FF2B5EF4-FFF2-40B4-BE49-F238E27FC236}">
                <a16:creationId xmlns:a16="http://schemas.microsoft.com/office/drawing/2014/main" id="{26C20303-ED32-F41B-B2CB-F03ABE132FF8}"/>
              </a:ext>
            </a:extLst>
          </p:cNvPr>
          <p:cNvSpPr>
            <a:spLocks noGrp="1"/>
          </p:cNvSpPr>
          <p:nvPr>
            <p:ph type="body" sz="quarter" idx="21" hasCustomPrompt="1"/>
          </p:nvPr>
        </p:nvSpPr>
        <p:spPr>
          <a:xfrm>
            <a:off x="9329010"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36" name="Freeform 35">
            <a:extLst>
              <a:ext uri="{FF2B5EF4-FFF2-40B4-BE49-F238E27FC236}">
                <a16:creationId xmlns:a16="http://schemas.microsoft.com/office/drawing/2014/main" id="{BB7DDE0E-F7EC-898B-0DB8-1C657FC04CBB}"/>
              </a:ext>
            </a:extLst>
          </p:cNvPr>
          <p:cNvSpPr/>
          <p:nvPr userDrawn="1"/>
        </p:nvSpPr>
        <p:spPr>
          <a:xfrm>
            <a:off x="514348"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Text Placeholder 16">
            <a:extLst>
              <a:ext uri="{FF2B5EF4-FFF2-40B4-BE49-F238E27FC236}">
                <a16:creationId xmlns:a16="http://schemas.microsoft.com/office/drawing/2014/main" id="{E68DC136-3CE8-F55F-4799-9398F201A8E5}"/>
              </a:ext>
            </a:extLst>
          </p:cNvPr>
          <p:cNvSpPr>
            <a:spLocks noGrp="1"/>
          </p:cNvSpPr>
          <p:nvPr>
            <p:ph type="body" sz="quarter" idx="22" hasCustomPrompt="1"/>
          </p:nvPr>
        </p:nvSpPr>
        <p:spPr>
          <a:xfrm>
            <a:off x="718693"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38" name="Freeform 37">
            <a:extLst>
              <a:ext uri="{FF2B5EF4-FFF2-40B4-BE49-F238E27FC236}">
                <a16:creationId xmlns:a16="http://schemas.microsoft.com/office/drawing/2014/main" id="{F9A88785-D099-E7AE-3909-79A43E686DC2}"/>
              </a:ext>
            </a:extLst>
          </p:cNvPr>
          <p:cNvSpPr/>
          <p:nvPr userDrawn="1"/>
        </p:nvSpPr>
        <p:spPr>
          <a:xfrm>
            <a:off x="3362863"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Text Placeholder 16">
            <a:extLst>
              <a:ext uri="{FF2B5EF4-FFF2-40B4-BE49-F238E27FC236}">
                <a16:creationId xmlns:a16="http://schemas.microsoft.com/office/drawing/2014/main" id="{E870A7C7-DBF6-3075-528A-05396AA7381D}"/>
              </a:ext>
            </a:extLst>
          </p:cNvPr>
          <p:cNvSpPr>
            <a:spLocks noGrp="1"/>
          </p:cNvSpPr>
          <p:nvPr>
            <p:ph type="body" sz="quarter" idx="23" hasCustomPrompt="1"/>
          </p:nvPr>
        </p:nvSpPr>
        <p:spPr>
          <a:xfrm>
            <a:off x="3566924"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44" name="Freeform 43">
            <a:extLst>
              <a:ext uri="{FF2B5EF4-FFF2-40B4-BE49-F238E27FC236}">
                <a16:creationId xmlns:a16="http://schemas.microsoft.com/office/drawing/2014/main" id="{EB05CCB9-1531-8474-14D7-B8B77BD4C398}"/>
              </a:ext>
            </a:extLst>
          </p:cNvPr>
          <p:cNvSpPr/>
          <p:nvPr userDrawn="1"/>
        </p:nvSpPr>
        <p:spPr>
          <a:xfrm>
            <a:off x="6245547"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Text Placeholder 16">
            <a:extLst>
              <a:ext uri="{FF2B5EF4-FFF2-40B4-BE49-F238E27FC236}">
                <a16:creationId xmlns:a16="http://schemas.microsoft.com/office/drawing/2014/main" id="{52F6FD64-20FD-EA95-93E4-20601743BFDC}"/>
              </a:ext>
            </a:extLst>
          </p:cNvPr>
          <p:cNvSpPr>
            <a:spLocks noGrp="1"/>
          </p:cNvSpPr>
          <p:nvPr>
            <p:ph type="body" sz="quarter" idx="24" hasCustomPrompt="1"/>
          </p:nvPr>
        </p:nvSpPr>
        <p:spPr>
          <a:xfrm>
            <a:off x="6449608"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46" name="Freeform 45">
            <a:extLst>
              <a:ext uri="{FF2B5EF4-FFF2-40B4-BE49-F238E27FC236}">
                <a16:creationId xmlns:a16="http://schemas.microsoft.com/office/drawing/2014/main" id="{35F703ED-A219-4A92-DF34-22CBDB32D1A5}"/>
              </a:ext>
            </a:extLst>
          </p:cNvPr>
          <p:cNvSpPr/>
          <p:nvPr userDrawn="1"/>
        </p:nvSpPr>
        <p:spPr>
          <a:xfrm>
            <a:off x="9124949"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Text Placeholder 16">
            <a:extLst>
              <a:ext uri="{FF2B5EF4-FFF2-40B4-BE49-F238E27FC236}">
                <a16:creationId xmlns:a16="http://schemas.microsoft.com/office/drawing/2014/main" id="{CBC40553-6404-6ECA-BD5D-C7B5290C4C11}"/>
              </a:ext>
            </a:extLst>
          </p:cNvPr>
          <p:cNvSpPr>
            <a:spLocks noGrp="1"/>
          </p:cNvSpPr>
          <p:nvPr>
            <p:ph type="body" sz="quarter" idx="25" hasCustomPrompt="1"/>
          </p:nvPr>
        </p:nvSpPr>
        <p:spPr>
          <a:xfrm>
            <a:off x="9329010"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Tree>
    <p:extLst>
      <p:ext uri="{BB962C8B-B14F-4D97-AF65-F5344CB8AC3E}">
        <p14:creationId xmlns:p14="http://schemas.microsoft.com/office/powerpoint/2010/main" val="14480849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2 column, 2 rows + cell_LH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4345304" y="1921689"/>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0" name="Text Placeholder 14">
            <a:extLst>
              <a:ext uri="{FF2B5EF4-FFF2-40B4-BE49-F238E27FC236}">
                <a16:creationId xmlns:a16="http://schemas.microsoft.com/office/drawing/2014/main" id="{CBDCAD5F-3A63-3B77-3AFB-FD619FB692E7}"/>
              </a:ext>
            </a:extLst>
          </p:cNvPr>
          <p:cNvSpPr>
            <a:spLocks noGrp="1"/>
          </p:cNvSpPr>
          <p:nvPr>
            <p:ph type="body" sz="quarter" idx="19" hasCustomPrompt="1"/>
          </p:nvPr>
        </p:nvSpPr>
        <p:spPr>
          <a:xfrm>
            <a:off x="8172721" y="1921689"/>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3" name="Freeform 2">
            <a:extLst>
              <a:ext uri="{FF2B5EF4-FFF2-40B4-BE49-F238E27FC236}">
                <a16:creationId xmlns:a16="http://schemas.microsoft.com/office/drawing/2014/main" id="{72B22DDD-4783-01ED-FFD3-4CC6C2E39BBC}"/>
              </a:ext>
            </a:extLst>
          </p:cNvPr>
          <p:cNvSpPr/>
          <p:nvPr userDrawn="1"/>
        </p:nvSpPr>
        <p:spPr>
          <a:xfrm>
            <a:off x="514348"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 Placeholder 14">
            <a:extLst>
              <a:ext uri="{FF2B5EF4-FFF2-40B4-BE49-F238E27FC236}">
                <a16:creationId xmlns:a16="http://schemas.microsoft.com/office/drawing/2014/main" id="{A9053C55-203B-A3BD-3C99-3106FC7B0B56}"/>
              </a:ext>
            </a:extLst>
          </p:cNvPr>
          <p:cNvSpPr>
            <a:spLocks noGrp="1"/>
          </p:cNvSpPr>
          <p:nvPr>
            <p:ph type="body" sz="quarter" idx="25" hasCustomPrompt="1"/>
          </p:nvPr>
        </p:nvSpPr>
        <p:spPr>
          <a:xfrm>
            <a:off x="4345304" y="4329621"/>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19" name="Text Placeholder 14">
            <a:extLst>
              <a:ext uri="{FF2B5EF4-FFF2-40B4-BE49-F238E27FC236}">
                <a16:creationId xmlns:a16="http://schemas.microsoft.com/office/drawing/2014/main" id="{4717F615-7060-D6E2-E38F-29868526A1B3}"/>
              </a:ext>
            </a:extLst>
          </p:cNvPr>
          <p:cNvSpPr>
            <a:spLocks noGrp="1"/>
          </p:cNvSpPr>
          <p:nvPr>
            <p:ph type="body" sz="quarter" idx="26" hasCustomPrompt="1"/>
          </p:nvPr>
        </p:nvSpPr>
        <p:spPr>
          <a:xfrm>
            <a:off x="8172721" y="4329621"/>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2" name="Text Placeholder 16">
            <a:extLst>
              <a:ext uri="{FF2B5EF4-FFF2-40B4-BE49-F238E27FC236}">
                <a16:creationId xmlns:a16="http://schemas.microsoft.com/office/drawing/2014/main" id="{F1E91B35-BE8A-E14A-31C6-08ABACF15DAD}"/>
              </a:ext>
            </a:extLst>
          </p:cNvPr>
          <p:cNvSpPr>
            <a:spLocks noGrp="1"/>
          </p:cNvSpPr>
          <p:nvPr>
            <p:ph type="body" sz="quarter" idx="29" hasCustomPrompt="1"/>
          </p:nvPr>
        </p:nvSpPr>
        <p:spPr>
          <a:xfrm>
            <a:off x="711772" y="2142740"/>
            <a:ext cx="3090672" cy="1218282"/>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4345304" y="21652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31" name="Text Placeholder 16">
            <a:extLst>
              <a:ext uri="{FF2B5EF4-FFF2-40B4-BE49-F238E27FC236}">
                <a16:creationId xmlns:a16="http://schemas.microsoft.com/office/drawing/2014/main" id="{2C1BE0E5-0AB1-2E1F-7899-35F7755F5FAD}"/>
              </a:ext>
            </a:extLst>
          </p:cNvPr>
          <p:cNvSpPr>
            <a:spLocks noGrp="1"/>
          </p:cNvSpPr>
          <p:nvPr>
            <p:ph type="body" sz="quarter" idx="20" hasCustomPrompt="1"/>
          </p:nvPr>
        </p:nvSpPr>
        <p:spPr>
          <a:xfrm>
            <a:off x="8172721" y="21652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20" name="Text Placeholder 16">
            <a:extLst>
              <a:ext uri="{FF2B5EF4-FFF2-40B4-BE49-F238E27FC236}">
                <a16:creationId xmlns:a16="http://schemas.microsoft.com/office/drawing/2014/main" id="{A1A0851D-8FF9-BBA7-96B6-678C3E702ADB}"/>
              </a:ext>
            </a:extLst>
          </p:cNvPr>
          <p:cNvSpPr>
            <a:spLocks noGrp="1"/>
          </p:cNvSpPr>
          <p:nvPr>
            <p:ph type="body" sz="quarter" idx="27" hasCustomPrompt="1"/>
          </p:nvPr>
        </p:nvSpPr>
        <p:spPr>
          <a:xfrm>
            <a:off x="4345304" y="45759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21" name="Text Placeholder 16">
            <a:extLst>
              <a:ext uri="{FF2B5EF4-FFF2-40B4-BE49-F238E27FC236}">
                <a16:creationId xmlns:a16="http://schemas.microsoft.com/office/drawing/2014/main" id="{EB66FDC2-E44A-2C89-4479-62FD4502E7AA}"/>
              </a:ext>
            </a:extLst>
          </p:cNvPr>
          <p:cNvSpPr>
            <a:spLocks noGrp="1"/>
          </p:cNvSpPr>
          <p:nvPr>
            <p:ph type="body" sz="quarter" idx="28" hasCustomPrompt="1"/>
          </p:nvPr>
        </p:nvSpPr>
        <p:spPr>
          <a:xfrm>
            <a:off x="8172721" y="45759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Tree>
    <p:extLst>
      <p:ext uri="{BB962C8B-B14F-4D97-AF65-F5344CB8AC3E}">
        <p14:creationId xmlns:p14="http://schemas.microsoft.com/office/powerpoint/2010/main" val="14924655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lumn cell">
    <p:bg>
      <p:bgPr>
        <a:solidFill>
          <a:schemeClr val="bg1"/>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93B83D5A-A1EA-9405-2630-710D5E779B01}"/>
              </a:ext>
            </a:extLst>
          </p:cNvPr>
          <p:cNvSpPr/>
          <p:nvPr userDrawn="1"/>
        </p:nvSpPr>
        <p:spPr>
          <a:xfrm>
            <a:off x="8174672" y="1038814"/>
            <a:ext cx="3498096" cy="5310357"/>
          </a:xfrm>
          <a:custGeom>
            <a:avLst/>
            <a:gdLst>
              <a:gd name="csX0" fmla="*/ 0 w 3498096"/>
              <a:gd name="csY0" fmla="*/ 0 h 5310357"/>
              <a:gd name="csX1" fmla="*/ 1613293 w 3498096"/>
              <a:gd name="csY1" fmla="*/ 0 h 5310357"/>
              <a:gd name="csX2" fmla="*/ 1966224 w 3498096"/>
              <a:gd name="csY2" fmla="*/ 0 h 5310357"/>
              <a:gd name="csX3" fmla="*/ 3416675 w 3498096"/>
              <a:gd name="csY3" fmla="*/ 0 h 5310357"/>
              <a:gd name="csX4" fmla="*/ 3498096 w 3498096"/>
              <a:gd name="csY4" fmla="*/ 81422 h 5310357"/>
              <a:gd name="csX5" fmla="*/ 3498096 w 3498096"/>
              <a:gd name="csY5" fmla="*/ 1453021 h 5310357"/>
              <a:gd name="csX6" fmla="*/ 3498096 w 3498096"/>
              <a:gd name="csY6" fmla="*/ 1884803 h 5310357"/>
              <a:gd name="csX7" fmla="*/ 3498096 w 3498096"/>
              <a:gd name="csY7" fmla="*/ 2524583 h 5310357"/>
              <a:gd name="csX8" fmla="*/ 3498096 w 3498096"/>
              <a:gd name="csY8" fmla="*/ 3082885 h 5310357"/>
              <a:gd name="csX9" fmla="*/ 3498096 w 3498096"/>
              <a:gd name="csY9" fmla="*/ 3256403 h 5310357"/>
              <a:gd name="csX10" fmla="*/ 3498096 w 3498096"/>
              <a:gd name="csY10" fmla="*/ 3425554 h 5310357"/>
              <a:gd name="csX11" fmla="*/ 3498096 w 3498096"/>
              <a:gd name="csY11" fmla="*/ 4327965 h 5310357"/>
              <a:gd name="csX12" fmla="*/ 3498096 w 3498096"/>
              <a:gd name="csY12" fmla="*/ 4886267 h 5310357"/>
              <a:gd name="csX13" fmla="*/ 3498096 w 3498096"/>
              <a:gd name="csY13" fmla="*/ 5228936 h 5310357"/>
              <a:gd name="csX14" fmla="*/ 3416675 w 3498096"/>
              <a:gd name="csY14" fmla="*/ 5310357 h 5310357"/>
              <a:gd name="csX15" fmla="*/ 1884803 w 3498096"/>
              <a:gd name="csY15" fmla="*/ 5310357 h 5310357"/>
              <a:gd name="csX16" fmla="*/ 1613293 w 3498096"/>
              <a:gd name="csY16" fmla="*/ 5310357 h 5310357"/>
              <a:gd name="csX17" fmla="*/ 81421 w 3498096"/>
              <a:gd name="csY17" fmla="*/ 5310357 h 5310357"/>
              <a:gd name="csX18" fmla="*/ 0 w 3498096"/>
              <a:gd name="csY18" fmla="*/ 5228936 h 5310357"/>
              <a:gd name="csX19" fmla="*/ 0 w 3498096"/>
              <a:gd name="csY19" fmla="*/ 4886267 h 5310357"/>
              <a:gd name="csX20" fmla="*/ 0 w 3498096"/>
              <a:gd name="csY20" fmla="*/ 4327965 h 5310357"/>
              <a:gd name="csX21" fmla="*/ 0 w 3498096"/>
              <a:gd name="csY21" fmla="*/ 3425554 h 5310357"/>
              <a:gd name="csX22" fmla="*/ 0 w 3498096"/>
              <a:gd name="csY22" fmla="*/ 3256403 h 5310357"/>
              <a:gd name="csX23" fmla="*/ 0 w 3498096"/>
              <a:gd name="csY23" fmla="*/ 3082885 h 5310357"/>
              <a:gd name="csX24" fmla="*/ 0 w 3498096"/>
              <a:gd name="csY24" fmla="*/ 2524583 h 5310357"/>
              <a:gd name="csX25" fmla="*/ 0 w 3498096"/>
              <a:gd name="csY25" fmla="*/ 1966224 h 5310357"/>
              <a:gd name="csX26" fmla="*/ 0 w 3498096"/>
              <a:gd name="csY26" fmla="*/ 1453021 h 5310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6" h="5310357">
                <a:moveTo>
                  <a:pt x="0" y="0"/>
                </a:moveTo>
                <a:lnTo>
                  <a:pt x="1613293" y="0"/>
                </a:lnTo>
                <a:lnTo>
                  <a:pt x="1966224" y="0"/>
                </a:lnTo>
                <a:lnTo>
                  <a:pt x="3416675" y="0"/>
                </a:lnTo>
                <a:cubicBezTo>
                  <a:pt x="3461643" y="0"/>
                  <a:pt x="3498096" y="36453"/>
                  <a:pt x="3498096" y="81422"/>
                </a:cubicBezTo>
                <a:lnTo>
                  <a:pt x="3498096" y="1453021"/>
                </a:lnTo>
                <a:lnTo>
                  <a:pt x="3498096" y="1884803"/>
                </a:lnTo>
                <a:lnTo>
                  <a:pt x="3498096" y="2524583"/>
                </a:lnTo>
                <a:lnTo>
                  <a:pt x="3498096" y="3082885"/>
                </a:lnTo>
                <a:lnTo>
                  <a:pt x="3498096" y="3256403"/>
                </a:lnTo>
                <a:lnTo>
                  <a:pt x="3498096" y="3425554"/>
                </a:lnTo>
                <a:lnTo>
                  <a:pt x="3498096" y="4327965"/>
                </a:lnTo>
                <a:lnTo>
                  <a:pt x="3498096" y="4886267"/>
                </a:lnTo>
                <a:lnTo>
                  <a:pt x="3498096" y="5228936"/>
                </a:lnTo>
                <a:cubicBezTo>
                  <a:pt x="3498096" y="5273904"/>
                  <a:pt x="3461643" y="5310357"/>
                  <a:pt x="3416675" y="5310357"/>
                </a:cubicBezTo>
                <a:lnTo>
                  <a:pt x="1884803" y="5310357"/>
                </a:lnTo>
                <a:lnTo>
                  <a:pt x="1613293" y="5310357"/>
                </a:lnTo>
                <a:lnTo>
                  <a:pt x="81421" y="5310357"/>
                </a:lnTo>
                <a:cubicBezTo>
                  <a:pt x="36453" y="5310357"/>
                  <a:pt x="0" y="5273904"/>
                  <a:pt x="0" y="5228936"/>
                </a:cubicBezTo>
                <a:lnTo>
                  <a:pt x="0" y="4886267"/>
                </a:lnTo>
                <a:lnTo>
                  <a:pt x="0" y="4327965"/>
                </a:lnTo>
                <a:lnTo>
                  <a:pt x="0" y="3425554"/>
                </a:lnTo>
                <a:lnTo>
                  <a:pt x="0" y="3256403"/>
                </a:lnTo>
                <a:lnTo>
                  <a:pt x="0" y="3082885"/>
                </a:lnTo>
                <a:lnTo>
                  <a:pt x="0" y="2524583"/>
                </a:lnTo>
                <a:lnTo>
                  <a:pt x="0" y="1966224"/>
                </a:lnTo>
                <a:lnTo>
                  <a:pt x="0" y="145302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49E2105B-EF39-AFD2-26A3-4543DC267084}"/>
              </a:ext>
            </a:extLst>
          </p:cNvPr>
          <p:cNvSpPr/>
          <p:nvPr userDrawn="1"/>
        </p:nvSpPr>
        <p:spPr>
          <a:xfrm>
            <a:off x="4342731" y="1038814"/>
            <a:ext cx="3498096" cy="5310357"/>
          </a:xfrm>
          <a:custGeom>
            <a:avLst/>
            <a:gdLst>
              <a:gd name="csX0" fmla="*/ 0 w 3498096"/>
              <a:gd name="csY0" fmla="*/ 0 h 5310357"/>
              <a:gd name="csX1" fmla="*/ 1613293 w 3498096"/>
              <a:gd name="csY1" fmla="*/ 0 h 5310357"/>
              <a:gd name="csX2" fmla="*/ 1966224 w 3498096"/>
              <a:gd name="csY2" fmla="*/ 0 h 5310357"/>
              <a:gd name="csX3" fmla="*/ 3416675 w 3498096"/>
              <a:gd name="csY3" fmla="*/ 0 h 5310357"/>
              <a:gd name="csX4" fmla="*/ 3498096 w 3498096"/>
              <a:gd name="csY4" fmla="*/ 81422 h 5310357"/>
              <a:gd name="csX5" fmla="*/ 3498096 w 3498096"/>
              <a:gd name="csY5" fmla="*/ 1453021 h 5310357"/>
              <a:gd name="csX6" fmla="*/ 3498096 w 3498096"/>
              <a:gd name="csY6" fmla="*/ 1884803 h 5310357"/>
              <a:gd name="csX7" fmla="*/ 3498096 w 3498096"/>
              <a:gd name="csY7" fmla="*/ 2524583 h 5310357"/>
              <a:gd name="csX8" fmla="*/ 3498096 w 3498096"/>
              <a:gd name="csY8" fmla="*/ 3082885 h 5310357"/>
              <a:gd name="csX9" fmla="*/ 3498096 w 3498096"/>
              <a:gd name="csY9" fmla="*/ 3256403 h 5310357"/>
              <a:gd name="csX10" fmla="*/ 3498096 w 3498096"/>
              <a:gd name="csY10" fmla="*/ 3425554 h 5310357"/>
              <a:gd name="csX11" fmla="*/ 3498096 w 3498096"/>
              <a:gd name="csY11" fmla="*/ 4327965 h 5310357"/>
              <a:gd name="csX12" fmla="*/ 3498096 w 3498096"/>
              <a:gd name="csY12" fmla="*/ 4886267 h 5310357"/>
              <a:gd name="csX13" fmla="*/ 3498096 w 3498096"/>
              <a:gd name="csY13" fmla="*/ 5228936 h 5310357"/>
              <a:gd name="csX14" fmla="*/ 3416675 w 3498096"/>
              <a:gd name="csY14" fmla="*/ 5310357 h 5310357"/>
              <a:gd name="csX15" fmla="*/ 1884803 w 3498096"/>
              <a:gd name="csY15" fmla="*/ 5310357 h 5310357"/>
              <a:gd name="csX16" fmla="*/ 1613293 w 3498096"/>
              <a:gd name="csY16" fmla="*/ 5310357 h 5310357"/>
              <a:gd name="csX17" fmla="*/ 81421 w 3498096"/>
              <a:gd name="csY17" fmla="*/ 5310357 h 5310357"/>
              <a:gd name="csX18" fmla="*/ 0 w 3498096"/>
              <a:gd name="csY18" fmla="*/ 5228936 h 5310357"/>
              <a:gd name="csX19" fmla="*/ 0 w 3498096"/>
              <a:gd name="csY19" fmla="*/ 4886267 h 5310357"/>
              <a:gd name="csX20" fmla="*/ 0 w 3498096"/>
              <a:gd name="csY20" fmla="*/ 4327965 h 5310357"/>
              <a:gd name="csX21" fmla="*/ 0 w 3498096"/>
              <a:gd name="csY21" fmla="*/ 3425554 h 5310357"/>
              <a:gd name="csX22" fmla="*/ 0 w 3498096"/>
              <a:gd name="csY22" fmla="*/ 3256403 h 5310357"/>
              <a:gd name="csX23" fmla="*/ 0 w 3498096"/>
              <a:gd name="csY23" fmla="*/ 3082885 h 5310357"/>
              <a:gd name="csX24" fmla="*/ 0 w 3498096"/>
              <a:gd name="csY24" fmla="*/ 2524583 h 5310357"/>
              <a:gd name="csX25" fmla="*/ 0 w 3498096"/>
              <a:gd name="csY25" fmla="*/ 1966224 h 5310357"/>
              <a:gd name="csX26" fmla="*/ 0 w 3498096"/>
              <a:gd name="csY26" fmla="*/ 1453021 h 5310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6" h="5310357">
                <a:moveTo>
                  <a:pt x="0" y="0"/>
                </a:moveTo>
                <a:lnTo>
                  <a:pt x="1613293" y="0"/>
                </a:lnTo>
                <a:lnTo>
                  <a:pt x="1966224" y="0"/>
                </a:lnTo>
                <a:lnTo>
                  <a:pt x="3416675" y="0"/>
                </a:lnTo>
                <a:cubicBezTo>
                  <a:pt x="3461643" y="0"/>
                  <a:pt x="3498096" y="36453"/>
                  <a:pt x="3498096" y="81422"/>
                </a:cubicBezTo>
                <a:lnTo>
                  <a:pt x="3498096" y="1453021"/>
                </a:lnTo>
                <a:lnTo>
                  <a:pt x="3498096" y="1884803"/>
                </a:lnTo>
                <a:lnTo>
                  <a:pt x="3498096" y="2524583"/>
                </a:lnTo>
                <a:lnTo>
                  <a:pt x="3498096" y="3082885"/>
                </a:lnTo>
                <a:lnTo>
                  <a:pt x="3498096" y="3256403"/>
                </a:lnTo>
                <a:lnTo>
                  <a:pt x="3498096" y="3425554"/>
                </a:lnTo>
                <a:lnTo>
                  <a:pt x="3498096" y="4327965"/>
                </a:lnTo>
                <a:lnTo>
                  <a:pt x="3498096" y="4886267"/>
                </a:lnTo>
                <a:lnTo>
                  <a:pt x="3498096" y="5228936"/>
                </a:lnTo>
                <a:cubicBezTo>
                  <a:pt x="3498096" y="5273904"/>
                  <a:pt x="3461643" y="5310357"/>
                  <a:pt x="3416675" y="5310357"/>
                </a:cubicBezTo>
                <a:lnTo>
                  <a:pt x="1884803" y="5310357"/>
                </a:lnTo>
                <a:lnTo>
                  <a:pt x="1613293" y="5310357"/>
                </a:lnTo>
                <a:lnTo>
                  <a:pt x="81421" y="5310357"/>
                </a:lnTo>
                <a:cubicBezTo>
                  <a:pt x="36453" y="5310357"/>
                  <a:pt x="0" y="5273904"/>
                  <a:pt x="0" y="5228936"/>
                </a:cubicBezTo>
                <a:lnTo>
                  <a:pt x="0" y="4886267"/>
                </a:lnTo>
                <a:lnTo>
                  <a:pt x="0" y="4327965"/>
                </a:lnTo>
                <a:lnTo>
                  <a:pt x="0" y="3425554"/>
                </a:lnTo>
                <a:lnTo>
                  <a:pt x="0" y="3256403"/>
                </a:lnTo>
                <a:lnTo>
                  <a:pt x="0" y="3082885"/>
                </a:lnTo>
                <a:lnTo>
                  <a:pt x="0" y="2524583"/>
                </a:lnTo>
                <a:lnTo>
                  <a:pt x="0" y="1966224"/>
                </a:lnTo>
                <a:lnTo>
                  <a:pt x="0" y="145302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9">
            <a:extLst>
              <a:ext uri="{FF2B5EF4-FFF2-40B4-BE49-F238E27FC236}">
                <a16:creationId xmlns:a16="http://schemas.microsoft.com/office/drawing/2014/main" id="{9EDE87E2-230A-E78B-D971-DE0E5EBD3A72}"/>
              </a:ext>
            </a:extLst>
          </p:cNvPr>
          <p:cNvSpPr/>
          <p:nvPr userDrawn="1"/>
        </p:nvSpPr>
        <p:spPr>
          <a:xfrm>
            <a:off x="514348" y="1038814"/>
            <a:ext cx="3498096" cy="5310357"/>
          </a:xfrm>
          <a:custGeom>
            <a:avLst/>
            <a:gdLst>
              <a:gd name="csX0" fmla="*/ 0 w 3498096"/>
              <a:gd name="csY0" fmla="*/ 0 h 5310357"/>
              <a:gd name="csX1" fmla="*/ 1613293 w 3498096"/>
              <a:gd name="csY1" fmla="*/ 0 h 5310357"/>
              <a:gd name="csX2" fmla="*/ 1966224 w 3498096"/>
              <a:gd name="csY2" fmla="*/ 0 h 5310357"/>
              <a:gd name="csX3" fmla="*/ 3416675 w 3498096"/>
              <a:gd name="csY3" fmla="*/ 0 h 5310357"/>
              <a:gd name="csX4" fmla="*/ 3498096 w 3498096"/>
              <a:gd name="csY4" fmla="*/ 81422 h 5310357"/>
              <a:gd name="csX5" fmla="*/ 3498096 w 3498096"/>
              <a:gd name="csY5" fmla="*/ 1453021 h 5310357"/>
              <a:gd name="csX6" fmla="*/ 3498096 w 3498096"/>
              <a:gd name="csY6" fmla="*/ 1884803 h 5310357"/>
              <a:gd name="csX7" fmla="*/ 3498096 w 3498096"/>
              <a:gd name="csY7" fmla="*/ 2524583 h 5310357"/>
              <a:gd name="csX8" fmla="*/ 3498096 w 3498096"/>
              <a:gd name="csY8" fmla="*/ 3082885 h 5310357"/>
              <a:gd name="csX9" fmla="*/ 3498096 w 3498096"/>
              <a:gd name="csY9" fmla="*/ 3256403 h 5310357"/>
              <a:gd name="csX10" fmla="*/ 3498096 w 3498096"/>
              <a:gd name="csY10" fmla="*/ 3425554 h 5310357"/>
              <a:gd name="csX11" fmla="*/ 3498096 w 3498096"/>
              <a:gd name="csY11" fmla="*/ 4327965 h 5310357"/>
              <a:gd name="csX12" fmla="*/ 3498096 w 3498096"/>
              <a:gd name="csY12" fmla="*/ 4886267 h 5310357"/>
              <a:gd name="csX13" fmla="*/ 3498096 w 3498096"/>
              <a:gd name="csY13" fmla="*/ 5228936 h 5310357"/>
              <a:gd name="csX14" fmla="*/ 3416675 w 3498096"/>
              <a:gd name="csY14" fmla="*/ 5310357 h 5310357"/>
              <a:gd name="csX15" fmla="*/ 1884803 w 3498096"/>
              <a:gd name="csY15" fmla="*/ 5310357 h 5310357"/>
              <a:gd name="csX16" fmla="*/ 1613293 w 3498096"/>
              <a:gd name="csY16" fmla="*/ 5310357 h 5310357"/>
              <a:gd name="csX17" fmla="*/ 81421 w 3498096"/>
              <a:gd name="csY17" fmla="*/ 5310357 h 5310357"/>
              <a:gd name="csX18" fmla="*/ 0 w 3498096"/>
              <a:gd name="csY18" fmla="*/ 5228936 h 5310357"/>
              <a:gd name="csX19" fmla="*/ 0 w 3498096"/>
              <a:gd name="csY19" fmla="*/ 4886267 h 5310357"/>
              <a:gd name="csX20" fmla="*/ 0 w 3498096"/>
              <a:gd name="csY20" fmla="*/ 4327965 h 5310357"/>
              <a:gd name="csX21" fmla="*/ 0 w 3498096"/>
              <a:gd name="csY21" fmla="*/ 3425554 h 5310357"/>
              <a:gd name="csX22" fmla="*/ 0 w 3498096"/>
              <a:gd name="csY22" fmla="*/ 3256403 h 5310357"/>
              <a:gd name="csX23" fmla="*/ 0 w 3498096"/>
              <a:gd name="csY23" fmla="*/ 3082885 h 5310357"/>
              <a:gd name="csX24" fmla="*/ 0 w 3498096"/>
              <a:gd name="csY24" fmla="*/ 2524583 h 5310357"/>
              <a:gd name="csX25" fmla="*/ 0 w 3498096"/>
              <a:gd name="csY25" fmla="*/ 1966224 h 5310357"/>
              <a:gd name="csX26" fmla="*/ 0 w 3498096"/>
              <a:gd name="csY26" fmla="*/ 1453021 h 5310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6" h="5310357">
                <a:moveTo>
                  <a:pt x="0" y="0"/>
                </a:moveTo>
                <a:lnTo>
                  <a:pt x="1613293" y="0"/>
                </a:lnTo>
                <a:lnTo>
                  <a:pt x="1966224" y="0"/>
                </a:lnTo>
                <a:lnTo>
                  <a:pt x="3416675" y="0"/>
                </a:lnTo>
                <a:cubicBezTo>
                  <a:pt x="3461643" y="0"/>
                  <a:pt x="3498096" y="36453"/>
                  <a:pt x="3498096" y="81422"/>
                </a:cubicBezTo>
                <a:lnTo>
                  <a:pt x="3498096" y="1453021"/>
                </a:lnTo>
                <a:lnTo>
                  <a:pt x="3498096" y="1884803"/>
                </a:lnTo>
                <a:lnTo>
                  <a:pt x="3498096" y="2524583"/>
                </a:lnTo>
                <a:lnTo>
                  <a:pt x="3498096" y="3082885"/>
                </a:lnTo>
                <a:lnTo>
                  <a:pt x="3498096" y="3256403"/>
                </a:lnTo>
                <a:lnTo>
                  <a:pt x="3498096" y="3425554"/>
                </a:lnTo>
                <a:lnTo>
                  <a:pt x="3498096" y="4327965"/>
                </a:lnTo>
                <a:lnTo>
                  <a:pt x="3498096" y="4886267"/>
                </a:lnTo>
                <a:lnTo>
                  <a:pt x="3498096" y="5228936"/>
                </a:lnTo>
                <a:cubicBezTo>
                  <a:pt x="3498096" y="5273904"/>
                  <a:pt x="3461643" y="5310357"/>
                  <a:pt x="3416675" y="5310357"/>
                </a:cubicBezTo>
                <a:lnTo>
                  <a:pt x="1884803" y="5310357"/>
                </a:lnTo>
                <a:lnTo>
                  <a:pt x="1613293" y="5310357"/>
                </a:lnTo>
                <a:lnTo>
                  <a:pt x="81421" y="5310357"/>
                </a:lnTo>
                <a:cubicBezTo>
                  <a:pt x="36453" y="5310357"/>
                  <a:pt x="0" y="5273904"/>
                  <a:pt x="0" y="5228936"/>
                </a:cubicBezTo>
                <a:lnTo>
                  <a:pt x="0" y="4886267"/>
                </a:lnTo>
                <a:lnTo>
                  <a:pt x="0" y="4327965"/>
                </a:lnTo>
                <a:lnTo>
                  <a:pt x="0" y="3425554"/>
                </a:lnTo>
                <a:lnTo>
                  <a:pt x="0" y="3256403"/>
                </a:lnTo>
                <a:lnTo>
                  <a:pt x="0" y="3082885"/>
                </a:lnTo>
                <a:lnTo>
                  <a:pt x="0" y="2524583"/>
                </a:lnTo>
                <a:lnTo>
                  <a:pt x="0" y="1966224"/>
                </a:lnTo>
                <a:lnTo>
                  <a:pt x="0" y="145302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7CE9D837-70E2-A3FB-99F1-E3BD43D5A3C0}"/>
              </a:ext>
            </a:extLst>
          </p:cNvPr>
          <p:cNvSpPr>
            <a:spLocks noGrp="1"/>
          </p:cNvSpPr>
          <p:nvPr>
            <p:ph type="body" sz="quarter" idx="11" hasCustomPrompt="1"/>
          </p:nvPr>
        </p:nvSpPr>
        <p:spPr>
          <a:xfrm>
            <a:off x="517490" y="492543"/>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b="0" i="0" kern="900" dirty="0" smtClean="0">
                <a:solidFill>
                  <a:schemeClr val="tx1"/>
                </a:solidFill>
                <a:latin typeface="Wallace Sans" pitchFamily="2" charset="0"/>
                <a:ea typeface="+mn-ea"/>
                <a:cs typeface="Wallace Sans" pitchFamily="2" charset="0"/>
              </a:defRPr>
            </a:lvl1pPr>
          </a:lstStyle>
          <a:p>
            <a:pPr lvl="0"/>
            <a:r>
              <a:rPr lang="en-US"/>
              <a:t>Subhead 18 pt size</a:t>
            </a:r>
          </a:p>
        </p:txBody>
      </p:sp>
      <p:sp>
        <p:nvSpPr>
          <p:cNvPr id="33" name="Text Placeholder 14">
            <a:extLst>
              <a:ext uri="{FF2B5EF4-FFF2-40B4-BE49-F238E27FC236}">
                <a16:creationId xmlns:a16="http://schemas.microsoft.com/office/drawing/2014/main" id="{51C24340-89FB-25CE-91C7-EAD822C32843}"/>
              </a:ext>
            </a:extLst>
          </p:cNvPr>
          <p:cNvSpPr>
            <a:spLocks noGrp="1"/>
          </p:cNvSpPr>
          <p:nvPr>
            <p:ph type="body" sz="quarter" idx="16" hasCustomPrompt="1"/>
          </p:nvPr>
        </p:nvSpPr>
        <p:spPr>
          <a:xfrm>
            <a:off x="716994" y="5597911"/>
            <a:ext cx="3089744"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
        <p:nvSpPr>
          <p:cNvPr id="36" name="Text Placeholder 16">
            <a:extLst>
              <a:ext uri="{FF2B5EF4-FFF2-40B4-BE49-F238E27FC236}">
                <a16:creationId xmlns:a16="http://schemas.microsoft.com/office/drawing/2014/main" id="{942C4A46-21B3-2D34-1267-92B2B01D4102}"/>
              </a:ext>
            </a:extLst>
          </p:cNvPr>
          <p:cNvSpPr>
            <a:spLocks noGrp="1"/>
          </p:cNvSpPr>
          <p:nvPr>
            <p:ph type="body" sz="quarter" idx="14" hasCustomPrompt="1"/>
          </p:nvPr>
        </p:nvSpPr>
        <p:spPr>
          <a:xfrm>
            <a:off x="717695" y="1247980"/>
            <a:ext cx="3088342" cy="2154436"/>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tincidunt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ut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laoreet</a:t>
            </a:r>
            <a:r>
              <a:rPr lang="en-IN" spc="0">
                <a:solidFill>
                  <a:srgbClr val="000075"/>
                </a:solidFill>
                <a:latin typeface="Wallace Sans BETA Light" pitchFamily="2" charset="77"/>
                <a:cs typeface="Wallace Sans BETA Light" pitchFamily="2" charset="77"/>
              </a:rPr>
              <a:t> dolore magna </a:t>
            </a:r>
            <a:r>
              <a:rPr lang="en-IN" spc="0" err="1">
                <a:solidFill>
                  <a:srgbClr val="000075"/>
                </a:solidFill>
                <a:latin typeface="Wallace Sans BETA Light" pitchFamily="2" charset="77"/>
                <a:cs typeface="Wallace Sans BETA Light" pitchFamily="2" charset="77"/>
              </a:rPr>
              <a:t>aliquam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erat</a:t>
            </a:r>
            <a:endParaRPr lang="en-IN" spc="0">
              <a:solidFill>
                <a:srgbClr val="000075"/>
              </a:solidFill>
              <a:latin typeface="Wallace Sans BETA Light" pitchFamily="2" charset="77"/>
              <a:cs typeface="Wallace Sans BETA Light" pitchFamily="2" charset="77"/>
            </a:endParaRPr>
          </a:p>
        </p:txBody>
      </p:sp>
      <p:sp>
        <p:nvSpPr>
          <p:cNvPr id="40" name="Text Placeholder 14">
            <a:extLst>
              <a:ext uri="{FF2B5EF4-FFF2-40B4-BE49-F238E27FC236}">
                <a16:creationId xmlns:a16="http://schemas.microsoft.com/office/drawing/2014/main" id="{657B0A0B-6B20-AC24-67E8-E583FF7A3D41}"/>
              </a:ext>
            </a:extLst>
          </p:cNvPr>
          <p:cNvSpPr>
            <a:spLocks noGrp="1"/>
          </p:cNvSpPr>
          <p:nvPr>
            <p:ph type="body" sz="quarter" idx="17" hasCustomPrompt="1"/>
          </p:nvPr>
        </p:nvSpPr>
        <p:spPr>
          <a:xfrm>
            <a:off x="4548471" y="5597911"/>
            <a:ext cx="3090672"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
        <p:nvSpPr>
          <p:cNvPr id="41" name="Text Placeholder 16">
            <a:extLst>
              <a:ext uri="{FF2B5EF4-FFF2-40B4-BE49-F238E27FC236}">
                <a16:creationId xmlns:a16="http://schemas.microsoft.com/office/drawing/2014/main" id="{62046EBD-9769-CDA2-6BCD-4C94B8C82782}"/>
              </a:ext>
            </a:extLst>
          </p:cNvPr>
          <p:cNvSpPr>
            <a:spLocks noGrp="1"/>
          </p:cNvSpPr>
          <p:nvPr>
            <p:ph type="body" sz="quarter" idx="18" hasCustomPrompt="1"/>
          </p:nvPr>
        </p:nvSpPr>
        <p:spPr>
          <a:xfrm>
            <a:off x="4548471" y="1247980"/>
            <a:ext cx="3090672" cy="2154436"/>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tincidunt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ut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laoreet</a:t>
            </a:r>
            <a:r>
              <a:rPr lang="en-IN" spc="0">
                <a:solidFill>
                  <a:srgbClr val="000075"/>
                </a:solidFill>
                <a:latin typeface="Wallace Sans BETA Light" pitchFamily="2" charset="77"/>
                <a:cs typeface="Wallace Sans BETA Light" pitchFamily="2" charset="77"/>
              </a:rPr>
              <a:t> dolore magna </a:t>
            </a:r>
            <a:r>
              <a:rPr lang="en-IN" spc="0" err="1">
                <a:solidFill>
                  <a:srgbClr val="000075"/>
                </a:solidFill>
                <a:latin typeface="Wallace Sans BETA Light" pitchFamily="2" charset="77"/>
                <a:cs typeface="Wallace Sans BETA Light" pitchFamily="2" charset="77"/>
              </a:rPr>
              <a:t>aliquam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erat</a:t>
            </a:r>
            <a:endParaRPr lang="en-IN" spc="0">
              <a:solidFill>
                <a:srgbClr val="000075"/>
              </a:solidFill>
              <a:latin typeface="Wallace Sans BETA Light" pitchFamily="2" charset="77"/>
              <a:cs typeface="Wallace Sans BETA Light" pitchFamily="2" charset="77"/>
            </a:endParaRPr>
          </a:p>
        </p:txBody>
      </p:sp>
      <p:sp>
        <p:nvSpPr>
          <p:cNvPr id="42" name="Text Placeholder 14">
            <a:extLst>
              <a:ext uri="{FF2B5EF4-FFF2-40B4-BE49-F238E27FC236}">
                <a16:creationId xmlns:a16="http://schemas.microsoft.com/office/drawing/2014/main" id="{1CBDA023-563E-09A3-5291-1325AE8B4396}"/>
              </a:ext>
            </a:extLst>
          </p:cNvPr>
          <p:cNvSpPr>
            <a:spLocks noGrp="1"/>
          </p:cNvSpPr>
          <p:nvPr>
            <p:ph type="body" sz="quarter" idx="19" hasCustomPrompt="1"/>
          </p:nvPr>
        </p:nvSpPr>
        <p:spPr>
          <a:xfrm>
            <a:off x="8380412" y="5597911"/>
            <a:ext cx="3090672"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
        <p:nvSpPr>
          <p:cNvPr id="43" name="Text Placeholder 16">
            <a:extLst>
              <a:ext uri="{FF2B5EF4-FFF2-40B4-BE49-F238E27FC236}">
                <a16:creationId xmlns:a16="http://schemas.microsoft.com/office/drawing/2014/main" id="{344DACF2-D190-2F03-8F08-AC079BFFC6DB}"/>
              </a:ext>
            </a:extLst>
          </p:cNvPr>
          <p:cNvSpPr>
            <a:spLocks noGrp="1"/>
          </p:cNvSpPr>
          <p:nvPr>
            <p:ph type="body" sz="quarter" idx="20" hasCustomPrompt="1"/>
          </p:nvPr>
        </p:nvSpPr>
        <p:spPr>
          <a:xfrm>
            <a:off x="8380412" y="1247980"/>
            <a:ext cx="3090672" cy="2154436"/>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tincidunt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ut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laoreet</a:t>
            </a:r>
            <a:r>
              <a:rPr lang="en-IN" spc="0">
                <a:solidFill>
                  <a:srgbClr val="000075"/>
                </a:solidFill>
                <a:latin typeface="Wallace Sans BETA Light" pitchFamily="2" charset="77"/>
                <a:cs typeface="Wallace Sans BETA Light" pitchFamily="2" charset="77"/>
              </a:rPr>
              <a:t> dolore magna </a:t>
            </a:r>
            <a:r>
              <a:rPr lang="en-IN" spc="0" err="1">
                <a:solidFill>
                  <a:srgbClr val="000075"/>
                </a:solidFill>
                <a:latin typeface="Wallace Sans BETA Light" pitchFamily="2" charset="77"/>
                <a:cs typeface="Wallace Sans BETA Light" pitchFamily="2" charset="77"/>
              </a:rPr>
              <a:t>aliquam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erat</a:t>
            </a:r>
            <a:endParaRPr lang="en-IN" spc="0">
              <a:solidFill>
                <a:srgbClr val="000075"/>
              </a:solidFill>
              <a:latin typeface="Wallace Sans BETA Light" pitchFamily="2" charset="77"/>
              <a:cs typeface="Wallace Sans BETA Light" pitchFamily="2" charset="77"/>
            </a:endParaRPr>
          </a:p>
        </p:txBody>
      </p:sp>
    </p:spTree>
    <p:extLst>
      <p:ext uri="{BB962C8B-B14F-4D97-AF65-F5344CB8AC3E}">
        <p14:creationId xmlns:p14="http://schemas.microsoft.com/office/powerpoint/2010/main" val="25138123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2 column + cell)">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EBBAE617-6812-282D-C55D-752597839210}"/>
              </a:ext>
            </a:extLst>
          </p:cNvPr>
          <p:cNvSpPr/>
          <p:nvPr userDrawn="1"/>
        </p:nvSpPr>
        <p:spPr>
          <a:xfrm>
            <a:off x="8174673" y="515420"/>
            <a:ext cx="3498095" cy="5833751"/>
          </a:xfrm>
          <a:custGeom>
            <a:avLst/>
            <a:gdLst>
              <a:gd name="csX0" fmla="*/ 0 w 3498095"/>
              <a:gd name="csY0" fmla="*/ 0 h 5833751"/>
              <a:gd name="csX1" fmla="*/ 1613292 w 3498095"/>
              <a:gd name="csY1" fmla="*/ 0 h 5833751"/>
              <a:gd name="csX2" fmla="*/ 1966224 w 3498095"/>
              <a:gd name="csY2" fmla="*/ 0 h 5833751"/>
              <a:gd name="csX3" fmla="*/ 3416674 w 3498095"/>
              <a:gd name="csY3" fmla="*/ 0 h 5833751"/>
              <a:gd name="csX4" fmla="*/ 3498095 w 3498095"/>
              <a:gd name="csY4" fmla="*/ 81421 h 5833751"/>
              <a:gd name="csX5" fmla="*/ 3498095 w 3498095"/>
              <a:gd name="csY5" fmla="*/ 1144411 h 5833751"/>
              <a:gd name="csX6" fmla="*/ 3498095 w 3498095"/>
              <a:gd name="csY6" fmla="*/ 1884803 h 5833751"/>
              <a:gd name="csX7" fmla="*/ 3498095 w 3498095"/>
              <a:gd name="csY7" fmla="*/ 2081671 h 5833751"/>
              <a:gd name="csX8" fmla="*/ 3498095 w 3498095"/>
              <a:gd name="csY8" fmla="*/ 2947793 h 5833751"/>
              <a:gd name="csX9" fmla="*/ 3498095 w 3498095"/>
              <a:gd name="csY9" fmla="*/ 3606279 h 5833751"/>
              <a:gd name="csX10" fmla="*/ 3498095 w 3498095"/>
              <a:gd name="csY10" fmla="*/ 3885053 h 5833751"/>
              <a:gd name="csX11" fmla="*/ 3498095 w 3498095"/>
              <a:gd name="csY11" fmla="*/ 3948948 h 5833751"/>
              <a:gd name="csX12" fmla="*/ 3498095 w 3498095"/>
              <a:gd name="csY12" fmla="*/ 5409661 h 5833751"/>
              <a:gd name="csX13" fmla="*/ 3498095 w 3498095"/>
              <a:gd name="csY13" fmla="*/ 5752330 h 5833751"/>
              <a:gd name="csX14" fmla="*/ 3416674 w 3498095"/>
              <a:gd name="csY14" fmla="*/ 5833751 h 5833751"/>
              <a:gd name="csX15" fmla="*/ 1884803 w 3498095"/>
              <a:gd name="csY15" fmla="*/ 5833751 h 5833751"/>
              <a:gd name="csX16" fmla="*/ 1613292 w 3498095"/>
              <a:gd name="csY16" fmla="*/ 5833751 h 5833751"/>
              <a:gd name="csX17" fmla="*/ 81421 w 3498095"/>
              <a:gd name="csY17" fmla="*/ 5833751 h 5833751"/>
              <a:gd name="csX18" fmla="*/ 0 w 3498095"/>
              <a:gd name="csY18" fmla="*/ 5752330 h 5833751"/>
              <a:gd name="csX19" fmla="*/ 0 w 3498095"/>
              <a:gd name="csY19" fmla="*/ 5409661 h 5833751"/>
              <a:gd name="csX20" fmla="*/ 0 w 3498095"/>
              <a:gd name="csY20" fmla="*/ 3948948 h 5833751"/>
              <a:gd name="csX21" fmla="*/ 0 w 3498095"/>
              <a:gd name="csY21" fmla="*/ 3885053 h 5833751"/>
              <a:gd name="csX22" fmla="*/ 0 w 3498095"/>
              <a:gd name="csY22" fmla="*/ 3606279 h 5833751"/>
              <a:gd name="csX23" fmla="*/ 0 w 3498095"/>
              <a:gd name="csY23" fmla="*/ 2947793 h 5833751"/>
              <a:gd name="csX24" fmla="*/ 0 w 3498095"/>
              <a:gd name="csY24" fmla="*/ 2081671 h 5833751"/>
              <a:gd name="csX25" fmla="*/ 0 w 3498095"/>
              <a:gd name="csY25" fmla="*/ 1966224 h 5833751"/>
              <a:gd name="csX26" fmla="*/ 0 w 3498095"/>
              <a:gd name="csY26" fmla="*/ 1144411 h 5833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5" h="5833751">
                <a:moveTo>
                  <a:pt x="0" y="0"/>
                </a:moveTo>
                <a:lnTo>
                  <a:pt x="1613292" y="0"/>
                </a:lnTo>
                <a:lnTo>
                  <a:pt x="1966224" y="0"/>
                </a:lnTo>
                <a:lnTo>
                  <a:pt x="3416674" y="0"/>
                </a:lnTo>
                <a:cubicBezTo>
                  <a:pt x="3461642" y="0"/>
                  <a:pt x="3498095" y="36453"/>
                  <a:pt x="3498095" y="81421"/>
                </a:cubicBezTo>
                <a:lnTo>
                  <a:pt x="3498095" y="1144411"/>
                </a:lnTo>
                <a:lnTo>
                  <a:pt x="3498095" y="1884803"/>
                </a:lnTo>
                <a:lnTo>
                  <a:pt x="3498095" y="2081671"/>
                </a:lnTo>
                <a:lnTo>
                  <a:pt x="3498095" y="2947793"/>
                </a:lnTo>
                <a:lnTo>
                  <a:pt x="3498095" y="3606279"/>
                </a:lnTo>
                <a:lnTo>
                  <a:pt x="3498095" y="3885053"/>
                </a:lnTo>
                <a:lnTo>
                  <a:pt x="3498095" y="3948948"/>
                </a:lnTo>
                <a:lnTo>
                  <a:pt x="3498095" y="5409661"/>
                </a:lnTo>
                <a:lnTo>
                  <a:pt x="3498095" y="5752330"/>
                </a:lnTo>
                <a:cubicBezTo>
                  <a:pt x="3498095" y="5797298"/>
                  <a:pt x="3461642" y="5833751"/>
                  <a:pt x="3416674" y="5833751"/>
                </a:cubicBezTo>
                <a:lnTo>
                  <a:pt x="1884803" y="5833751"/>
                </a:lnTo>
                <a:lnTo>
                  <a:pt x="1613292" y="5833751"/>
                </a:lnTo>
                <a:lnTo>
                  <a:pt x="81421" y="5833751"/>
                </a:lnTo>
                <a:cubicBezTo>
                  <a:pt x="36453" y="5833751"/>
                  <a:pt x="0" y="5797298"/>
                  <a:pt x="0" y="5752330"/>
                </a:cubicBezTo>
                <a:lnTo>
                  <a:pt x="0" y="5409661"/>
                </a:lnTo>
                <a:lnTo>
                  <a:pt x="0" y="3948948"/>
                </a:lnTo>
                <a:lnTo>
                  <a:pt x="0" y="3885053"/>
                </a:lnTo>
                <a:lnTo>
                  <a:pt x="0" y="3606279"/>
                </a:lnTo>
                <a:lnTo>
                  <a:pt x="0" y="2947793"/>
                </a:lnTo>
                <a:lnTo>
                  <a:pt x="0" y="2081671"/>
                </a:lnTo>
                <a:lnTo>
                  <a:pt x="0" y="1966224"/>
                </a:lnTo>
                <a:lnTo>
                  <a:pt x="0" y="114441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1" y="482600"/>
            <a:ext cx="7333332"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3502152"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89" y="2275948"/>
            <a:ext cx="3502152" cy="3741881"/>
          </a:xfrm>
        </p:spPr>
        <p:txBody>
          <a:bodyPr wrap="square">
            <a:noAutofit/>
          </a:bodyPr>
          <a:lstStyle>
            <a:lvl1pPr>
              <a:defRPr>
                <a:latin typeface="+mn-lt"/>
              </a:defRPr>
            </a:lvl1pPr>
            <a:lvl2pPr>
              <a:defRPr>
                <a:latin typeface="+mn-lt"/>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3" name="Text Placeholder 14">
            <a:extLst>
              <a:ext uri="{FF2B5EF4-FFF2-40B4-BE49-F238E27FC236}">
                <a16:creationId xmlns:a16="http://schemas.microsoft.com/office/drawing/2014/main" id="{4AB513A6-1F22-6E3D-4314-7EB234E0B70E}"/>
              </a:ext>
            </a:extLst>
          </p:cNvPr>
          <p:cNvSpPr>
            <a:spLocks noGrp="1"/>
          </p:cNvSpPr>
          <p:nvPr>
            <p:ph type="body" sz="quarter" idx="13" hasCustomPrompt="1"/>
          </p:nvPr>
        </p:nvSpPr>
        <p:spPr>
          <a:xfrm>
            <a:off x="4342732" y="1904402"/>
            <a:ext cx="3502152"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6">
            <a:extLst>
              <a:ext uri="{FF2B5EF4-FFF2-40B4-BE49-F238E27FC236}">
                <a16:creationId xmlns:a16="http://schemas.microsoft.com/office/drawing/2014/main" id="{359EBFA9-464E-6426-FB7C-A80CCF9B9DE0}"/>
              </a:ext>
            </a:extLst>
          </p:cNvPr>
          <p:cNvSpPr>
            <a:spLocks noGrp="1"/>
          </p:cNvSpPr>
          <p:nvPr>
            <p:ph type="body" sz="quarter" idx="14" hasCustomPrompt="1"/>
          </p:nvPr>
        </p:nvSpPr>
        <p:spPr>
          <a:xfrm>
            <a:off x="4342730" y="2275948"/>
            <a:ext cx="3502152" cy="3741881"/>
          </a:xfrm>
        </p:spPr>
        <p:txBody>
          <a:bodyPr wrap="square">
            <a:noAutofit/>
          </a:bodyPr>
          <a:lstStyle>
            <a:lvl1pPr>
              <a:defRPr>
                <a:latin typeface="+mn-lt"/>
              </a:defRPr>
            </a:lvl1pPr>
            <a:lvl2pPr>
              <a:defRPr>
                <a:latin typeface="+mn-lt"/>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14" name="Text Placeholder 16">
            <a:extLst>
              <a:ext uri="{FF2B5EF4-FFF2-40B4-BE49-F238E27FC236}">
                <a16:creationId xmlns:a16="http://schemas.microsoft.com/office/drawing/2014/main" id="{56C0491B-30B0-9477-E098-65CD92CEB8FF}"/>
              </a:ext>
            </a:extLst>
          </p:cNvPr>
          <p:cNvSpPr>
            <a:spLocks noGrp="1"/>
          </p:cNvSpPr>
          <p:nvPr>
            <p:ph type="body" sz="quarter" idx="20" hasCustomPrompt="1"/>
          </p:nvPr>
        </p:nvSpPr>
        <p:spPr>
          <a:xfrm>
            <a:off x="8503920" y="723316"/>
            <a:ext cx="2964856" cy="1538883"/>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p>
        </p:txBody>
      </p:sp>
      <p:sp>
        <p:nvSpPr>
          <p:cNvPr id="16" name="Text Placeholder 16">
            <a:extLst>
              <a:ext uri="{FF2B5EF4-FFF2-40B4-BE49-F238E27FC236}">
                <a16:creationId xmlns:a16="http://schemas.microsoft.com/office/drawing/2014/main" id="{F2E58F89-2CCB-2A37-8BCF-91F672566BB2}"/>
              </a:ext>
            </a:extLst>
          </p:cNvPr>
          <p:cNvSpPr>
            <a:spLocks noGrp="1"/>
          </p:cNvSpPr>
          <p:nvPr>
            <p:ph type="body" sz="quarter" idx="21" hasCustomPrompt="1"/>
          </p:nvPr>
        </p:nvSpPr>
        <p:spPr>
          <a:xfrm>
            <a:off x="8377323" y="698264"/>
            <a:ext cx="83356" cy="615553"/>
          </a:xfrm>
        </p:spPr>
        <p:txBody>
          <a:bodyPr wrap="non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a:t>
            </a:r>
          </a:p>
          <a:p>
            <a:pPr>
              <a:lnSpc>
                <a:spcPts val="2400"/>
              </a:lnSpc>
            </a:pPr>
            <a:endParaRPr lang="en-IN" spc="0">
              <a:solidFill>
                <a:srgbClr val="000075"/>
              </a:solidFill>
              <a:latin typeface="Wallace Sans BETA Light" pitchFamily="2" charset="77"/>
              <a:cs typeface="Wallace Sans BETA Light" pitchFamily="2" charset="77"/>
            </a:endParaRPr>
          </a:p>
        </p:txBody>
      </p:sp>
      <p:sp>
        <p:nvSpPr>
          <p:cNvPr id="19" name="Text Placeholder 14">
            <a:extLst>
              <a:ext uri="{FF2B5EF4-FFF2-40B4-BE49-F238E27FC236}">
                <a16:creationId xmlns:a16="http://schemas.microsoft.com/office/drawing/2014/main" id="{66DF6B4A-04DD-E5BA-012C-ACC4F428D93C}"/>
              </a:ext>
            </a:extLst>
          </p:cNvPr>
          <p:cNvSpPr>
            <a:spLocks noGrp="1"/>
          </p:cNvSpPr>
          <p:nvPr>
            <p:ph type="body" sz="quarter" idx="19" hasCustomPrompt="1"/>
          </p:nvPr>
        </p:nvSpPr>
        <p:spPr>
          <a:xfrm>
            <a:off x="8373447" y="5600726"/>
            <a:ext cx="3099206"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Tree>
    <p:extLst>
      <p:ext uri="{BB962C8B-B14F-4D97-AF65-F5344CB8AC3E}">
        <p14:creationId xmlns:p14="http://schemas.microsoft.com/office/powerpoint/2010/main" val="3014286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2 column, 2 rows + cell)">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9DF6EBA-3073-C3CE-203B-D717152A334A}"/>
              </a:ext>
            </a:extLst>
          </p:cNvPr>
          <p:cNvSpPr/>
          <p:nvPr userDrawn="1"/>
        </p:nvSpPr>
        <p:spPr>
          <a:xfrm>
            <a:off x="8174673" y="515420"/>
            <a:ext cx="3498095" cy="5833751"/>
          </a:xfrm>
          <a:custGeom>
            <a:avLst/>
            <a:gdLst>
              <a:gd name="csX0" fmla="*/ 0 w 3498095"/>
              <a:gd name="csY0" fmla="*/ 0 h 5833751"/>
              <a:gd name="csX1" fmla="*/ 1613292 w 3498095"/>
              <a:gd name="csY1" fmla="*/ 0 h 5833751"/>
              <a:gd name="csX2" fmla="*/ 1966224 w 3498095"/>
              <a:gd name="csY2" fmla="*/ 0 h 5833751"/>
              <a:gd name="csX3" fmla="*/ 3416674 w 3498095"/>
              <a:gd name="csY3" fmla="*/ 0 h 5833751"/>
              <a:gd name="csX4" fmla="*/ 3498095 w 3498095"/>
              <a:gd name="csY4" fmla="*/ 81421 h 5833751"/>
              <a:gd name="csX5" fmla="*/ 3498095 w 3498095"/>
              <a:gd name="csY5" fmla="*/ 1144411 h 5833751"/>
              <a:gd name="csX6" fmla="*/ 3498095 w 3498095"/>
              <a:gd name="csY6" fmla="*/ 1884803 h 5833751"/>
              <a:gd name="csX7" fmla="*/ 3498095 w 3498095"/>
              <a:gd name="csY7" fmla="*/ 2081671 h 5833751"/>
              <a:gd name="csX8" fmla="*/ 3498095 w 3498095"/>
              <a:gd name="csY8" fmla="*/ 2947793 h 5833751"/>
              <a:gd name="csX9" fmla="*/ 3498095 w 3498095"/>
              <a:gd name="csY9" fmla="*/ 3606279 h 5833751"/>
              <a:gd name="csX10" fmla="*/ 3498095 w 3498095"/>
              <a:gd name="csY10" fmla="*/ 3885053 h 5833751"/>
              <a:gd name="csX11" fmla="*/ 3498095 w 3498095"/>
              <a:gd name="csY11" fmla="*/ 3948948 h 5833751"/>
              <a:gd name="csX12" fmla="*/ 3498095 w 3498095"/>
              <a:gd name="csY12" fmla="*/ 5409661 h 5833751"/>
              <a:gd name="csX13" fmla="*/ 3498095 w 3498095"/>
              <a:gd name="csY13" fmla="*/ 5752330 h 5833751"/>
              <a:gd name="csX14" fmla="*/ 3416674 w 3498095"/>
              <a:gd name="csY14" fmla="*/ 5833751 h 5833751"/>
              <a:gd name="csX15" fmla="*/ 1884803 w 3498095"/>
              <a:gd name="csY15" fmla="*/ 5833751 h 5833751"/>
              <a:gd name="csX16" fmla="*/ 1613292 w 3498095"/>
              <a:gd name="csY16" fmla="*/ 5833751 h 5833751"/>
              <a:gd name="csX17" fmla="*/ 81421 w 3498095"/>
              <a:gd name="csY17" fmla="*/ 5833751 h 5833751"/>
              <a:gd name="csX18" fmla="*/ 0 w 3498095"/>
              <a:gd name="csY18" fmla="*/ 5752330 h 5833751"/>
              <a:gd name="csX19" fmla="*/ 0 w 3498095"/>
              <a:gd name="csY19" fmla="*/ 5409661 h 5833751"/>
              <a:gd name="csX20" fmla="*/ 0 w 3498095"/>
              <a:gd name="csY20" fmla="*/ 3948948 h 5833751"/>
              <a:gd name="csX21" fmla="*/ 0 w 3498095"/>
              <a:gd name="csY21" fmla="*/ 3885053 h 5833751"/>
              <a:gd name="csX22" fmla="*/ 0 w 3498095"/>
              <a:gd name="csY22" fmla="*/ 3606279 h 5833751"/>
              <a:gd name="csX23" fmla="*/ 0 w 3498095"/>
              <a:gd name="csY23" fmla="*/ 2947793 h 5833751"/>
              <a:gd name="csX24" fmla="*/ 0 w 3498095"/>
              <a:gd name="csY24" fmla="*/ 2081671 h 5833751"/>
              <a:gd name="csX25" fmla="*/ 0 w 3498095"/>
              <a:gd name="csY25" fmla="*/ 1966224 h 5833751"/>
              <a:gd name="csX26" fmla="*/ 0 w 3498095"/>
              <a:gd name="csY26" fmla="*/ 1144411 h 5833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5" h="5833751">
                <a:moveTo>
                  <a:pt x="0" y="0"/>
                </a:moveTo>
                <a:lnTo>
                  <a:pt x="1613292" y="0"/>
                </a:lnTo>
                <a:lnTo>
                  <a:pt x="1966224" y="0"/>
                </a:lnTo>
                <a:lnTo>
                  <a:pt x="3416674" y="0"/>
                </a:lnTo>
                <a:cubicBezTo>
                  <a:pt x="3461642" y="0"/>
                  <a:pt x="3498095" y="36453"/>
                  <a:pt x="3498095" y="81421"/>
                </a:cubicBezTo>
                <a:lnTo>
                  <a:pt x="3498095" y="1144411"/>
                </a:lnTo>
                <a:lnTo>
                  <a:pt x="3498095" y="1884803"/>
                </a:lnTo>
                <a:lnTo>
                  <a:pt x="3498095" y="2081671"/>
                </a:lnTo>
                <a:lnTo>
                  <a:pt x="3498095" y="2947793"/>
                </a:lnTo>
                <a:lnTo>
                  <a:pt x="3498095" y="3606279"/>
                </a:lnTo>
                <a:lnTo>
                  <a:pt x="3498095" y="3885053"/>
                </a:lnTo>
                <a:lnTo>
                  <a:pt x="3498095" y="3948948"/>
                </a:lnTo>
                <a:lnTo>
                  <a:pt x="3498095" y="5409661"/>
                </a:lnTo>
                <a:lnTo>
                  <a:pt x="3498095" y="5752330"/>
                </a:lnTo>
                <a:cubicBezTo>
                  <a:pt x="3498095" y="5797298"/>
                  <a:pt x="3461642" y="5833751"/>
                  <a:pt x="3416674" y="5833751"/>
                </a:cubicBezTo>
                <a:lnTo>
                  <a:pt x="1884803" y="5833751"/>
                </a:lnTo>
                <a:lnTo>
                  <a:pt x="1613292" y="5833751"/>
                </a:lnTo>
                <a:lnTo>
                  <a:pt x="81421" y="5833751"/>
                </a:lnTo>
                <a:cubicBezTo>
                  <a:pt x="36453" y="5833751"/>
                  <a:pt x="0" y="5797298"/>
                  <a:pt x="0" y="5752330"/>
                </a:cubicBezTo>
                <a:lnTo>
                  <a:pt x="0" y="5409661"/>
                </a:lnTo>
                <a:lnTo>
                  <a:pt x="0" y="3948948"/>
                </a:lnTo>
                <a:lnTo>
                  <a:pt x="0" y="3885053"/>
                </a:lnTo>
                <a:lnTo>
                  <a:pt x="0" y="3606279"/>
                </a:lnTo>
                <a:lnTo>
                  <a:pt x="0" y="2947793"/>
                </a:lnTo>
                <a:lnTo>
                  <a:pt x="0" y="2081671"/>
                </a:lnTo>
                <a:lnTo>
                  <a:pt x="0" y="1966224"/>
                </a:lnTo>
                <a:lnTo>
                  <a:pt x="0" y="114441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1" y="482600"/>
            <a:ext cx="7333332"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2" name="Text Placeholder 14">
            <a:extLst>
              <a:ext uri="{FF2B5EF4-FFF2-40B4-BE49-F238E27FC236}">
                <a16:creationId xmlns:a16="http://schemas.microsoft.com/office/drawing/2014/main" id="{D761BEFF-C1FC-2459-6BF4-981CCC7D789C}"/>
              </a:ext>
            </a:extLst>
          </p:cNvPr>
          <p:cNvSpPr>
            <a:spLocks noGrp="1"/>
          </p:cNvSpPr>
          <p:nvPr>
            <p:ph type="body" sz="quarter" idx="22" hasCustomPrompt="1"/>
          </p:nvPr>
        </p:nvSpPr>
        <p:spPr>
          <a:xfrm>
            <a:off x="510790" y="1921690"/>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3" name="Text Placeholder 16">
            <a:extLst>
              <a:ext uri="{FF2B5EF4-FFF2-40B4-BE49-F238E27FC236}">
                <a16:creationId xmlns:a16="http://schemas.microsoft.com/office/drawing/2014/main" id="{46657C11-7CEA-24A3-57B2-E47A9A1B992F}"/>
              </a:ext>
            </a:extLst>
          </p:cNvPr>
          <p:cNvSpPr>
            <a:spLocks noGrp="1"/>
          </p:cNvSpPr>
          <p:nvPr>
            <p:ph type="body" sz="quarter" idx="23" hasCustomPrompt="1"/>
          </p:nvPr>
        </p:nvSpPr>
        <p:spPr>
          <a:xfrm>
            <a:off x="510790" y="2164503"/>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28" name="Text Placeholder 14">
            <a:extLst>
              <a:ext uri="{FF2B5EF4-FFF2-40B4-BE49-F238E27FC236}">
                <a16:creationId xmlns:a16="http://schemas.microsoft.com/office/drawing/2014/main" id="{95D38922-AFDD-4B5F-52EA-E58C2388EDA3}"/>
              </a:ext>
            </a:extLst>
          </p:cNvPr>
          <p:cNvSpPr>
            <a:spLocks noGrp="1"/>
          </p:cNvSpPr>
          <p:nvPr>
            <p:ph type="body" sz="quarter" idx="24" hasCustomPrompt="1"/>
          </p:nvPr>
        </p:nvSpPr>
        <p:spPr>
          <a:xfrm>
            <a:off x="510790" y="3784356"/>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9" name="Text Placeholder 16">
            <a:extLst>
              <a:ext uri="{FF2B5EF4-FFF2-40B4-BE49-F238E27FC236}">
                <a16:creationId xmlns:a16="http://schemas.microsoft.com/office/drawing/2014/main" id="{3BEF8F58-DA1D-1F7F-069C-FE4A7F724281}"/>
              </a:ext>
            </a:extLst>
          </p:cNvPr>
          <p:cNvSpPr>
            <a:spLocks noGrp="1"/>
          </p:cNvSpPr>
          <p:nvPr>
            <p:ph type="body" sz="quarter" idx="25" hasCustomPrompt="1"/>
          </p:nvPr>
        </p:nvSpPr>
        <p:spPr>
          <a:xfrm>
            <a:off x="510790" y="4027169"/>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33" name="Text Placeholder 14">
            <a:extLst>
              <a:ext uri="{FF2B5EF4-FFF2-40B4-BE49-F238E27FC236}">
                <a16:creationId xmlns:a16="http://schemas.microsoft.com/office/drawing/2014/main" id="{83C41863-8D7F-A838-A8A3-3DB09CF5A1BA}"/>
              </a:ext>
            </a:extLst>
          </p:cNvPr>
          <p:cNvSpPr>
            <a:spLocks noGrp="1"/>
          </p:cNvSpPr>
          <p:nvPr>
            <p:ph type="body" sz="quarter" idx="26" hasCustomPrompt="1"/>
          </p:nvPr>
        </p:nvSpPr>
        <p:spPr>
          <a:xfrm>
            <a:off x="4342731" y="1921690"/>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4" name="Text Placeholder 16">
            <a:extLst>
              <a:ext uri="{FF2B5EF4-FFF2-40B4-BE49-F238E27FC236}">
                <a16:creationId xmlns:a16="http://schemas.microsoft.com/office/drawing/2014/main" id="{B2611A3D-D947-BB82-F7B3-EC26086500E4}"/>
              </a:ext>
            </a:extLst>
          </p:cNvPr>
          <p:cNvSpPr>
            <a:spLocks noGrp="1"/>
          </p:cNvSpPr>
          <p:nvPr>
            <p:ph type="body" sz="quarter" idx="27" hasCustomPrompt="1"/>
          </p:nvPr>
        </p:nvSpPr>
        <p:spPr>
          <a:xfrm>
            <a:off x="4342731" y="2164503"/>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35" name="Text Placeholder 14">
            <a:extLst>
              <a:ext uri="{FF2B5EF4-FFF2-40B4-BE49-F238E27FC236}">
                <a16:creationId xmlns:a16="http://schemas.microsoft.com/office/drawing/2014/main" id="{C237F1D5-3313-4F51-AB7B-79A4764D8B61}"/>
              </a:ext>
            </a:extLst>
          </p:cNvPr>
          <p:cNvSpPr>
            <a:spLocks noGrp="1"/>
          </p:cNvSpPr>
          <p:nvPr>
            <p:ph type="body" sz="quarter" idx="28" hasCustomPrompt="1"/>
          </p:nvPr>
        </p:nvSpPr>
        <p:spPr>
          <a:xfrm>
            <a:off x="4342731" y="3784356"/>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6" name="Text Placeholder 16">
            <a:extLst>
              <a:ext uri="{FF2B5EF4-FFF2-40B4-BE49-F238E27FC236}">
                <a16:creationId xmlns:a16="http://schemas.microsoft.com/office/drawing/2014/main" id="{68113E73-FC0C-5E92-A40E-B8A64812447F}"/>
              </a:ext>
            </a:extLst>
          </p:cNvPr>
          <p:cNvSpPr>
            <a:spLocks noGrp="1"/>
          </p:cNvSpPr>
          <p:nvPr>
            <p:ph type="body" sz="quarter" idx="29" hasCustomPrompt="1"/>
          </p:nvPr>
        </p:nvSpPr>
        <p:spPr>
          <a:xfrm>
            <a:off x="4342731" y="4027169"/>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41" name="Text Placeholder 16">
            <a:extLst>
              <a:ext uri="{FF2B5EF4-FFF2-40B4-BE49-F238E27FC236}">
                <a16:creationId xmlns:a16="http://schemas.microsoft.com/office/drawing/2014/main" id="{9EAAC6E9-4E33-A285-2E9C-C573EC2F5041}"/>
              </a:ext>
            </a:extLst>
          </p:cNvPr>
          <p:cNvSpPr>
            <a:spLocks noGrp="1"/>
          </p:cNvSpPr>
          <p:nvPr>
            <p:ph type="body" sz="quarter" idx="20" hasCustomPrompt="1"/>
          </p:nvPr>
        </p:nvSpPr>
        <p:spPr>
          <a:xfrm>
            <a:off x="8503920" y="723316"/>
            <a:ext cx="2964856" cy="1538883"/>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p>
        </p:txBody>
      </p:sp>
      <p:sp>
        <p:nvSpPr>
          <p:cNvPr id="42" name="Text Placeholder 16">
            <a:extLst>
              <a:ext uri="{FF2B5EF4-FFF2-40B4-BE49-F238E27FC236}">
                <a16:creationId xmlns:a16="http://schemas.microsoft.com/office/drawing/2014/main" id="{68FA247D-5661-7002-316E-007134B71A71}"/>
              </a:ext>
            </a:extLst>
          </p:cNvPr>
          <p:cNvSpPr>
            <a:spLocks noGrp="1"/>
          </p:cNvSpPr>
          <p:nvPr>
            <p:ph type="body" sz="quarter" idx="21" hasCustomPrompt="1"/>
          </p:nvPr>
        </p:nvSpPr>
        <p:spPr>
          <a:xfrm>
            <a:off x="8377323" y="698264"/>
            <a:ext cx="83356" cy="615553"/>
          </a:xfrm>
        </p:spPr>
        <p:txBody>
          <a:bodyPr wrap="non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a:t>
            </a:r>
          </a:p>
          <a:p>
            <a:pPr>
              <a:lnSpc>
                <a:spcPts val="2400"/>
              </a:lnSpc>
            </a:pPr>
            <a:endParaRPr lang="en-IN" spc="0">
              <a:solidFill>
                <a:srgbClr val="000075"/>
              </a:solidFill>
              <a:latin typeface="Wallace Sans BETA Light" pitchFamily="2" charset="77"/>
              <a:cs typeface="Wallace Sans BETA Light" pitchFamily="2" charset="77"/>
            </a:endParaRPr>
          </a:p>
        </p:txBody>
      </p:sp>
    </p:spTree>
    <p:extLst>
      <p:ext uri="{BB962C8B-B14F-4D97-AF65-F5344CB8AC3E}">
        <p14:creationId xmlns:p14="http://schemas.microsoft.com/office/powerpoint/2010/main" val="30627238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3 column cell)">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DEB87B14-8D87-2C16-3F0B-E48040707294}"/>
              </a:ext>
            </a:extLst>
          </p:cNvPr>
          <p:cNvSpPr/>
          <p:nvPr userDrawn="1"/>
        </p:nvSpPr>
        <p:spPr>
          <a:xfrm>
            <a:off x="8174673" y="1933574"/>
            <a:ext cx="3500617" cy="4415597"/>
          </a:xfrm>
          <a:custGeom>
            <a:avLst/>
            <a:gdLst>
              <a:gd name="csX0" fmla="*/ 0 w 3500617"/>
              <a:gd name="csY0" fmla="*/ 0 h 4415597"/>
              <a:gd name="csX1" fmla="*/ 1615814 w 3500617"/>
              <a:gd name="csY1" fmla="*/ 0 h 4415597"/>
              <a:gd name="csX2" fmla="*/ 1966224 w 3500617"/>
              <a:gd name="csY2" fmla="*/ 0 h 4415597"/>
              <a:gd name="csX3" fmla="*/ 3419196 w 3500617"/>
              <a:gd name="csY3" fmla="*/ 0 h 4415597"/>
              <a:gd name="csX4" fmla="*/ 3500617 w 3500617"/>
              <a:gd name="csY4" fmla="*/ 81421 h 4415597"/>
              <a:gd name="csX5" fmla="*/ 3500617 w 3500617"/>
              <a:gd name="csY5" fmla="*/ 800301 h 4415597"/>
              <a:gd name="csX6" fmla="*/ 3500617 w 3500617"/>
              <a:gd name="csY6" fmla="*/ 1884803 h 4415597"/>
              <a:gd name="csX7" fmla="*/ 3500617 w 3500617"/>
              <a:gd name="csY7" fmla="*/ 2264643 h 4415597"/>
              <a:gd name="csX8" fmla="*/ 3500617 w 3500617"/>
              <a:gd name="csY8" fmla="*/ 2603683 h 4415597"/>
              <a:gd name="csX9" fmla="*/ 3500617 w 3500617"/>
              <a:gd name="csY9" fmla="*/ 2617722 h 4415597"/>
              <a:gd name="csX10" fmla="*/ 3500617 w 3500617"/>
              <a:gd name="csY10" fmla="*/ 3984852 h 4415597"/>
              <a:gd name="csX11" fmla="*/ 3500617 w 3500617"/>
              <a:gd name="csY11" fmla="*/ 4337931 h 4415597"/>
              <a:gd name="csX12" fmla="*/ 3422951 w 3500617"/>
              <a:gd name="csY12" fmla="*/ 4415597 h 4415597"/>
              <a:gd name="csX13" fmla="*/ 1888558 w 3500617"/>
              <a:gd name="csY13" fmla="*/ 4415597 h 4415597"/>
              <a:gd name="csX14" fmla="*/ 1612059 w 3500617"/>
              <a:gd name="csY14" fmla="*/ 4415597 h 4415597"/>
              <a:gd name="csX15" fmla="*/ 77666 w 3500617"/>
              <a:gd name="csY15" fmla="*/ 4415597 h 4415597"/>
              <a:gd name="csX16" fmla="*/ 0 w 3500617"/>
              <a:gd name="csY16" fmla="*/ 4337931 h 4415597"/>
              <a:gd name="csX17" fmla="*/ 0 w 3500617"/>
              <a:gd name="csY17" fmla="*/ 3984852 h 4415597"/>
              <a:gd name="csX18" fmla="*/ 0 w 3500617"/>
              <a:gd name="csY18" fmla="*/ 2617722 h 4415597"/>
              <a:gd name="csX19" fmla="*/ 0 w 3500617"/>
              <a:gd name="csY19" fmla="*/ 2603683 h 4415597"/>
              <a:gd name="csX20" fmla="*/ 0 w 3500617"/>
              <a:gd name="csY20" fmla="*/ 2264643 h 4415597"/>
              <a:gd name="csX21" fmla="*/ 0 w 3500617"/>
              <a:gd name="csY21" fmla="*/ 1966224 h 4415597"/>
              <a:gd name="csX22" fmla="*/ 0 w 3500617"/>
              <a:gd name="csY22" fmla="*/ 800301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00617" h="4415597">
                <a:moveTo>
                  <a:pt x="0" y="0"/>
                </a:moveTo>
                <a:lnTo>
                  <a:pt x="1615814" y="0"/>
                </a:lnTo>
                <a:lnTo>
                  <a:pt x="1966224" y="0"/>
                </a:lnTo>
                <a:lnTo>
                  <a:pt x="3419196" y="0"/>
                </a:lnTo>
                <a:cubicBezTo>
                  <a:pt x="3464164" y="0"/>
                  <a:pt x="3500617" y="36453"/>
                  <a:pt x="3500617" y="81421"/>
                </a:cubicBezTo>
                <a:lnTo>
                  <a:pt x="3500617" y="800301"/>
                </a:lnTo>
                <a:lnTo>
                  <a:pt x="3500617" y="1884803"/>
                </a:lnTo>
                <a:lnTo>
                  <a:pt x="3500617" y="2264643"/>
                </a:lnTo>
                <a:lnTo>
                  <a:pt x="3500617" y="2603683"/>
                </a:lnTo>
                <a:lnTo>
                  <a:pt x="3500617" y="2617722"/>
                </a:lnTo>
                <a:lnTo>
                  <a:pt x="3500617" y="3984852"/>
                </a:lnTo>
                <a:lnTo>
                  <a:pt x="3500617" y="4337931"/>
                </a:lnTo>
                <a:cubicBezTo>
                  <a:pt x="3500617" y="4380825"/>
                  <a:pt x="3465845" y="4415597"/>
                  <a:pt x="3422951" y="4415597"/>
                </a:cubicBezTo>
                <a:lnTo>
                  <a:pt x="1888558" y="4415597"/>
                </a:lnTo>
                <a:lnTo>
                  <a:pt x="1612059" y="4415597"/>
                </a:lnTo>
                <a:lnTo>
                  <a:pt x="77666" y="4415597"/>
                </a:lnTo>
                <a:cubicBezTo>
                  <a:pt x="34772" y="4415597"/>
                  <a:pt x="0" y="4380825"/>
                  <a:pt x="0" y="4337931"/>
                </a:cubicBezTo>
                <a:lnTo>
                  <a:pt x="0" y="3984852"/>
                </a:lnTo>
                <a:lnTo>
                  <a:pt x="0" y="2617722"/>
                </a:lnTo>
                <a:lnTo>
                  <a:pt x="0" y="2603683"/>
                </a:lnTo>
                <a:lnTo>
                  <a:pt x="0" y="2264643"/>
                </a:lnTo>
                <a:lnTo>
                  <a:pt x="0" y="1966224"/>
                </a:lnTo>
                <a:lnTo>
                  <a:pt x="0" y="80030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7F4E3A9D-AF45-37B7-F6FB-B208A4D753F4}"/>
              </a:ext>
            </a:extLst>
          </p:cNvPr>
          <p:cNvSpPr/>
          <p:nvPr userDrawn="1"/>
        </p:nvSpPr>
        <p:spPr>
          <a:xfrm>
            <a:off x="4342732" y="1933574"/>
            <a:ext cx="3500617" cy="4415597"/>
          </a:xfrm>
          <a:custGeom>
            <a:avLst/>
            <a:gdLst>
              <a:gd name="csX0" fmla="*/ 0 w 3500617"/>
              <a:gd name="csY0" fmla="*/ 0 h 4415597"/>
              <a:gd name="csX1" fmla="*/ 1615814 w 3500617"/>
              <a:gd name="csY1" fmla="*/ 0 h 4415597"/>
              <a:gd name="csX2" fmla="*/ 1966224 w 3500617"/>
              <a:gd name="csY2" fmla="*/ 0 h 4415597"/>
              <a:gd name="csX3" fmla="*/ 3419196 w 3500617"/>
              <a:gd name="csY3" fmla="*/ 0 h 4415597"/>
              <a:gd name="csX4" fmla="*/ 3500617 w 3500617"/>
              <a:gd name="csY4" fmla="*/ 81421 h 4415597"/>
              <a:gd name="csX5" fmla="*/ 3500617 w 3500617"/>
              <a:gd name="csY5" fmla="*/ 800301 h 4415597"/>
              <a:gd name="csX6" fmla="*/ 3500617 w 3500617"/>
              <a:gd name="csY6" fmla="*/ 1884803 h 4415597"/>
              <a:gd name="csX7" fmla="*/ 3500617 w 3500617"/>
              <a:gd name="csY7" fmla="*/ 2264643 h 4415597"/>
              <a:gd name="csX8" fmla="*/ 3500617 w 3500617"/>
              <a:gd name="csY8" fmla="*/ 2603683 h 4415597"/>
              <a:gd name="csX9" fmla="*/ 3500617 w 3500617"/>
              <a:gd name="csY9" fmla="*/ 2617722 h 4415597"/>
              <a:gd name="csX10" fmla="*/ 3500617 w 3500617"/>
              <a:gd name="csY10" fmla="*/ 3984852 h 4415597"/>
              <a:gd name="csX11" fmla="*/ 3500617 w 3500617"/>
              <a:gd name="csY11" fmla="*/ 4337931 h 4415597"/>
              <a:gd name="csX12" fmla="*/ 3422951 w 3500617"/>
              <a:gd name="csY12" fmla="*/ 4415597 h 4415597"/>
              <a:gd name="csX13" fmla="*/ 1888558 w 3500617"/>
              <a:gd name="csY13" fmla="*/ 4415597 h 4415597"/>
              <a:gd name="csX14" fmla="*/ 1612059 w 3500617"/>
              <a:gd name="csY14" fmla="*/ 4415597 h 4415597"/>
              <a:gd name="csX15" fmla="*/ 77666 w 3500617"/>
              <a:gd name="csY15" fmla="*/ 4415597 h 4415597"/>
              <a:gd name="csX16" fmla="*/ 0 w 3500617"/>
              <a:gd name="csY16" fmla="*/ 4337931 h 4415597"/>
              <a:gd name="csX17" fmla="*/ 0 w 3500617"/>
              <a:gd name="csY17" fmla="*/ 3984852 h 4415597"/>
              <a:gd name="csX18" fmla="*/ 0 w 3500617"/>
              <a:gd name="csY18" fmla="*/ 2617722 h 4415597"/>
              <a:gd name="csX19" fmla="*/ 0 w 3500617"/>
              <a:gd name="csY19" fmla="*/ 2603683 h 4415597"/>
              <a:gd name="csX20" fmla="*/ 0 w 3500617"/>
              <a:gd name="csY20" fmla="*/ 2264643 h 4415597"/>
              <a:gd name="csX21" fmla="*/ 0 w 3500617"/>
              <a:gd name="csY21" fmla="*/ 1966224 h 4415597"/>
              <a:gd name="csX22" fmla="*/ 0 w 3500617"/>
              <a:gd name="csY22" fmla="*/ 800301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00617" h="4415597">
                <a:moveTo>
                  <a:pt x="0" y="0"/>
                </a:moveTo>
                <a:lnTo>
                  <a:pt x="1615814" y="0"/>
                </a:lnTo>
                <a:lnTo>
                  <a:pt x="1966224" y="0"/>
                </a:lnTo>
                <a:lnTo>
                  <a:pt x="3419196" y="0"/>
                </a:lnTo>
                <a:cubicBezTo>
                  <a:pt x="3464164" y="0"/>
                  <a:pt x="3500617" y="36453"/>
                  <a:pt x="3500617" y="81421"/>
                </a:cubicBezTo>
                <a:lnTo>
                  <a:pt x="3500617" y="800301"/>
                </a:lnTo>
                <a:lnTo>
                  <a:pt x="3500617" y="1884803"/>
                </a:lnTo>
                <a:lnTo>
                  <a:pt x="3500617" y="2264643"/>
                </a:lnTo>
                <a:lnTo>
                  <a:pt x="3500617" y="2603683"/>
                </a:lnTo>
                <a:lnTo>
                  <a:pt x="3500617" y="2617722"/>
                </a:lnTo>
                <a:lnTo>
                  <a:pt x="3500617" y="3984852"/>
                </a:lnTo>
                <a:lnTo>
                  <a:pt x="3500617" y="4337931"/>
                </a:lnTo>
                <a:cubicBezTo>
                  <a:pt x="3500617" y="4380825"/>
                  <a:pt x="3465845" y="4415597"/>
                  <a:pt x="3422951" y="4415597"/>
                </a:cubicBezTo>
                <a:lnTo>
                  <a:pt x="1888558" y="4415597"/>
                </a:lnTo>
                <a:lnTo>
                  <a:pt x="1612059" y="4415597"/>
                </a:lnTo>
                <a:lnTo>
                  <a:pt x="77666" y="4415597"/>
                </a:lnTo>
                <a:cubicBezTo>
                  <a:pt x="34772" y="4415597"/>
                  <a:pt x="0" y="4380825"/>
                  <a:pt x="0" y="4337931"/>
                </a:cubicBezTo>
                <a:lnTo>
                  <a:pt x="0" y="3984852"/>
                </a:lnTo>
                <a:lnTo>
                  <a:pt x="0" y="2617722"/>
                </a:lnTo>
                <a:lnTo>
                  <a:pt x="0" y="2603683"/>
                </a:lnTo>
                <a:lnTo>
                  <a:pt x="0" y="2264643"/>
                </a:lnTo>
                <a:lnTo>
                  <a:pt x="0" y="1966224"/>
                </a:lnTo>
                <a:lnTo>
                  <a:pt x="0" y="80030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909EB63B-0BF7-F5E2-4677-83C9D070455C}"/>
              </a:ext>
            </a:extLst>
          </p:cNvPr>
          <p:cNvSpPr/>
          <p:nvPr userDrawn="1"/>
        </p:nvSpPr>
        <p:spPr>
          <a:xfrm>
            <a:off x="514348" y="1933574"/>
            <a:ext cx="3500617" cy="4415597"/>
          </a:xfrm>
          <a:custGeom>
            <a:avLst/>
            <a:gdLst>
              <a:gd name="csX0" fmla="*/ 0 w 3500617"/>
              <a:gd name="csY0" fmla="*/ 0 h 4415597"/>
              <a:gd name="csX1" fmla="*/ 1615814 w 3500617"/>
              <a:gd name="csY1" fmla="*/ 0 h 4415597"/>
              <a:gd name="csX2" fmla="*/ 1966224 w 3500617"/>
              <a:gd name="csY2" fmla="*/ 0 h 4415597"/>
              <a:gd name="csX3" fmla="*/ 3419196 w 3500617"/>
              <a:gd name="csY3" fmla="*/ 0 h 4415597"/>
              <a:gd name="csX4" fmla="*/ 3500617 w 3500617"/>
              <a:gd name="csY4" fmla="*/ 81421 h 4415597"/>
              <a:gd name="csX5" fmla="*/ 3500617 w 3500617"/>
              <a:gd name="csY5" fmla="*/ 800301 h 4415597"/>
              <a:gd name="csX6" fmla="*/ 3500617 w 3500617"/>
              <a:gd name="csY6" fmla="*/ 1884803 h 4415597"/>
              <a:gd name="csX7" fmla="*/ 3500617 w 3500617"/>
              <a:gd name="csY7" fmla="*/ 2264643 h 4415597"/>
              <a:gd name="csX8" fmla="*/ 3500617 w 3500617"/>
              <a:gd name="csY8" fmla="*/ 2603683 h 4415597"/>
              <a:gd name="csX9" fmla="*/ 3500617 w 3500617"/>
              <a:gd name="csY9" fmla="*/ 2617722 h 4415597"/>
              <a:gd name="csX10" fmla="*/ 3500617 w 3500617"/>
              <a:gd name="csY10" fmla="*/ 3984852 h 4415597"/>
              <a:gd name="csX11" fmla="*/ 3500617 w 3500617"/>
              <a:gd name="csY11" fmla="*/ 4337931 h 4415597"/>
              <a:gd name="csX12" fmla="*/ 3422951 w 3500617"/>
              <a:gd name="csY12" fmla="*/ 4415597 h 4415597"/>
              <a:gd name="csX13" fmla="*/ 1888558 w 3500617"/>
              <a:gd name="csY13" fmla="*/ 4415597 h 4415597"/>
              <a:gd name="csX14" fmla="*/ 1612059 w 3500617"/>
              <a:gd name="csY14" fmla="*/ 4415597 h 4415597"/>
              <a:gd name="csX15" fmla="*/ 77666 w 3500617"/>
              <a:gd name="csY15" fmla="*/ 4415597 h 4415597"/>
              <a:gd name="csX16" fmla="*/ 0 w 3500617"/>
              <a:gd name="csY16" fmla="*/ 4337931 h 4415597"/>
              <a:gd name="csX17" fmla="*/ 0 w 3500617"/>
              <a:gd name="csY17" fmla="*/ 3984852 h 4415597"/>
              <a:gd name="csX18" fmla="*/ 0 w 3500617"/>
              <a:gd name="csY18" fmla="*/ 2617722 h 4415597"/>
              <a:gd name="csX19" fmla="*/ 0 w 3500617"/>
              <a:gd name="csY19" fmla="*/ 2603683 h 4415597"/>
              <a:gd name="csX20" fmla="*/ 0 w 3500617"/>
              <a:gd name="csY20" fmla="*/ 2264643 h 4415597"/>
              <a:gd name="csX21" fmla="*/ 0 w 3500617"/>
              <a:gd name="csY21" fmla="*/ 1966224 h 4415597"/>
              <a:gd name="csX22" fmla="*/ 0 w 3500617"/>
              <a:gd name="csY22" fmla="*/ 800301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00617" h="4415597">
                <a:moveTo>
                  <a:pt x="0" y="0"/>
                </a:moveTo>
                <a:lnTo>
                  <a:pt x="1615814" y="0"/>
                </a:lnTo>
                <a:lnTo>
                  <a:pt x="1966224" y="0"/>
                </a:lnTo>
                <a:lnTo>
                  <a:pt x="3419196" y="0"/>
                </a:lnTo>
                <a:cubicBezTo>
                  <a:pt x="3464164" y="0"/>
                  <a:pt x="3500617" y="36453"/>
                  <a:pt x="3500617" y="81421"/>
                </a:cubicBezTo>
                <a:lnTo>
                  <a:pt x="3500617" y="800301"/>
                </a:lnTo>
                <a:lnTo>
                  <a:pt x="3500617" y="1884803"/>
                </a:lnTo>
                <a:lnTo>
                  <a:pt x="3500617" y="2264643"/>
                </a:lnTo>
                <a:lnTo>
                  <a:pt x="3500617" y="2603683"/>
                </a:lnTo>
                <a:lnTo>
                  <a:pt x="3500617" y="2617722"/>
                </a:lnTo>
                <a:lnTo>
                  <a:pt x="3500617" y="3984852"/>
                </a:lnTo>
                <a:lnTo>
                  <a:pt x="3500617" y="4337931"/>
                </a:lnTo>
                <a:cubicBezTo>
                  <a:pt x="3500617" y="4380825"/>
                  <a:pt x="3465845" y="4415597"/>
                  <a:pt x="3422951" y="4415597"/>
                </a:cubicBezTo>
                <a:lnTo>
                  <a:pt x="1888558" y="4415597"/>
                </a:lnTo>
                <a:lnTo>
                  <a:pt x="1612059" y="4415597"/>
                </a:lnTo>
                <a:lnTo>
                  <a:pt x="77666" y="4415597"/>
                </a:lnTo>
                <a:cubicBezTo>
                  <a:pt x="34772" y="4415597"/>
                  <a:pt x="0" y="4380825"/>
                  <a:pt x="0" y="4337931"/>
                </a:cubicBezTo>
                <a:lnTo>
                  <a:pt x="0" y="3984852"/>
                </a:lnTo>
                <a:lnTo>
                  <a:pt x="0" y="2617722"/>
                </a:lnTo>
                <a:lnTo>
                  <a:pt x="0" y="2603683"/>
                </a:lnTo>
                <a:lnTo>
                  <a:pt x="0" y="2264643"/>
                </a:lnTo>
                <a:lnTo>
                  <a:pt x="0" y="1966224"/>
                </a:lnTo>
                <a:lnTo>
                  <a:pt x="0" y="80030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3" name="Text Placeholder 22">
            <a:extLst>
              <a:ext uri="{FF2B5EF4-FFF2-40B4-BE49-F238E27FC236}">
                <a16:creationId xmlns:a16="http://schemas.microsoft.com/office/drawing/2014/main" id="{CB7CE17D-61D5-C76B-A89D-35095768EABC}"/>
              </a:ext>
            </a:extLst>
          </p:cNvPr>
          <p:cNvSpPr>
            <a:spLocks noGrp="1"/>
          </p:cNvSpPr>
          <p:nvPr>
            <p:ph type="body" sz="quarter" idx="11" hasCustomPrompt="1"/>
          </p:nvPr>
        </p:nvSpPr>
        <p:spPr>
          <a:xfrm>
            <a:off x="718462" y="2070477"/>
            <a:ext cx="149080"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1</a:t>
            </a:r>
          </a:p>
        </p:txBody>
      </p:sp>
      <p:sp>
        <p:nvSpPr>
          <p:cNvPr id="25" name="Text Placeholder 22">
            <a:extLst>
              <a:ext uri="{FF2B5EF4-FFF2-40B4-BE49-F238E27FC236}">
                <a16:creationId xmlns:a16="http://schemas.microsoft.com/office/drawing/2014/main" id="{B0F09D22-84F8-EC5E-2DB1-AE1C581B083E}"/>
              </a:ext>
            </a:extLst>
          </p:cNvPr>
          <p:cNvSpPr>
            <a:spLocks noGrp="1"/>
          </p:cNvSpPr>
          <p:nvPr>
            <p:ph type="body" sz="quarter" idx="12" hasCustomPrompt="1"/>
          </p:nvPr>
        </p:nvSpPr>
        <p:spPr>
          <a:xfrm>
            <a:off x="3398174" y="2070477"/>
            <a:ext cx="405560" cy="553998"/>
          </a:xfrm>
        </p:spPr>
        <p:txBody>
          <a:bodyPr wrap="none" anchor="ctr">
            <a:spAutoFit/>
          </a:bodyPr>
          <a:lstStyle>
            <a:lvl1pPr marL="0" algn="l" defTabSz="914400" rtl="0" eaLnBrk="1" latinLnBrk="0" hangingPunct="1">
              <a:defRPr lang="en-US" sz="3600" kern="1200" dirty="0" smtClean="0">
                <a:solidFill>
                  <a:srgbClr val="000075"/>
                </a:solidFill>
                <a:latin typeface="Wallace Sans Light" pitchFamily="2" charset="0"/>
                <a:ea typeface="+mn-ea"/>
                <a:cs typeface="Wallace Sans Light" pitchFamily="2" charset="0"/>
              </a:defRPr>
            </a:lvl1pPr>
          </a:lstStyle>
          <a:p>
            <a:pPr lvl="0"/>
            <a:r>
              <a:rPr lang="en-US"/>
              <a:t>→</a:t>
            </a:r>
          </a:p>
        </p:txBody>
      </p:sp>
      <p:sp>
        <p:nvSpPr>
          <p:cNvPr id="27" name="Text Placeholder 26">
            <a:extLst>
              <a:ext uri="{FF2B5EF4-FFF2-40B4-BE49-F238E27FC236}">
                <a16:creationId xmlns:a16="http://schemas.microsoft.com/office/drawing/2014/main" id="{054DD2F9-C1FA-0F22-2E37-14B9FD3A6797}"/>
              </a:ext>
            </a:extLst>
          </p:cNvPr>
          <p:cNvSpPr>
            <a:spLocks noGrp="1"/>
          </p:cNvSpPr>
          <p:nvPr>
            <p:ph type="body" sz="quarter" idx="13" hasCustomPrompt="1"/>
          </p:nvPr>
        </p:nvSpPr>
        <p:spPr>
          <a:xfrm>
            <a:off x="718462" y="2934288"/>
            <a:ext cx="3085272" cy="1461939"/>
          </a:xfrm>
        </p:spPr>
        <p:txBody>
          <a:bodyPr>
            <a:sp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kern="1200" dirty="0" smtClean="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r>
              <a:rPr lang="en-US"/>
              <a:t>Body copy in Wallace Sans, size </a:t>
            </a:r>
            <a:br>
              <a:rPr lang="en-US"/>
            </a:br>
            <a:r>
              <a:rPr lang="en-US"/>
              <a:t>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p>
        </p:txBody>
      </p:sp>
      <p:sp>
        <p:nvSpPr>
          <p:cNvPr id="34" name="Text Placeholder 22">
            <a:extLst>
              <a:ext uri="{FF2B5EF4-FFF2-40B4-BE49-F238E27FC236}">
                <a16:creationId xmlns:a16="http://schemas.microsoft.com/office/drawing/2014/main" id="{3EC86FC6-EB8A-F15A-0312-191EC4A08CB5}"/>
              </a:ext>
            </a:extLst>
          </p:cNvPr>
          <p:cNvSpPr>
            <a:spLocks noGrp="1"/>
          </p:cNvSpPr>
          <p:nvPr>
            <p:ph type="body" sz="quarter" idx="15" hasCustomPrompt="1"/>
          </p:nvPr>
        </p:nvSpPr>
        <p:spPr>
          <a:xfrm>
            <a:off x="4550404" y="2070477"/>
            <a:ext cx="246862"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2</a:t>
            </a:r>
          </a:p>
        </p:txBody>
      </p:sp>
      <p:sp>
        <p:nvSpPr>
          <p:cNvPr id="35" name="Text Placeholder 22">
            <a:extLst>
              <a:ext uri="{FF2B5EF4-FFF2-40B4-BE49-F238E27FC236}">
                <a16:creationId xmlns:a16="http://schemas.microsoft.com/office/drawing/2014/main" id="{51A5C485-5F16-9965-693B-A366ED41D5B9}"/>
              </a:ext>
            </a:extLst>
          </p:cNvPr>
          <p:cNvSpPr>
            <a:spLocks noGrp="1"/>
          </p:cNvSpPr>
          <p:nvPr>
            <p:ph type="body" sz="quarter" idx="16" hasCustomPrompt="1"/>
          </p:nvPr>
        </p:nvSpPr>
        <p:spPr>
          <a:xfrm>
            <a:off x="7230116" y="2070477"/>
            <a:ext cx="405560" cy="553998"/>
          </a:xfrm>
        </p:spPr>
        <p:txBody>
          <a:bodyPr wrap="none" anchor="ctr">
            <a:spAutoFit/>
          </a:bodyPr>
          <a:lstStyle>
            <a:lvl1pPr marL="0" algn="l" defTabSz="914400" rtl="0" eaLnBrk="1" latinLnBrk="0" hangingPunct="1">
              <a:defRPr lang="en-US" sz="3600" kern="1200" dirty="0" smtClean="0">
                <a:solidFill>
                  <a:srgbClr val="000075"/>
                </a:solidFill>
                <a:latin typeface="Wallace Sans Light" pitchFamily="2" charset="0"/>
                <a:ea typeface="+mn-ea"/>
                <a:cs typeface="Wallace Sans Light" pitchFamily="2" charset="0"/>
              </a:defRPr>
            </a:lvl1pPr>
          </a:lstStyle>
          <a:p>
            <a:pPr lvl="0"/>
            <a:r>
              <a:rPr lang="en-US"/>
              <a:t>→</a:t>
            </a:r>
          </a:p>
        </p:txBody>
      </p:sp>
      <p:sp>
        <p:nvSpPr>
          <p:cNvPr id="37" name="Text Placeholder 22">
            <a:extLst>
              <a:ext uri="{FF2B5EF4-FFF2-40B4-BE49-F238E27FC236}">
                <a16:creationId xmlns:a16="http://schemas.microsoft.com/office/drawing/2014/main" id="{F384D136-9B3E-0727-8C40-D8E5DCD5D1B8}"/>
              </a:ext>
            </a:extLst>
          </p:cNvPr>
          <p:cNvSpPr>
            <a:spLocks noGrp="1"/>
          </p:cNvSpPr>
          <p:nvPr>
            <p:ph type="body" sz="quarter" idx="18" hasCustomPrompt="1"/>
          </p:nvPr>
        </p:nvSpPr>
        <p:spPr>
          <a:xfrm>
            <a:off x="8382345" y="2070477"/>
            <a:ext cx="246862"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3</a:t>
            </a:r>
          </a:p>
        </p:txBody>
      </p:sp>
      <p:sp>
        <p:nvSpPr>
          <p:cNvPr id="3" name="Text Placeholder 12">
            <a:extLst>
              <a:ext uri="{FF2B5EF4-FFF2-40B4-BE49-F238E27FC236}">
                <a16:creationId xmlns:a16="http://schemas.microsoft.com/office/drawing/2014/main" id="{1B9B2D18-71A0-355C-4BF7-54B77164E109}"/>
              </a:ext>
            </a:extLst>
          </p:cNvPr>
          <p:cNvSpPr>
            <a:spLocks noGrp="1"/>
          </p:cNvSpPr>
          <p:nvPr>
            <p:ph type="body" sz="quarter" idx="10" hasCustomPrompt="1"/>
          </p:nvPr>
        </p:nvSpPr>
        <p:spPr>
          <a:xfrm>
            <a:off x="510790" y="482600"/>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2" name="Text Placeholder 22">
            <a:extLst>
              <a:ext uri="{FF2B5EF4-FFF2-40B4-BE49-F238E27FC236}">
                <a16:creationId xmlns:a16="http://schemas.microsoft.com/office/drawing/2014/main" id="{75EAFEBA-3539-7FA3-F828-4CA60830DD85}"/>
              </a:ext>
            </a:extLst>
          </p:cNvPr>
          <p:cNvSpPr>
            <a:spLocks noGrp="1"/>
          </p:cNvSpPr>
          <p:nvPr>
            <p:ph type="body" sz="quarter" idx="19" hasCustomPrompt="1"/>
          </p:nvPr>
        </p:nvSpPr>
        <p:spPr>
          <a:xfrm>
            <a:off x="11062057" y="2070477"/>
            <a:ext cx="405560" cy="553998"/>
          </a:xfrm>
        </p:spPr>
        <p:txBody>
          <a:bodyPr wrap="none" anchor="ctr">
            <a:spAutoFit/>
          </a:bodyPr>
          <a:lstStyle>
            <a:lvl1pPr marL="0" algn="l" defTabSz="914400" rtl="0" eaLnBrk="1" latinLnBrk="0" hangingPunct="1">
              <a:defRPr lang="en-US" sz="3600" kern="1200" dirty="0" smtClean="0">
                <a:solidFill>
                  <a:srgbClr val="000075"/>
                </a:solidFill>
                <a:latin typeface="Wallace Sans Light" pitchFamily="2" charset="0"/>
                <a:ea typeface="+mn-ea"/>
                <a:cs typeface="Wallace Sans Light" pitchFamily="2" charset="0"/>
              </a:defRPr>
            </a:lvl1pPr>
          </a:lstStyle>
          <a:p>
            <a:pPr lvl="0"/>
            <a:r>
              <a:rPr lang="en-US"/>
              <a:t>→</a:t>
            </a:r>
          </a:p>
        </p:txBody>
      </p:sp>
      <p:sp>
        <p:nvSpPr>
          <p:cNvPr id="24" name="Text Placeholder 26">
            <a:extLst>
              <a:ext uri="{FF2B5EF4-FFF2-40B4-BE49-F238E27FC236}">
                <a16:creationId xmlns:a16="http://schemas.microsoft.com/office/drawing/2014/main" id="{6D01A453-F973-F3EE-0552-4D4FE685D074}"/>
              </a:ext>
            </a:extLst>
          </p:cNvPr>
          <p:cNvSpPr>
            <a:spLocks noGrp="1"/>
          </p:cNvSpPr>
          <p:nvPr>
            <p:ph type="body" sz="quarter" idx="20" hasCustomPrompt="1"/>
          </p:nvPr>
        </p:nvSpPr>
        <p:spPr>
          <a:xfrm>
            <a:off x="4550404" y="2934288"/>
            <a:ext cx="3085272" cy="1461939"/>
          </a:xfrm>
        </p:spPr>
        <p:txBody>
          <a:bodyPr>
            <a:sp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kern="1200" dirty="0" smtClean="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r>
              <a:rPr lang="en-US"/>
              <a:t>Body copy in Wallace Sans, size </a:t>
            </a:r>
            <a:br>
              <a:rPr lang="en-US"/>
            </a:br>
            <a:r>
              <a:rPr lang="en-US"/>
              <a:t>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p>
        </p:txBody>
      </p:sp>
      <p:sp>
        <p:nvSpPr>
          <p:cNvPr id="26" name="Text Placeholder 26">
            <a:extLst>
              <a:ext uri="{FF2B5EF4-FFF2-40B4-BE49-F238E27FC236}">
                <a16:creationId xmlns:a16="http://schemas.microsoft.com/office/drawing/2014/main" id="{E11C9D15-69CB-248A-4D5C-A1DA89751DD6}"/>
              </a:ext>
            </a:extLst>
          </p:cNvPr>
          <p:cNvSpPr>
            <a:spLocks noGrp="1"/>
          </p:cNvSpPr>
          <p:nvPr>
            <p:ph type="body" sz="quarter" idx="21" hasCustomPrompt="1"/>
          </p:nvPr>
        </p:nvSpPr>
        <p:spPr>
          <a:xfrm>
            <a:off x="8382345" y="2934288"/>
            <a:ext cx="3085272" cy="1461939"/>
          </a:xfrm>
        </p:spPr>
        <p:txBody>
          <a:bodyPr>
            <a:sp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kern="1200" dirty="0" smtClean="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r>
              <a:rPr lang="en-US"/>
              <a:t>Body copy in Wallace Sans, size </a:t>
            </a:r>
            <a:br>
              <a:rPr lang="en-US"/>
            </a:br>
            <a:r>
              <a:rPr lang="en-US"/>
              <a:t>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p>
        </p:txBody>
      </p:sp>
    </p:spTree>
    <p:extLst>
      <p:ext uri="{BB962C8B-B14F-4D97-AF65-F5344CB8AC3E}">
        <p14:creationId xmlns:p14="http://schemas.microsoft.com/office/powerpoint/2010/main" val="38202147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C904B51-2EFC-2D5C-D89C-D0FB81E7EC0D}"/>
              </a:ext>
            </a:extLst>
          </p:cNvPr>
          <p:cNvSpPr>
            <a:spLocks noGrp="1"/>
          </p:cNvSpPr>
          <p:nvPr>
            <p:ph type="pic" sz="quarter" idx="13"/>
          </p:nvPr>
        </p:nvSpPr>
        <p:spPr>
          <a:xfrm>
            <a:off x="524383" y="508693"/>
            <a:ext cx="11143233" cy="5510280"/>
          </a:xfrm>
          <a:custGeom>
            <a:avLst/>
            <a:gdLst>
              <a:gd name="connsiteX0" fmla="*/ 0 w 11143233"/>
              <a:gd name="connsiteY0" fmla="*/ 0 h 5510280"/>
              <a:gd name="connsiteX1" fmla="*/ 60342 w 11143233"/>
              <a:gd name="connsiteY1" fmla="*/ 0 h 5510280"/>
              <a:gd name="connsiteX2" fmla="*/ 533411 w 11143233"/>
              <a:gd name="connsiteY2" fmla="*/ 0 h 5510280"/>
              <a:gd name="connsiteX3" fmla="*/ 11079590 w 11143233"/>
              <a:gd name="connsiteY3" fmla="*/ 0 h 5510280"/>
              <a:gd name="connsiteX4" fmla="*/ 11124593 w 11143233"/>
              <a:gd name="connsiteY4" fmla="*/ 18641 h 5510280"/>
              <a:gd name="connsiteX5" fmla="*/ 11143233 w 11143233"/>
              <a:gd name="connsiteY5" fmla="*/ 63642 h 5510280"/>
              <a:gd name="connsiteX6" fmla="*/ 11143233 w 11143233"/>
              <a:gd name="connsiteY6" fmla="*/ 5446640 h 5510280"/>
              <a:gd name="connsiteX7" fmla="*/ 11124593 w 11143233"/>
              <a:gd name="connsiteY7" fmla="*/ 5491641 h 5510280"/>
              <a:gd name="connsiteX8" fmla="*/ 11104363 w 11143233"/>
              <a:gd name="connsiteY8" fmla="*/ 5505280 h 5510280"/>
              <a:gd name="connsiteX9" fmla="*/ 11079595 w 11143233"/>
              <a:gd name="connsiteY9" fmla="*/ 5510280 h 5510280"/>
              <a:gd name="connsiteX10" fmla="*/ 60337 w 11143233"/>
              <a:gd name="connsiteY10" fmla="*/ 5510280 h 5510280"/>
              <a:gd name="connsiteX11" fmla="*/ 35569 w 11143233"/>
              <a:gd name="connsiteY11" fmla="*/ 5505280 h 5510280"/>
              <a:gd name="connsiteX12" fmla="*/ 15339 w 11143233"/>
              <a:gd name="connsiteY12" fmla="*/ 5491641 h 5510280"/>
              <a:gd name="connsiteX13" fmla="*/ 0 w 11143233"/>
              <a:gd name="connsiteY13" fmla="*/ 5454609 h 551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43233" h="5510280">
                <a:moveTo>
                  <a:pt x="0" y="0"/>
                </a:moveTo>
                <a:lnTo>
                  <a:pt x="60342" y="0"/>
                </a:lnTo>
                <a:lnTo>
                  <a:pt x="533411" y="0"/>
                </a:lnTo>
                <a:lnTo>
                  <a:pt x="11079590" y="0"/>
                </a:lnTo>
                <a:cubicBezTo>
                  <a:pt x="11097165" y="0"/>
                  <a:pt x="11113076" y="7124"/>
                  <a:pt x="11124593" y="18641"/>
                </a:cubicBezTo>
                <a:lnTo>
                  <a:pt x="11143233" y="63642"/>
                </a:lnTo>
                <a:lnTo>
                  <a:pt x="11143233" y="5446640"/>
                </a:lnTo>
                <a:lnTo>
                  <a:pt x="11124593" y="5491641"/>
                </a:lnTo>
                <a:cubicBezTo>
                  <a:pt x="11118835" y="5497399"/>
                  <a:pt x="11111978" y="5502059"/>
                  <a:pt x="11104363" y="5505280"/>
                </a:cubicBezTo>
                <a:lnTo>
                  <a:pt x="11079595" y="5510280"/>
                </a:lnTo>
                <a:lnTo>
                  <a:pt x="60337" y="5510280"/>
                </a:lnTo>
                <a:lnTo>
                  <a:pt x="35569" y="5505280"/>
                </a:lnTo>
                <a:cubicBezTo>
                  <a:pt x="27955" y="5502059"/>
                  <a:pt x="21098" y="5497399"/>
                  <a:pt x="15339" y="5491641"/>
                </a:cubicBezTo>
                <a:lnTo>
                  <a:pt x="0" y="5454609"/>
                </a:lnTo>
                <a:close/>
              </a:path>
            </a:pathLst>
          </a:custGeom>
          <a:solidFill>
            <a:schemeClr val="bg1">
              <a:lumMod val="95000"/>
            </a:schemeClr>
          </a:solidFill>
        </p:spPr>
        <p:txBody>
          <a:bodyPr wrap="square">
            <a:noAutofit/>
          </a:bodyPr>
          <a:lstStyle/>
          <a:p>
            <a:r>
              <a:rPr lang="en-US"/>
              <a:t>Click icon to add picture</a:t>
            </a:r>
          </a:p>
        </p:txBody>
      </p:sp>
      <p:sp>
        <p:nvSpPr>
          <p:cNvPr id="9" name="Text Placeholder 8">
            <a:extLst>
              <a:ext uri="{FF2B5EF4-FFF2-40B4-BE49-F238E27FC236}">
                <a16:creationId xmlns:a16="http://schemas.microsoft.com/office/drawing/2014/main" id="{9F5A7678-74B3-38ED-5454-6684643E890A}"/>
              </a:ext>
            </a:extLst>
          </p:cNvPr>
          <p:cNvSpPr>
            <a:spLocks noGrp="1"/>
          </p:cNvSpPr>
          <p:nvPr>
            <p:ph type="body" sz="quarter" idx="11" hasCustomPrompt="1"/>
          </p:nvPr>
        </p:nvSpPr>
        <p:spPr>
          <a:xfrm>
            <a:off x="674077" y="662378"/>
            <a:ext cx="8135471" cy="773289"/>
          </a:xfrm>
        </p:spPr>
        <p:txBody>
          <a:bodyPr>
            <a:spAutoFit/>
          </a:bodyPr>
          <a:lstStyle>
            <a:lvl1pPr marL="0" marR="0" indent="0" algn="l" defTabSz="914400" rtl="0" eaLnBrk="1" fontAlgn="auto" latinLnBrk="0" hangingPunct="1">
              <a:lnSpc>
                <a:spcPts val="3000"/>
              </a:lnSpc>
              <a:spcBef>
                <a:spcPts val="0"/>
              </a:spcBef>
              <a:spcAft>
                <a:spcPts val="0"/>
              </a:spcAft>
              <a:buClrTx/>
              <a:buSzTx/>
              <a:buFont typeface="Arial" panose="020B0604020202020204" pitchFamily="34" charset="0"/>
              <a:buNone/>
              <a:tabLst/>
              <a:defRPr lang="en-IN" sz="2600" b="0" i="0" kern="100" spc="-100" baseline="0" dirty="0">
                <a:solidFill>
                  <a:srgbClr val="000075"/>
                </a:solidFill>
                <a:latin typeface="Wallace Sans Light" pitchFamily="2" charset="0"/>
                <a:ea typeface="+mn-ea"/>
                <a:cs typeface="Wallace Sans Light" pitchFamily="2" charset="0"/>
              </a:defRPr>
            </a:lvl1pPr>
            <a:lvl2pPr>
              <a:defRPr sz="2600" b="0" i="0">
                <a:latin typeface="Wallace Sans Light" pitchFamily="2" charset="0"/>
                <a:cs typeface="Wallace Sans Light" pitchFamily="2" charset="0"/>
              </a:defRPr>
            </a:lvl2pPr>
            <a:lvl3pPr>
              <a:defRPr sz="2600" b="0" i="0">
                <a:latin typeface="Wallace Sans Light" pitchFamily="2" charset="0"/>
                <a:cs typeface="Wallace Sans Light" pitchFamily="2" charset="0"/>
              </a:defRPr>
            </a:lvl3pPr>
            <a:lvl4pPr>
              <a:defRPr sz="2600" b="0" i="0">
                <a:latin typeface="Wallace Sans Light" pitchFamily="2" charset="0"/>
                <a:cs typeface="Wallace Sans Light" pitchFamily="2" charset="0"/>
              </a:defRPr>
            </a:lvl4pPr>
            <a:lvl5pPr>
              <a:defRPr sz="2600" b="0" i="0">
                <a:latin typeface="Wallace Sans Light" pitchFamily="2" charset="0"/>
                <a:cs typeface="Wallace Sans Light" pitchFamily="2" charset="0"/>
              </a:defRPr>
            </a:lvl5pPr>
          </a:lstStyle>
          <a:p>
            <a:pPr>
              <a:lnSpc>
                <a:spcPts val="3000"/>
              </a:lnSpc>
            </a:pPr>
            <a:r>
              <a:rPr lang="en-US" sz="2600">
                <a:solidFill>
                  <a:srgbClr val="000075"/>
                </a:solidFill>
                <a:latin typeface="Wallace Sans Light" pitchFamily="2" charset="0"/>
                <a:cs typeface="Wallace Sans Light" pitchFamily="2" charset="0"/>
              </a:rPr>
              <a:t>Image caption in Wallace Sans Light, 26 point size, 2 lines maximum, sentence case</a:t>
            </a:r>
            <a:endParaRPr lang="en-IN" sz="2600">
              <a:solidFill>
                <a:srgbClr val="000075"/>
              </a:solidFill>
              <a:latin typeface="Wallace Sans Light" pitchFamily="2" charset="0"/>
              <a:cs typeface="Wallace Sans Light" pitchFamily="2" charset="0"/>
            </a:endParaRPr>
          </a:p>
        </p:txBody>
      </p:sp>
      <p:sp>
        <p:nvSpPr>
          <p:cNvPr id="23" name="Footer Placeholder 4">
            <a:extLst>
              <a:ext uri="{FF2B5EF4-FFF2-40B4-BE49-F238E27FC236}">
                <a16:creationId xmlns:a16="http://schemas.microsoft.com/office/drawing/2014/main" id="{1BC6F875-7203-330C-8840-43B8967D471D}"/>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25" name="Slide Number Placeholder 3">
            <a:extLst>
              <a:ext uri="{FF2B5EF4-FFF2-40B4-BE49-F238E27FC236}">
                <a16:creationId xmlns:a16="http://schemas.microsoft.com/office/drawing/2014/main" id="{EEF9CA7B-C0DA-6FFA-2043-2646D5D67F2B}"/>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cxnSp>
        <p:nvCxnSpPr>
          <p:cNvPr id="2" name="Straight Connector 1">
            <a:extLst>
              <a:ext uri="{FF2B5EF4-FFF2-40B4-BE49-F238E27FC236}">
                <a16:creationId xmlns:a16="http://schemas.microsoft.com/office/drawing/2014/main" id="{9462F3CE-B74A-2600-B666-1A5E737CD358}"/>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33932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Image (1 column)">
    <p:bg>
      <p:bgPr>
        <a:solidFill>
          <a:schemeClr val="bg1"/>
        </a:solidFill>
        <a:effectLst/>
      </p:bgPr>
    </p:bg>
    <p:spTree>
      <p:nvGrpSpPr>
        <p:cNvPr id="1" name=""/>
        <p:cNvGrpSpPr/>
        <p:nvPr/>
      </p:nvGrpSpPr>
      <p:grpSpPr>
        <a:xfrm>
          <a:off x="0" y="0"/>
          <a:ext cx="0" cy="0"/>
          <a:chOff x="0" y="0"/>
          <a:chExt cx="0" cy="0"/>
        </a:xfrm>
      </p:grpSpPr>
      <p:sp>
        <p:nvSpPr>
          <p:cNvPr id="16" name="Text Placeholder 12">
            <a:extLst>
              <a:ext uri="{FF2B5EF4-FFF2-40B4-BE49-F238E27FC236}">
                <a16:creationId xmlns:a16="http://schemas.microsoft.com/office/drawing/2014/main" id="{703426B7-3F48-8E81-BB9B-669905588FE5}"/>
              </a:ext>
            </a:extLst>
          </p:cNvPr>
          <p:cNvSpPr>
            <a:spLocks noGrp="1"/>
          </p:cNvSpPr>
          <p:nvPr>
            <p:ph type="body" sz="quarter" idx="11" hasCustomPrompt="1"/>
          </p:nvPr>
        </p:nvSpPr>
        <p:spPr>
          <a:xfrm>
            <a:off x="510790" y="451287"/>
            <a:ext cx="4436113"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7" name="Text Placeholder 14">
            <a:extLst>
              <a:ext uri="{FF2B5EF4-FFF2-40B4-BE49-F238E27FC236}">
                <a16:creationId xmlns:a16="http://schemas.microsoft.com/office/drawing/2014/main" id="{AF070469-74AE-6F8E-EDEE-20F5ED783C3B}"/>
              </a:ext>
            </a:extLst>
          </p:cNvPr>
          <p:cNvSpPr>
            <a:spLocks noGrp="1"/>
          </p:cNvSpPr>
          <p:nvPr>
            <p:ph type="body" sz="quarter" idx="12" hasCustomPrompt="1"/>
          </p:nvPr>
        </p:nvSpPr>
        <p:spPr>
          <a:xfrm>
            <a:off x="510791" y="1904402"/>
            <a:ext cx="4436113"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8" name="Text Placeholder 16">
            <a:extLst>
              <a:ext uri="{FF2B5EF4-FFF2-40B4-BE49-F238E27FC236}">
                <a16:creationId xmlns:a16="http://schemas.microsoft.com/office/drawing/2014/main" id="{4FBD8689-B6B6-E8C4-38FF-3A6B6A1F7D1A}"/>
              </a:ext>
            </a:extLst>
          </p:cNvPr>
          <p:cNvSpPr>
            <a:spLocks noGrp="1"/>
          </p:cNvSpPr>
          <p:nvPr>
            <p:ph type="body" sz="quarter" idx="13" hasCustomPrompt="1"/>
          </p:nvPr>
        </p:nvSpPr>
        <p:spPr>
          <a:xfrm>
            <a:off x="510790" y="2275948"/>
            <a:ext cx="4436113" cy="3776472"/>
          </a:xfrm>
        </p:spPr>
        <p:txBody>
          <a:bodyPr wrap="square">
            <a:no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19" name="Footer Placeholder 4">
            <a:extLst>
              <a:ext uri="{FF2B5EF4-FFF2-40B4-BE49-F238E27FC236}">
                <a16:creationId xmlns:a16="http://schemas.microsoft.com/office/drawing/2014/main" id="{2E393282-9D11-4724-B1A3-5087F22CB189}"/>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21" name="Slide Number Placeholder 3">
            <a:extLst>
              <a:ext uri="{FF2B5EF4-FFF2-40B4-BE49-F238E27FC236}">
                <a16:creationId xmlns:a16="http://schemas.microsoft.com/office/drawing/2014/main" id="{07CAF766-5323-97CB-CAE7-9E82CE5B993B}"/>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1" name="Picture Placeholder 30">
            <a:extLst>
              <a:ext uri="{FF2B5EF4-FFF2-40B4-BE49-F238E27FC236}">
                <a16:creationId xmlns:a16="http://schemas.microsoft.com/office/drawing/2014/main" id="{14B8C2F5-4386-582B-CEF7-F83088290AB5}"/>
              </a:ext>
            </a:extLst>
          </p:cNvPr>
          <p:cNvSpPr>
            <a:spLocks noGrp="1"/>
          </p:cNvSpPr>
          <p:nvPr>
            <p:ph type="pic" sz="quarter" idx="14"/>
          </p:nvPr>
        </p:nvSpPr>
        <p:spPr>
          <a:xfrm>
            <a:off x="5280137" y="508666"/>
            <a:ext cx="6391656" cy="5522976"/>
          </a:xfrm>
          <a:custGeom>
            <a:avLst/>
            <a:gdLst>
              <a:gd name="connsiteX0" fmla="*/ 0 w 6391656"/>
              <a:gd name="connsiteY0" fmla="*/ 0 h 5522976"/>
              <a:gd name="connsiteX1" fmla="*/ 83397 w 6391656"/>
              <a:gd name="connsiteY1" fmla="*/ 0 h 5522976"/>
              <a:gd name="connsiteX2" fmla="*/ 957943 w 6391656"/>
              <a:gd name="connsiteY2" fmla="*/ 0 h 5522976"/>
              <a:gd name="connsiteX3" fmla="*/ 6308259 w 6391656"/>
              <a:gd name="connsiteY3" fmla="*/ 0 h 5522976"/>
              <a:gd name="connsiteX4" fmla="*/ 6391656 w 6391656"/>
              <a:gd name="connsiteY4" fmla="*/ 83397 h 5522976"/>
              <a:gd name="connsiteX5" fmla="*/ 6391656 w 6391656"/>
              <a:gd name="connsiteY5" fmla="*/ 5439579 h 5522976"/>
              <a:gd name="connsiteX6" fmla="*/ 6308259 w 6391656"/>
              <a:gd name="connsiteY6" fmla="*/ 5522976 h 5522976"/>
              <a:gd name="connsiteX7" fmla="*/ 83397 w 6391656"/>
              <a:gd name="connsiteY7" fmla="*/ 5522976 h 5522976"/>
              <a:gd name="connsiteX8" fmla="*/ 0 w 6391656"/>
              <a:gd name="connsiteY8" fmla="*/ 5439579 h 5522976"/>
              <a:gd name="connsiteX9" fmla="*/ 0 w 6391656"/>
              <a:gd name="connsiteY9" fmla="*/ 642257 h 5522976"/>
              <a:gd name="connsiteX10" fmla="*/ 0 w 6391656"/>
              <a:gd name="connsiteY10" fmla="*/ 83397 h 552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6" h="5522976">
                <a:moveTo>
                  <a:pt x="0" y="0"/>
                </a:moveTo>
                <a:lnTo>
                  <a:pt x="83397" y="0"/>
                </a:lnTo>
                <a:lnTo>
                  <a:pt x="957943" y="0"/>
                </a:lnTo>
                <a:lnTo>
                  <a:pt x="6308259" y="0"/>
                </a:lnTo>
                <a:cubicBezTo>
                  <a:pt x="6354318" y="0"/>
                  <a:pt x="6391656" y="37338"/>
                  <a:pt x="6391656" y="83397"/>
                </a:cubicBezTo>
                <a:lnTo>
                  <a:pt x="6391656" y="5439579"/>
                </a:lnTo>
                <a:cubicBezTo>
                  <a:pt x="6391656" y="5485638"/>
                  <a:pt x="6354318" y="5522976"/>
                  <a:pt x="6308259" y="5522976"/>
                </a:cubicBezTo>
                <a:lnTo>
                  <a:pt x="83397" y="5522976"/>
                </a:lnTo>
                <a:cubicBezTo>
                  <a:pt x="37338" y="5522976"/>
                  <a:pt x="0" y="5485638"/>
                  <a:pt x="0" y="5439579"/>
                </a:cubicBezTo>
                <a:lnTo>
                  <a:pt x="0" y="642257"/>
                </a:lnTo>
                <a:lnTo>
                  <a:pt x="0" y="83397"/>
                </a:lnTo>
                <a:close/>
              </a:path>
            </a:pathLst>
          </a:custGeom>
          <a:solidFill>
            <a:schemeClr val="bg1">
              <a:lumMod val="95000"/>
            </a:schemeClr>
          </a:solidFill>
        </p:spPr>
        <p:txBody>
          <a:bodyPr wrap="square">
            <a:noAutofit/>
          </a:bodyPr>
          <a:lstStyle/>
          <a:p>
            <a:r>
              <a:rPr lang="en-US"/>
              <a:t>Click icon to add picture</a:t>
            </a:r>
          </a:p>
        </p:txBody>
      </p:sp>
      <p:cxnSp>
        <p:nvCxnSpPr>
          <p:cNvPr id="2" name="Straight Connector 1">
            <a:extLst>
              <a:ext uri="{FF2B5EF4-FFF2-40B4-BE49-F238E27FC236}">
                <a16:creationId xmlns:a16="http://schemas.microsoft.com/office/drawing/2014/main" id="{76764696-8231-C8DA-8F66-E11B1C1774BA}"/>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8924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 Image ( 1 column, 2 rows)">
    <p:bg>
      <p:bgPr>
        <a:solidFill>
          <a:schemeClr val="bg1"/>
        </a:solidFill>
        <a:effectLst/>
      </p:bgPr>
    </p:bg>
    <p:spTree>
      <p:nvGrpSpPr>
        <p:cNvPr id="1" name=""/>
        <p:cNvGrpSpPr/>
        <p:nvPr/>
      </p:nvGrpSpPr>
      <p:grpSpPr>
        <a:xfrm>
          <a:off x="0" y="0"/>
          <a:ext cx="0" cy="0"/>
          <a:chOff x="0" y="0"/>
          <a:chExt cx="0" cy="0"/>
        </a:xfrm>
      </p:grpSpPr>
      <p:sp>
        <p:nvSpPr>
          <p:cNvPr id="16" name="Text Placeholder 12">
            <a:extLst>
              <a:ext uri="{FF2B5EF4-FFF2-40B4-BE49-F238E27FC236}">
                <a16:creationId xmlns:a16="http://schemas.microsoft.com/office/drawing/2014/main" id="{703426B7-3F48-8E81-BB9B-669905588FE5}"/>
              </a:ext>
            </a:extLst>
          </p:cNvPr>
          <p:cNvSpPr>
            <a:spLocks noGrp="1"/>
          </p:cNvSpPr>
          <p:nvPr>
            <p:ph type="body" sz="quarter" idx="11" hasCustomPrompt="1"/>
          </p:nvPr>
        </p:nvSpPr>
        <p:spPr>
          <a:xfrm>
            <a:off x="510790" y="451287"/>
            <a:ext cx="4436113"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7" name="Text Placeholder 14">
            <a:extLst>
              <a:ext uri="{FF2B5EF4-FFF2-40B4-BE49-F238E27FC236}">
                <a16:creationId xmlns:a16="http://schemas.microsoft.com/office/drawing/2014/main" id="{AF070469-74AE-6F8E-EDEE-20F5ED783C3B}"/>
              </a:ext>
            </a:extLst>
          </p:cNvPr>
          <p:cNvSpPr>
            <a:spLocks noGrp="1"/>
          </p:cNvSpPr>
          <p:nvPr>
            <p:ph type="body" sz="quarter" idx="12" hasCustomPrompt="1"/>
          </p:nvPr>
        </p:nvSpPr>
        <p:spPr>
          <a:xfrm>
            <a:off x="510791" y="1904402"/>
            <a:ext cx="4436113"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8" name="Text Placeholder 16">
            <a:extLst>
              <a:ext uri="{FF2B5EF4-FFF2-40B4-BE49-F238E27FC236}">
                <a16:creationId xmlns:a16="http://schemas.microsoft.com/office/drawing/2014/main" id="{4FBD8689-B6B6-E8C4-38FF-3A6B6A1F7D1A}"/>
              </a:ext>
            </a:extLst>
          </p:cNvPr>
          <p:cNvSpPr>
            <a:spLocks noGrp="1"/>
          </p:cNvSpPr>
          <p:nvPr>
            <p:ph type="body" sz="quarter" idx="13" hasCustomPrompt="1"/>
          </p:nvPr>
        </p:nvSpPr>
        <p:spPr>
          <a:xfrm>
            <a:off x="510790" y="2275948"/>
            <a:ext cx="4436113" cy="1000274"/>
          </a:xfrm>
        </p:spPr>
        <p:txBody>
          <a:bodyPr wrap="square">
            <a:sp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p:txBody>
      </p:sp>
      <p:sp>
        <p:nvSpPr>
          <p:cNvPr id="19" name="Footer Placeholder 4">
            <a:extLst>
              <a:ext uri="{FF2B5EF4-FFF2-40B4-BE49-F238E27FC236}">
                <a16:creationId xmlns:a16="http://schemas.microsoft.com/office/drawing/2014/main" id="{2E393282-9D11-4724-B1A3-5087F22CB189}"/>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21" name="Slide Number Placeholder 3">
            <a:extLst>
              <a:ext uri="{FF2B5EF4-FFF2-40B4-BE49-F238E27FC236}">
                <a16:creationId xmlns:a16="http://schemas.microsoft.com/office/drawing/2014/main" id="{07CAF766-5323-97CB-CAE7-9E82CE5B993B}"/>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1" name="Picture Placeholder 30">
            <a:extLst>
              <a:ext uri="{FF2B5EF4-FFF2-40B4-BE49-F238E27FC236}">
                <a16:creationId xmlns:a16="http://schemas.microsoft.com/office/drawing/2014/main" id="{14B8C2F5-4386-582B-CEF7-F83088290AB5}"/>
              </a:ext>
            </a:extLst>
          </p:cNvPr>
          <p:cNvSpPr>
            <a:spLocks noGrp="1"/>
          </p:cNvSpPr>
          <p:nvPr>
            <p:ph type="pic" sz="quarter" idx="14"/>
          </p:nvPr>
        </p:nvSpPr>
        <p:spPr>
          <a:xfrm>
            <a:off x="5280137" y="508666"/>
            <a:ext cx="6391656" cy="5522976"/>
          </a:xfrm>
          <a:custGeom>
            <a:avLst/>
            <a:gdLst>
              <a:gd name="connsiteX0" fmla="*/ 0 w 6391656"/>
              <a:gd name="connsiteY0" fmla="*/ 0 h 5522976"/>
              <a:gd name="connsiteX1" fmla="*/ 83397 w 6391656"/>
              <a:gd name="connsiteY1" fmla="*/ 0 h 5522976"/>
              <a:gd name="connsiteX2" fmla="*/ 957943 w 6391656"/>
              <a:gd name="connsiteY2" fmla="*/ 0 h 5522976"/>
              <a:gd name="connsiteX3" fmla="*/ 6308259 w 6391656"/>
              <a:gd name="connsiteY3" fmla="*/ 0 h 5522976"/>
              <a:gd name="connsiteX4" fmla="*/ 6391656 w 6391656"/>
              <a:gd name="connsiteY4" fmla="*/ 83397 h 5522976"/>
              <a:gd name="connsiteX5" fmla="*/ 6391656 w 6391656"/>
              <a:gd name="connsiteY5" fmla="*/ 5439579 h 5522976"/>
              <a:gd name="connsiteX6" fmla="*/ 6308259 w 6391656"/>
              <a:gd name="connsiteY6" fmla="*/ 5522976 h 5522976"/>
              <a:gd name="connsiteX7" fmla="*/ 83397 w 6391656"/>
              <a:gd name="connsiteY7" fmla="*/ 5522976 h 5522976"/>
              <a:gd name="connsiteX8" fmla="*/ 0 w 6391656"/>
              <a:gd name="connsiteY8" fmla="*/ 5439579 h 5522976"/>
              <a:gd name="connsiteX9" fmla="*/ 0 w 6391656"/>
              <a:gd name="connsiteY9" fmla="*/ 642257 h 5522976"/>
              <a:gd name="connsiteX10" fmla="*/ 0 w 6391656"/>
              <a:gd name="connsiteY10" fmla="*/ 83397 h 552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6" h="5522976">
                <a:moveTo>
                  <a:pt x="0" y="0"/>
                </a:moveTo>
                <a:lnTo>
                  <a:pt x="83397" y="0"/>
                </a:lnTo>
                <a:lnTo>
                  <a:pt x="957943" y="0"/>
                </a:lnTo>
                <a:lnTo>
                  <a:pt x="6308259" y="0"/>
                </a:lnTo>
                <a:cubicBezTo>
                  <a:pt x="6354318" y="0"/>
                  <a:pt x="6391656" y="37338"/>
                  <a:pt x="6391656" y="83397"/>
                </a:cubicBezTo>
                <a:lnTo>
                  <a:pt x="6391656" y="5439579"/>
                </a:lnTo>
                <a:cubicBezTo>
                  <a:pt x="6391656" y="5485638"/>
                  <a:pt x="6354318" y="5522976"/>
                  <a:pt x="6308259" y="5522976"/>
                </a:cubicBezTo>
                <a:lnTo>
                  <a:pt x="83397" y="5522976"/>
                </a:lnTo>
                <a:cubicBezTo>
                  <a:pt x="37338" y="5522976"/>
                  <a:pt x="0" y="5485638"/>
                  <a:pt x="0" y="5439579"/>
                </a:cubicBezTo>
                <a:lnTo>
                  <a:pt x="0" y="642257"/>
                </a:lnTo>
                <a:lnTo>
                  <a:pt x="0" y="83397"/>
                </a:lnTo>
                <a:close/>
              </a:path>
            </a:pathLst>
          </a:custGeom>
          <a:solidFill>
            <a:schemeClr val="bg1">
              <a:lumMod val="95000"/>
            </a:schemeClr>
          </a:solidFill>
        </p:spPr>
        <p:txBody>
          <a:bodyPr wrap="square">
            <a:noAutofit/>
          </a:bodyPr>
          <a:lstStyle/>
          <a:p>
            <a:r>
              <a:rPr lang="en-US"/>
              <a:t>Click icon to add picture</a:t>
            </a:r>
          </a:p>
        </p:txBody>
      </p:sp>
      <p:sp>
        <p:nvSpPr>
          <p:cNvPr id="4" name="Text Placeholder 14">
            <a:extLst>
              <a:ext uri="{FF2B5EF4-FFF2-40B4-BE49-F238E27FC236}">
                <a16:creationId xmlns:a16="http://schemas.microsoft.com/office/drawing/2014/main" id="{45D1D264-B1D5-92DD-A2B3-430CFF04D029}"/>
              </a:ext>
            </a:extLst>
          </p:cNvPr>
          <p:cNvSpPr>
            <a:spLocks noGrp="1"/>
          </p:cNvSpPr>
          <p:nvPr>
            <p:ph type="body" sz="quarter" idx="15" hasCustomPrompt="1"/>
          </p:nvPr>
        </p:nvSpPr>
        <p:spPr>
          <a:xfrm>
            <a:off x="510791" y="3626020"/>
            <a:ext cx="4436113"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5" name="Text Placeholder 16">
            <a:extLst>
              <a:ext uri="{FF2B5EF4-FFF2-40B4-BE49-F238E27FC236}">
                <a16:creationId xmlns:a16="http://schemas.microsoft.com/office/drawing/2014/main" id="{1F2BB8FE-2917-F51C-6DEE-60F9DD679B5A}"/>
              </a:ext>
            </a:extLst>
          </p:cNvPr>
          <p:cNvSpPr>
            <a:spLocks noGrp="1"/>
          </p:cNvSpPr>
          <p:nvPr>
            <p:ph type="body" sz="quarter" idx="16" hasCustomPrompt="1"/>
          </p:nvPr>
        </p:nvSpPr>
        <p:spPr>
          <a:xfrm>
            <a:off x="510790" y="3997566"/>
            <a:ext cx="4436113" cy="1646605"/>
          </a:xfrm>
        </p:spPr>
        <p:txBody>
          <a:bodyPr wrap="square">
            <a:spAutoFit/>
          </a:body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cxnSp>
        <p:nvCxnSpPr>
          <p:cNvPr id="2" name="Straight Connector 1">
            <a:extLst>
              <a:ext uri="{FF2B5EF4-FFF2-40B4-BE49-F238E27FC236}">
                <a16:creationId xmlns:a16="http://schemas.microsoft.com/office/drawing/2014/main" id="{C1F0F322-2199-11C3-778B-BE6A0E864AC7}"/>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72171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Image ( 1 column, 3 rows)">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70D659A-4242-5312-0B69-AD62A71CF20D}"/>
              </a:ext>
            </a:extLst>
          </p:cNvPr>
          <p:cNvSpPr>
            <a:spLocks noGrp="1"/>
          </p:cNvSpPr>
          <p:nvPr>
            <p:ph type="pic" sz="quarter" idx="10"/>
          </p:nvPr>
        </p:nvSpPr>
        <p:spPr>
          <a:xfrm>
            <a:off x="6231112" y="508667"/>
            <a:ext cx="5440680" cy="5522975"/>
          </a:xfrm>
          <a:custGeom>
            <a:avLst/>
            <a:gdLst>
              <a:gd name="connsiteX0" fmla="*/ 0 w 5440680"/>
              <a:gd name="connsiteY0" fmla="*/ 0 h 5522975"/>
              <a:gd name="connsiteX1" fmla="*/ 90206 w 5440680"/>
              <a:gd name="connsiteY1" fmla="*/ 0 h 5522975"/>
              <a:gd name="connsiteX2" fmla="*/ 424543 w 5440680"/>
              <a:gd name="connsiteY2" fmla="*/ 0 h 5522975"/>
              <a:gd name="connsiteX3" fmla="*/ 5350475 w 5440680"/>
              <a:gd name="connsiteY3" fmla="*/ 0 h 5522975"/>
              <a:gd name="connsiteX4" fmla="*/ 5433592 w 5440680"/>
              <a:gd name="connsiteY4" fmla="*/ 55094 h 5522975"/>
              <a:gd name="connsiteX5" fmla="*/ 5440680 w 5440680"/>
              <a:gd name="connsiteY5" fmla="*/ 90201 h 5522975"/>
              <a:gd name="connsiteX6" fmla="*/ 5440680 w 5440680"/>
              <a:gd name="connsiteY6" fmla="*/ 5432775 h 5522975"/>
              <a:gd name="connsiteX7" fmla="*/ 5433592 w 5440680"/>
              <a:gd name="connsiteY7" fmla="*/ 5467882 h 5522975"/>
              <a:gd name="connsiteX8" fmla="*/ 5385587 w 5440680"/>
              <a:gd name="connsiteY8" fmla="*/ 5515887 h 5522975"/>
              <a:gd name="connsiteX9" fmla="*/ 5350480 w 5440680"/>
              <a:gd name="connsiteY9" fmla="*/ 5522975 h 5522975"/>
              <a:gd name="connsiteX10" fmla="*/ 90201 w 5440680"/>
              <a:gd name="connsiteY10" fmla="*/ 5522975 h 5522975"/>
              <a:gd name="connsiteX11" fmla="*/ 55094 w 5440680"/>
              <a:gd name="connsiteY11" fmla="*/ 5515887 h 5522975"/>
              <a:gd name="connsiteX12" fmla="*/ 0 w 5440680"/>
              <a:gd name="connsiteY12" fmla="*/ 5432770 h 5522975"/>
              <a:gd name="connsiteX13" fmla="*/ 0 w 5440680"/>
              <a:gd name="connsiteY13" fmla="*/ 326571 h 5522975"/>
              <a:gd name="connsiteX14" fmla="*/ 0 w 5440680"/>
              <a:gd name="connsiteY14" fmla="*/ 90206 h 552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40680" h="5522975">
                <a:moveTo>
                  <a:pt x="0" y="0"/>
                </a:moveTo>
                <a:lnTo>
                  <a:pt x="90206" y="0"/>
                </a:lnTo>
                <a:lnTo>
                  <a:pt x="424543" y="0"/>
                </a:lnTo>
                <a:lnTo>
                  <a:pt x="5350475" y="0"/>
                </a:lnTo>
                <a:cubicBezTo>
                  <a:pt x="5387839" y="0"/>
                  <a:pt x="5419898" y="22718"/>
                  <a:pt x="5433592" y="55094"/>
                </a:cubicBezTo>
                <a:lnTo>
                  <a:pt x="5440680" y="90201"/>
                </a:lnTo>
                <a:lnTo>
                  <a:pt x="5440680" y="5432775"/>
                </a:lnTo>
                <a:lnTo>
                  <a:pt x="5433592" y="5467882"/>
                </a:lnTo>
                <a:cubicBezTo>
                  <a:pt x="5424463" y="5489466"/>
                  <a:pt x="5407171" y="5506758"/>
                  <a:pt x="5385587" y="5515887"/>
                </a:cubicBezTo>
                <a:lnTo>
                  <a:pt x="5350480" y="5522975"/>
                </a:lnTo>
                <a:lnTo>
                  <a:pt x="90201" y="5522975"/>
                </a:lnTo>
                <a:lnTo>
                  <a:pt x="55094" y="5515887"/>
                </a:lnTo>
                <a:cubicBezTo>
                  <a:pt x="22718" y="5502193"/>
                  <a:pt x="0" y="5470135"/>
                  <a:pt x="0" y="5432770"/>
                </a:cubicBezTo>
                <a:lnTo>
                  <a:pt x="0" y="326571"/>
                </a:lnTo>
                <a:lnTo>
                  <a:pt x="0" y="90206"/>
                </a:lnTo>
                <a:close/>
              </a:path>
            </a:pathLst>
          </a:custGeom>
          <a:solidFill>
            <a:schemeClr val="bg1">
              <a:lumMod val="95000"/>
            </a:schemeClr>
          </a:solidFill>
        </p:spPr>
        <p:txBody>
          <a:bodyPr wrap="square">
            <a:noAutofit/>
          </a:bodyPr>
          <a:lstStyle/>
          <a:p>
            <a:r>
              <a:rPr lang="en-US"/>
              <a:t>Click icon to add picture</a:t>
            </a:r>
          </a:p>
        </p:txBody>
      </p:sp>
      <p:sp>
        <p:nvSpPr>
          <p:cNvPr id="4" name="Footer Placeholder 4">
            <a:extLst>
              <a:ext uri="{FF2B5EF4-FFF2-40B4-BE49-F238E27FC236}">
                <a16:creationId xmlns:a16="http://schemas.microsoft.com/office/drawing/2014/main" id="{B79BE96B-F1CE-8952-EDBD-2A807D422A3B}"/>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2FB53BA5-9688-295F-A0EE-AB3D03D627CD}"/>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7" name="Text Placeholder 14">
            <a:extLst>
              <a:ext uri="{FF2B5EF4-FFF2-40B4-BE49-F238E27FC236}">
                <a16:creationId xmlns:a16="http://schemas.microsoft.com/office/drawing/2014/main" id="{35E7A82C-702C-75C5-0F16-9D4F6C44AF5E}"/>
              </a:ext>
            </a:extLst>
          </p:cNvPr>
          <p:cNvSpPr>
            <a:spLocks noGrp="1"/>
          </p:cNvSpPr>
          <p:nvPr>
            <p:ph type="body" sz="quarter" idx="13" hasCustomPrompt="1"/>
          </p:nvPr>
        </p:nvSpPr>
        <p:spPr>
          <a:xfrm>
            <a:off x="510790" y="471288"/>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6">
            <a:extLst>
              <a:ext uri="{FF2B5EF4-FFF2-40B4-BE49-F238E27FC236}">
                <a16:creationId xmlns:a16="http://schemas.microsoft.com/office/drawing/2014/main" id="{E52AB7A8-F334-1A41-6B98-DEAFF30FF581}"/>
              </a:ext>
            </a:extLst>
          </p:cNvPr>
          <p:cNvSpPr>
            <a:spLocks noGrp="1"/>
          </p:cNvSpPr>
          <p:nvPr>
            <p:ph type="body" sz="quarter" idx="14" hasCustomPrompt="1"/>
          </p:nvPr>
        </p:nvSpPr>
        <p:spPr>
          <a:xfrm>
            <a:off x="510790" y="830297"/>
            <a:ext cx="5422392" cy="73096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a:t>
            </a:r>
          </a:p>
        </p:txBody>
      </p:sp>
      <p:sp>
        <p:nvSpPr>
          <p:cNvPr id="18" name="Text Placeholder 14">
            <a:extLst>
              <a:ext uri="{FF2B5EF4-FFF2-40B4-BE49-F238E27FC236}">
                <a16:creationId xmlns:a16="http://schemas.microsoft.com/office/drawing/2014/main" id="{2EFB90CD-39DC-4BED-5E95-F53DD781D103}"/>
              </a:ext>
            </a:extLst>
          </p:cNvPr>
          <p:cNvSpPr>
            <a:spLocks noGrp="1"/>
          </p:cNvSpPr>
          <p:nvPr>
            <p:ph type="body" sz="quarter" idx="15" hasCustomPrompt="1"/>
          </p:nvPr>
        </p:nvSpPr>
        <p:spPr>
          <a:xfrm>
            <a:off x="510790" y="2026969"/>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9" name="Text Placeholder 16">
            <a:extLst>
              <a:ext uri="{FF2B5EF4-FFF2-40B4-BE49-F238E27FC236}">
                <a16:creationId xmlns:a16="http://schemas.microsoft.com/office/drawing/2014/main" id="{E24C186E-1AAF-F75B-5428-1A6B3DF83726}"/>
              </a:ext>
            </a:extLst>
          </p:cNvPr>
          <p:cNvSpPr>
            <a:spLocks noGrp="1"/>
          </p:cNvSpPr>
          <p:nvPr>
            <p:ph type="body" sz="quarter" idx="16" hasCustomPrompt="1"/>
          </p:nvPr>
        </p:nvSpPr>
        <p:spPr>
          <a:xfrm>
            <a:off x="510790" y="2385978"/>
            <a:ext cx="5422392" cy="73096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a:t>
            </a:r>
          </a:p>
        </p:txBody>
      </p:sp>
      <p:sp>
        <p:nvSpPr>
          <p:cNvPr id="20" name="Text Placeholder 14">
            <a:extLst>
              <a:ext uri="{FF2B5EF4-FFF2-40B4-BE49-F238E27FC236}">
                <a16:creationId xmlns:a16="http://schemas.microsoft.com/office/drawing/2014/main" id="{0F1DAF77-A08E-A05D-EECF-95EDD6E575CC}"/>
              </a:ext>
            </a:extLst>
          </p:cNvPr>
          <p:cNvSpPr>
            <a:spLocks noGrp="1"/>
          </p:cNvSpPr>
          <p:nvPr>
            <p:ph type="body" sz="quarter" idx="17" hasCustomPrompt="1"/>
          </p:nvPr>
        </p:nvSpPr>
        <p:spPr>
          <a:xfrm>
            <a:off x="510790" y="360498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21" name="Text Placeholder 16">
            <a:extLst>
              <a:ext uri="{FF2B5EF4-FFF2-40B4-BE49-F238E27FC236}">
                <a16:creationId xmlns:a16="http://schemas.microsoft.com/office/drawing/2014/main" id="{29A20F68-1ED3-87BB-6D4F-713C8AC9AA39}"/>
              </a:ext>
            </a:extLst>
          </p:cNvPr>
          <p:cNvSpPr>
            <a:spLocks noGrp="1"/>
          </p:cNvSpPr>
          <p:nvPr>
            <p:ph type="body" sz="quarter" idx="18" hasCustomPrompt="1"/>
          </p:nvPr>
        </p:nvSpPr>
        <p:spPr>
          <a:xfrm>
            <a:off x="510790" y="3963989"/>
            <a:ext cx="5422392" cy="73096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a:t>
            </a:r>
          </a:p>
        </p:txBody>
      </p:sp>
      <p:cxnSp>
        <p:nvCxnSpPr>
          <p:cNvPr id="3" name="Straight Connector 2">
            <a:extLst>
              <a:ext uri="{FF2B5EF4-FFF2-40B4-BE49-F238E27FC236}">
                <a16:creationId xmlns:a16="http://schemas.microsoft.com/office/drawing/2014/main" id="{5C6FE177-5CF4-75A7-D6A2-557AF8ADCA1E}"/>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4295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ption + Image ( 2 cells)">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E2180CA1-0A17-F18D-6B99-415DB00C70D3}"/>
              </a:ext>
            </a:extLst>
          </p:cNvPr>
          <p:cNvSpPr>
            <a:spLocks noGrp="1"/>
          </p:cNvSpPr>
          <p:nvPr>
            <p:ph type="pic" sz="quarter" idx="13"/>
          </p:nvPr>
        </p:nvSpPr>
        <p:spPr>
          <a:xfrm>
            <a:off x="517490" y="1933574"/>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5" name="Text Placeholder 24">
            <a:extLst>
              <a:ext uri="{FF2B5EF4-FFF2-40B4-BE49-F238E27FC236}">
                <a16:creationId xmlns:a16="http://schemas.microsoft.com/office/drawing/2014/main" id="{7FB0613D-B8F9-E282-68E9-008B6A0FB12F}"/>
              </a:ext>
            </a:extLst>
          </p:cNvPr>
          <p:cNvSpPr>
            <a:spLocks noGrp="1"/>
          </p:cNvSpPr>
          <p:nvPr>
            <p:ph type="body" sz="quarter" idx="14" hasCustomPrompt="1"/>
          </p:nvPr>
        </p:nvSpPr>
        <p:spPr>
          <a:xfrm>
            <a:off x="517490" y="5475957"/>
            <a:ext cx="5388252" cy="578991"/>
          </a:xfrm>
          <a:custGeom>
            <a:avLst/>
            <a:gdLst>
              <a:gd name="connsiteX0" fmla="*/ 0 w 5388252"/>
              <a:gd name="connsiteY0" fmla="*/ 0 h 578991"/>
              <a:gd name="connsiteX1" fmla="*/ 5388252 w 5388252"/>
              <a:gd name="connsiteY1" fmla="*/ 0 h 578991"/>
              <a:gd name="connsiteX2" fmla="*/ 5388252 w 5388252"/>
              <a:gd name="connsiteY2" fmla="*/ 506347 h 578991"/>
              <a:gd name="connsiteX3" fmla="*/ 5376824 w 5388252"/>
              <a:gd name="connsiteY3" fmla="*/ 543856 h 578991"/>
              <a:gd name="connsiteX4" fmla="*/ 5338763 w 5388252"/>
              <a:gd name="connsiteY4" fmla="*/ 575318 h 578991"/>
              <a:gd name="connsiteX5" fmla="*/ 5320657 w 5388252"/>
              <a:gd name="connsiteY5" fmla="*/ 578991 h 578991"/>
              <a:gd name="connsiteX6" fmla="*/ 67597 w 5388252"/>
              <a:gd name="connsiteY6" fmla="*/ 578991 h 578991"/>
              <a:gd name="connsiteX7" fmla="*/ 49490 w 5388252"/>
              <a:gd name="connsiteY7" fmla="*/ 575318 h 578991"/>
              <a:gd name="connsiteX8" fmla="*/ 3449 w 5388252"/>
              <a:gd name="connsiteY8" fmla="*/ 529111 h 578991"/>
              <a:gd name="connsiteX9" fmla="*/ 0 w 5388252"/>
              <a:gd name="connsiteY9" fmla="*/ 511990 h 57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8252" h="578991">
                <a:moveTo>
                  <a:pt x="0" y="0"/>
                </a:moveTo>
                <a:lnTo>
                  <a:pt x="5388252" y="0"/>
                </a:lnTo>
                <a:lnTo>
                  <a:pt x="5388252" y="506347"/>
                </a:lnTo>
                <a:lnTo>
                  <a:pt x="5376824" y="543856"/>
                </a:lnTo>
                <a:cubicBezTo>
                  <a:pt x="5367493" y="557712"/>
                  <a:pt x="5354283" y="568725"/>
                  <a:pt x="5338763" y="575318"/>
                </a:cubicBezTo>
                <a:lnTo>
                  <a:pt x="5320657" y="578991"/>
                </a:lnTo>
                <a:lnTo>
                  <a:pt x="67597" y="578991"/>
                </a:lnTo>
                <a:lnTo>
                  <a:pt x="49490" y="575318"/>
                </a:lnTo>
                <a:cubicBezTo>
                  <a:pt x="28797" y="566527"/>
                  <a:pt x="12209" y="549879"/>
                  <a:pt x="3449" y="529111"/>
                </a:cubicBezTo>
                <a:lnTo>
                  <a:pt x="0" y="511990"/>
                </a:lnTo>
                <a:close/>
              </a:path>
            </a:pathLst>
          </a:custGeom>
          <a:solidFill>
            <a:schemeClr val="accent1"/>
          </a:solidFill>
        </p:spPr>
        <p:txBody>
          <a:bodyPr wrap="square" anchor="ctr">
            <a:noAutofit/>
          </a:bodyPr>
          <a:lstStyle>
            <a:lvl1pPr marL="265113"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26" name="Picture Placeholder 25">
            <a:extLst>
              <a:ext uri="{FF2B5EF4-FFF2-40B4-BE49-F238E27FC236}">
                <a16:creationId xmlns:a16="http://schemas.microsoft.com/office/drawing/2014/main" id="{8A9CF70C-CD58-7985-1E31-86DBC9EC344D}"/>
              </a:ext>
            </a:extLst>
          </p:cNvPr>
          <p:cNvSpPr>
            <a:spLocks noGrp="1"/>
          </p:cNvSpPr>
          <p:nvPr>
            <p:ph type="pic" sz="quarter" idx="15"/>
          </p:nvPr>
        </p:nvSpPr>
        <p:spPr>
          <a:xfrm>
            <a:off x="6281103" y="1933574"/>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27" name="Text Placeholder 26">
            <a:extLst>
              <a:ext uri="{FF2B5EF4-FFF2-40B4-BE49-F238E27FC236}">
                <a16:creationId xmlns:a16="http://schemas.microsoft.com/office/drawing/2014/main" id="{2ABF7995-EEF9-5368-2E26-4F3265B9A063}"/>
              </a:ext>
            </a:extLst>
          </p:cNvPr>
          <p:cNvSpPr>
            <a:spLocks noGrp="1"/>
          </p:cNvSpPr>
          <p:nvPr>
            <p:ph type="body" sz="quarter" idx="16" hasCustomPrompt="1"/>
          </p:nvPr>
        </p:nvSpPr>
        <p:spPr>
          <a:xfrm>
            <a:off x="6287811" y="5475957"/>
            <a:ext cx="5388252" cy="578991"/>
          </a:xfrm>
          <a:custGeom>
            <a:avLst/>
            <a:gdLst>
              <a:gd name="connsiteX0" fmla="*/ 0 w 5388252"/>
              <a:gd name="connsiteY0" fmla="*/ 0 h 578991"/>
              <a:gd name="connsiteX1" fmla="*/ 5388252 w 5388252"/>
              <a:gd name="connsiteY1" fmla="*/ 0 h 578991"/>
              <a:gd name="connsiteX2" fmla="*/ 5388252 w 5388252"/>
              <a:gd name="connsiteY2" fmla="*/ 506347 h 578991"/>
              <a:gd name="connsiteX3" fmla="*/ 5376824 w 5388252"/>
              <a:gd name="connsiteY3" fmla="*/ 543856 h 578991"/>
              <a:gd name="connsiteX4" fmla="*/ 5338763 w 5388252"/>
              <a:gd name="connsiteY4" fmla="*/ 575318 h 578991"/>
              <a:gd name="connsiteX5" fmla="*/ 5320657 w 5388252"/>
              <a:gd name="connsiteY5" fmla="*/ 578991 h 578991"/>
              <a:gd name="connsiteX6" fmla="*/ 67597 w 5388252"/>
              <a:gd name="connsiteY6" fmla="*/ 578991 h 578991"/>
              <a:gd name="connsiteX7" fmla="*/ 49490 w 5388252"/>
              <a:gd name="connsiteY7" fmla="*/ 575318 h 578991"/>
              <a:gd name="connsiteX8" fmla="*/ 3449 w 5388252"/>
              <a:gd name="connsiteY8" fmla="*/ 529111 h 578991"/>
              <a:gd name="connsiteX9" fmla="*/ 0 w 5388252"/>
              <a:gd name="connsiteY9" fmla="*/ 511990 h 57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8252" h="578991">
                <a:moveTo>
                  <a:pt x="0" y="0"/>
                </a:moveTo>
                <a:lnTo>
                  <a:pt x="5388252" y="0"/>
                </a:lnTo>
                <a:lnTo>
                  <a:pt x="5388252" y="506347"/>
                </a:lnTo>
                <a:lnTo>
                  <a:pt x="5376824" y="543856"/>
                </a:lnTo>
                <a:cubicBezTo>
                  <a:pt x="5367493" y="557712"/>
                  <a:pt x="5354283" y="568725"/>
                  <a:pt x="5338763" y="575318"/>
                </a:cubicBezTo>
                <a:lnTo>
                  <a:pt x="5320657" y="578991"/>
                </a:lnTo>
                <a:lnTo>
                  <a:pt x="67597" y="578991"/>
                </a:lnTo>
                <a:lnTo>
                  <a:pt x="49490" y="575318"/>
                </a:lnTo>
                <a:cubicBezTo>
                  <a:pt x="28797" y="566527"/>
                  <a:pt x="12209" y="549879"/>
                  <a:pt x="3449" y="529111"/>
                </a:cubicBezTo>
                <a:lnTo>
                  <a:pt x="0" y="511990"/>
                </a:lnTo>
                <a:close/>
              </a:path>
            </a:pathLst>
          </a:custGeom>
          <a:solidFill>
            <a:schemeClr val="accent1"/>
          </a:solidFill>
        </p:spPr>
        <p:txBody>
          <a:bodyPr wrap="square" anchor="ctr">
            <a:noAutofit/>
          </a:bodyPr>
          <a:lstStyle>
            <a:lvl1pPr marL="265113"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30" name="Text Placeholder 12">
            <a:extLst>
              <a:ext uri="{FF2B5EF4-FFF2-40B4-BE49-F238E27FC236}">
                <a16:creationId xmlns:a16="http://schemas.microsoft.com/office/drawing/2014/main" id="{64926BE4-F455-33DB-577C-4F5D849C2FD0}"/>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8FB7F6DE-DCB1-E2B5-09E2-19E346AEB344}"/>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19896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 Image ( 2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7CE9D837-70E2-A3FB-99F1-E3BD43D5A3C0}"/>
              </a:ext>
            </a:extLst>
          </p:cNvPr>
          <p:cNvSpPr>
            <a:spLocks noGrp="1"/>
          </p:cNvSpPr>
          <p:nvPr>
            <p:ph type="body" sz="quarter" idx="11" hasCustomPrompt="1"/>
          </p:nvPr>
        </p:nvSpPr>
        <p:spPr>
          <a:xfrm>
            <a:off x="517490" y="492543"/>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b="0" i="0" kern="900" dirty="0" smtClean="0">
                <a:solidFill>
                  <a:schemeClr val="tx1"/>
                </a:solidFill>
                <a:latin typeface="Wallace Sans" pitchFamily="2" charset="0"/>
                <a:ea typeface="+mn-ea"/>
                <a:cs typeface="Wallace Sans" pitchFamily="2" charset="0"/>
              </a:defRPr>
            </a:lvl1pPr>
          </a:lstStyle>
          <a:p>
            <a:pPr lvl="0"/>
            <a:r>
              <a:rPr lang="en-US"/>
              <a:t>Subhead 18 pt size</a:t>
            </a:r>
          </a:p>
        </p:txBody>
      </p:sp>
      <p:sp>
        <p:nvSpPr>
          <p:cNvPr id="15" name="Picture Placeholder 14">
            <a:extLst>
              <a:ext uri="{FF2B5EF4-FFF2-40B4-BE49-F238E27FC236}">
                <a16:creationId xmlns:a16="http://schemas.microsoft.com/office/drawing/2014/main" id="{265EA215-0730-B394-3EF3-092873F3E4F0}"/>
              </a:ext>
            </a:extLst>
          </p:cNvPr>
          <p:cNvSpPr>
            <a:spLocks noGrp="1"/>
          </p:cNvSpPr>
          <p:nvPr>
            <p:ph type="pic" sz="quarter" idx="13"/>
          </p:nvPr>
        </p:nvSpPr>
        <p:spPr>
          <a:xfrm>
            <a:off x="517490" y="1063783"/>
            <a:ext cx="5390038" cy="4991165"/>
          </a:xfrm>
          <a:custGeom>
            <a:avLst/>
            <a:gdLst>
              <a:gd name="connsiteX0" fmla="*/ 0 w 5390038"/>
              <a:gd name="connsiteY0" fmla="*/ 0 h 4991165"/>
              <a:gd name="connsiteX1" fmla="*/ 5345710 w 5390038"/>
              <a:gd name="connsiteY1" fmla="*/ 0 h 4991165"/>
              <a:gd name="connsiteX2" fmla="*/ 5377042 w 5390038"/>
              <a:gd name="connsiteY2" fmla="*/ 12978 h 4991165"/>
              <a:gd name="connsiteX3" fmla="*/ 5390038 w 5390038"/>
              <a:gd name="connsiteY3" fmla="*/ 44354 h 4991165"/>
              <a:gd name="connsiteX4" fmla="*/ 5390038 w 5390038"/>
              <a:gd name="connsiteY4" fmla="*/ 4946793 h 4991165"/>
              <a:gd name="connsiteX5" fmla="*/ 5345666 w 5390038"/>
              <a:gd name="connsiteY5" fmla="*/ 4991165 h 4991165"/>
              <a:gd name="connsiteX6" fmla="*/ 44372 w 5390038"/>
              <a:gd name="connsiteY6" fmla="*/ 4991165 h 4991165"/>
              <a:gd name="connsiteX7" fmla="*/ 0 w 5390038"/>
              <a:gd name="connsiteY7" fmla="*/ 4946793 h 4991165"/>
              <a:gd name="connsiteX8" fmla="*/ 0 w 5390038"/>
              <a:gd name="connsiteY8" fmla="*/ 576757 h 4991165"/>
              <a:gd name="connsiteX9" fmla="*/ 0 w 5390038"/>
              <a:gd name="connsiteY9" fmla="*/ 44354 h 4991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90038" h="4991165">
                <a:moveTo>
                  <a:pt x="0" y="0"/>
                </a:moveTo>
                <a:lnTo>
                  <a:pt x="5345710" y="0"/>
                </a:lnTo>
                <a:lnTo>
                  <a:pt x="5377042" y="12978"/>
                </a:lnTo>
                <a:cubicBezTo>
                  <a:pt x="5385072" y="21008"/>
                  <a:pt x="5390038" y="32101"/>
                  <a:pt x="5390038" y="44354"/>
                </a:cubicBezTo>
                <a:lnTo>
                  <a:pt x="5390038" y="4946793"/>
                </a:lnTo>
                <a:cubicBezTo>
                  <a:pt x="5390038" y="4971299"/>
                  <a:pt x="5370172" y="4991165"/>
                  <a:pt x="5345666" y="4991165"/>
                </a:cubicBezTo>
                <a:lnTo>
                  <a:pt x="44372" y="4991165"/>
                </a:lnTo>
                <a:cubicBezTo>
                  <a:pt x="19866" y="4991165"/>
                  <a:pt x="0" y="4971299"/>
                  <a:pt x="0" y="4946793"/>
                </a:cubicBezTo>
                <a:lnTo>
                  <a:pt x="0" y="576757"/>
                </a:lnTo>
                <a:lnTo>
                  <a:pt x="0" y="44354"/>
                </a:lnTo>
                <a:close/>
              </a:path>
            </a:pathLst>
          </a:custGeom>
          <a:solidFill>
            <a:schemeClr val="bg1">
              <a:lumMod val="95000"/>
            </a:schemeClr>
          </a:solidFill>
        </p:spPr>
        <p:txBody>
          <a:bodyPr wrap="square">
            <a:noAutofit/>
          </a:bodyPr>
          <a:lstStyle/>
          <a:p>
            <a:r>
              <a:rPr lang="en-US"/>
              <a:t>Click icon to add picture</a:t>
            </a:r>
          </a:p>
        </p:txBody>
      </p:sp>
      <p:sp>
        <p:nvSpPr>
          <p:cNvPr id="21" name="Text Placeholder 8">
            <a:extLst>
              <a:ext uri="{FF2B5EF4-FFF2-40B4-BE49-F238E27FC236}">
                <a16:creationId xmlns:a16="http://schemas.microsoft.com/office/drawing/2014/main" id="{05EC22C6-0761-CCA7-EAB0-643CAD5CEAD1}"/>
              </a:ext>
            </a:extLst>
          </p:cNvPr>
          <p:cNvSpPr>
            <a:spLocks noGrp="1"/>
          </p:cNvSpPr>
          <p:nvPr>
            <p:ph type="body" sz="quarter" idx="15" hasCustomPrompt="1"/>
          </p:nvPr>
        </p:nvSpPr>
        <p:spPr>
          <a:xfrm>
            <a:off x="670873" y="1221275"/>
            <a:ext cx="3632728" cy="773289"/>
          </a:xfrm>
        </p:spPr>
        <p:txBody>
          <a:bodyPr wrap="square">
            <a:spAutoFit/>
          </a:bodyPr>
          <a:lstStyle>
            <a:lvl1pPr marL="0" marR="0" indent="0" algn="l" defTabSz="914400" rtl="0" eaLnBrk="1" fontAlgn="auto" latinLnBrk="0" hangingPunct="1">
              <a:lnSpc>
                <a:spcPts val="3000"/>
              </a:lnSpc>
              <a:spcBef>
                <a:spcPts val="0"/>
              </a:spcBef>
              <a:spcAft>
                <a:spcPts val="0"/>
              </a:spcAft>
              <a:buClrTx/>
              <a:buSzTx/>
              <a:buFont typeface="Arial" panose="020B0604020202020204" pitchFamily="34" charset="0"/>
              <a:buNone/>
              <a:tabLst/>
              <a:defRPr lang="en-IN" sz="2600" b="0" i="0" kern="100" spc="-100" baseline="0" dirty="0">
                <a:solidFill>
                  <a:srgbClr val="000075"/>
                </a:solidFill>
                <a:latin typeface="Wallace Sans Light" pitchFamily="2" charset="0"/>
                <a:ea typeface="+mn-ea"/>
                <a:cs typeface="Wallace Sans Light" pitchFamily="2" charset="0"/>
              </a:defRPr>
            </a:lvl1pPr>
            <a:lvl2pPr>
              <a:defRPr sz="2600" b="0" i="0">
                <a:latin typeface="Wallace Sans Light" pitchFamily="2" charset="0"/>
                <a:cs typeface="Wallace Sans Light" pitchFamily="2" charset="0"/>
              </a:defRPr>
            </a:lvl2pPr>
            <a:lvl3pPr>
              <a:defRPr sz="2600" b="0" i="0">
                <a:latin typeface="Wallace Sans Light" pitchFamily="2" charset="0"/>
                <a:cs typeface="Wallace Sans Light" pitchFamily="2" charset="0"/>
              </a:defRPr>
            </a:lvl3pPr>
            <a:lvl4pPr>
              <a:defRPr sz="2600" b="0" i="0">
                <a:latin typeface="Wallace Sans Light" pitchFamily="2" charset="0"/>
                <a:cs typeface="Wallace Sans Light" pitchFamily="2" charset="0"/>
              </a:defRPr>
            </a:lvl4pPr>
            <a:lvl5pPr>
              <a:defRPr sz="2600" b="0" i="0">
                <a:latin typeface="Wallace Sans Light" pitchFamily="2" charset="0"/>
                <a:cs typeface="Wallace Sans Light" pitchFamily="2" charset="0"/>
              </a:defRPr>
            </a:lvl5pPr>
          </a:lstStyle>
          <a:p>
            <a:pPr>
              <a:lnSpc>
                <a:spcPts val="3000"/>
              </a:lnSpc>
            </a:pPr>
            <a:r>
              <a:rPr lang="en-US" sz="2600">
                <a:solidFill>
                  <a:srgbClr val="000075"/>
                </a:solidFill>
                <a:latin typeface="Wallace Sans Light" pitchFamily="2" charset="0"/>
                <a:cs typeface="Wallace Sans Light" pitchFamily="2" charset="0"/>
              </a:rPr>
              <a:t>Image caption in </a:t>
            </a:r>
          </a:p>
          <a:p>
            <a:pPr>
              <a:lnSpc>
                <a:spcPts val="3000"/>
              </a:lnSpc>
            </a:pPr>
            <a:r>
              <a:rPr lang="en-US" sz="2600">
                <a:solidFill>
                  <a:srgbClr val="000075"/>
                </a:solidFill>
                <a:latin typeface="Wallace Sans Light" pitchFamily="2" charset="0"/>
                <a:cs typeface="Wallace Sans Light" pitchFamily="2" charset="0"/>
              </a:rPr>
              <a:t>Wallace Sans, 26 pt</a:t>
            </a:r>
          </a:p>
        </p:txBody>
      </p:sp>
      <p:sp>
        <p:nvSpPr>
          <p:cNvPr id="24" name="Picture Placeholder 23">
            <a:extLst>
              <a:ext uri="{FF2B5EF4-FFF2-40B4-BE49-F238E27FC236}">
                <a16:creationId xmlns:a16="http://schemas.microsoft.com/office/drawing/2014/main" id="{ACD5373B-06A4-870B-3C56-B7C960F86CD5}"/>
              </a:ext>
            </a:extLst>
          </p:cNvPr>
          <p:cNvSpPr>
            <a:spLocks noGrp="1"/>
          </p:cNvSpPr>
          <p:nvPr>
            <p:ph type="pic" sz="quarter" idx="16"/>
          </p:nvPr>
        </p:nvSpPr>
        <p:spPr>
          <a:xfrm>
            <a:off x="6286025" y="1063783"/>
            <a:ext cx="5390038" cy="4991165"/>
          </a:xfrm>
          <a:custGeom>
            <a:avLst/>
            <a:gdLst>
              <a:gd name="connsiteX0" fmla="*/ 0 w 5390038"/>
              <a:gd name="connsiteY0" fmla="*/ 0 h 4991165"/>
              <a:gd name="connsiteX1" fmla="*/ 5345710 w 5390038"/>
              <a:gd name="connsiteY1" fmla="*/ 0 h 4991165"/>
              <a:gd name="connsiteX2" fmla="*/ 5377042 w 5390038"/>
              <a:gd name="connsiteY2" fmla="*/ 12978 h 4991165"/>
              <a:gd name="connsiteX3" fmla="*/ 5390038 w 5390038"/>
              <a:gd name="connsiteY3" fmla="*/ 44354 h 4991165"/>
              <a:gd name="connsiteX4" fmla="*/ 5390038 w 5390038"/>
              <a:gd name="connsiteY4" fmla="*/ 4946793 h 4991165"/>
              <a:gd name="connsiteX5" fmla="*/ 5345666 w 5390038"/>
              <a:gd name="connsiteY5" fmla="*/ 4991165 h 4991165"/>
              <a:gd name="connsiteX6" fmla="*/ 44372 w 5390038"/>
              <a:gd name="connsiteY6" fmla="*/ 4991165 h 4991165"/>
              <a:gd name="connsiteX7" fmla="*/ 0 w 5390038"/>
              <a:gd name="connsiteY7" fmla="*/ 4946793 h 4991165"/>
              <a:gd name="connsiteX8" fmla="*/ 0 w 5390038"/>
              <a:gd name="connsiteY8" fmla="*/ 576757 h 4991165"/>
              <a:gd name="connsiteX9" fmla="*/ 0 w 5390038"/>
              <a:gd name="connsiteY9" fmla="*/ 44354 h 4991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90038" h="4991165">
                <a:moveTo>
                  <a:pt x="0" y="0"/>
                </a:moveTo>
                <a:lnTo>
                  <a:pt x="5345710" y="0"/>
                </a:lnTo>
                <a:lnTo>
                  <a:pt x="5377042" y="12978"/>
                </a:lnTo>
                <a:cubicBezTo>
                  <a:pt x="5385072" y="21008"/>
                  <a:pt x="5390038" y="32101"/>
                  <a:pt x="5390038" y="44354"/>
                </a:cubicBezTo>
                <a:lnTo>
                  <a:pt x="5390038" y="4946793"/>
                </a:lnTo>
                <a:cubicBezTo>
                  <a:pt x="5390038" y="4971299"/>
                  <a:pt x="5370172" y="4991165"/>
                  <a:pt x="5345666" y="4991165"/>
                </a:cubicBezTo>
                <a:lnTo>
                  <a:pt x="44372" y="4991165"/>
                </a:lnTo>
                <a:cubicBezTo>
                  <a:pt x="19866" y="4991165"/>
                  <a:pt x="0" y="4971299"/>
                  <a:pt x="0" y="4946793"/>
                </a:cubicBezTo>
                <a:lnTo>
                  <a:pt x="0" y="576757"/>
                </a:lnTo>
                <a:lnTo>
                  <a:pt x="0" y="44354"/>
                </a:lnTo>
                <a:close/>
              </a:path>
            </a:pathLst>
          </a:custGeom>
          <a:solidFill>
            <a:schemeClr val="bg1">
              <a:lumMod val="95000"/>
            </a:schemeClr>
          </a:solidFill>
        </p:spPr>
        <p:txBody>
          <a:bodyPr wrap="square">
            <a:noAutofit/>
          </a:bodyPr>
          <a:lstStyle/>
          <a:p>
            <a:r>
              <a:rPr lang="en-US"/>
              <a:t>Click icon to add picture</a:t>
            </a:r>
          </a:p>
        </p:txBody>
      </p:sp>
      <p:sp>
        <p:nvSpPr>
          <p:cNvPr id="25" name="Text Placeholder 8">
            <a:extLst>
              <a:ext uri="{FF2B5EF4-FFF2-40B4-BE49-F238E27FC236}">
                <a16:creationId xmlns:a16="http://schemas.microsoft.com/office/drawing/2014/main" id="{4BDD8231-50C7-5929-7783-1E187FD9C22E}"/>
              </a:ext>
            </a:extLst>
          </p:cNvPr>
          <p:cNvSpPr>
            <a:spLocks noGrp="1"/>
          </p:cNvSpPr>
          <p:nvPr>
            <p:ph type="body" sz="quarter" idx="17" hasCustomPrompt="1"/>
          </p:nvPr>
        </p:nvSpPr>
        <p:spPr>
          <a:xfrm>
            <a:off x="6437857" y="1221275"/>
            <a:ext cx="3632728" cy="773289"/>
          </a:xfrm>
        </p:spPr>
        <p:txBody>
          <a:bodyPr wrap="square">
            <a:spAutoFit/>
          </a:bodyPr>
          <a:lstStyle>
            <a:lvl1pPr marL="0" marR="0" indent="0" algn="l" defTabSz="914400" rtl="0" eaLnBrk="1" fontAlgn="auto" latinLnBrk="0" hangingPunct="1">
              <a:lnSpc>
                <a:spcPts val="3000"/>
              </a:lnSpc>
              <a:spcBef>
                <a:spcPts val="0"/>
              </a:spcBef>
              <a:spcAft>
                <a:spcPts val="0"/>
              </a:spcAft>
              <a:buClrTx/>
              <a:buSzTx/>
              <a:buFont typeface="Arial" panose="020B0604020202020204" pitchFamily="34" charset="0"/>
              <a:buNone/>
              <a:tabLst/>
              <a:defRPr lang="en-IN" sz="2600" b="0" i="0" kern="100" spc="-100" baseline="0" dirty="0">
                <a:solidFill>
                  <a:srgbClr val="000075"/>
                </a:solidFill>
                <a:latin typeface="Wallace Sans Light" pitchFamily="2" charset="0"/>
                <a:ea typeface="+mn-ea"/>
                <a:cs typeface="Wallace Sans Light" pitchFamily="2" charset="0"/>
              </a:defRPr>
            </a:lvl1pPr>
            <a:lvl2pPr>
              <a:defRPr sz="2600" b="0" i="0">
                <a:latin typeface="Wallace Sans Light" pitchFamily="2" charset="0"/>
                <a:cs typeface="Wallace Sans Light" pitchFamily="2" charset="0"/>
              </a:defRPr>
            </a:lvl2pPr>
            <a:lvl3pPr>
              <a:defRPr sz="2600" b="0" i="0">
                <a:latin typeface="Wallace Sans Light" pitchFamily="2" charset="0"/>
                <a:cs typeface="Wallace Sans Light" pitchFamily="2" charset="0"/>
              </a:defRPr>
            </a:lvl3pPr>
            <a:lvl4pPr>
              <a:defRPr sz="2600" b="0" i="0">
                <a:latin typeface="Wallace Sans Light" pitchFamily="2" charset="0"/>
                <a:cs typeface="Wallace Sans Light" pitchFamily="2" charset="0"/>
              </a:defRPr>
            </a:lvl4pPr>
            <a:lvl5pPr>
              <a:defRPr sz="2600" b="0" i="0">
                <a:latin typeface="Wallace Sans Light" pitchFamily="2" charset="0"/>
                <a:cs typeface="Wallace Sans Light" pitchFamily="2" charset="0"/>
              </a:defRPr>
            </a:lvl5pPr>
          </a:lstStyle>
          <a:p>
            <a:pPr>
              <a:lnSpc>
                <a:spcPts val="3000"/>
              </a:lnSpc>
            </a:pPr>
            <a:r>
              <a:rPr lang="en-US" sz="2600">
                <a:solidFill>
                  <a:srgbClr val="000075"/>
                </a:solidFill>
                <a:latin typeface="Wallace Sans Light" pitchFamily="2" charset="0"/>
                <a:cs typeface="Wallace Sans Light" pitchFamily="2" charset="0"/>
              </a:rPr>
              <a:t>Image caption in </a:t>
            </a:r>
          </a:p>
          <a:p>
            <a:pPr>
              <a:lnSpc>
                <a:spcPts val="3000"/>
              </a:lnSpc>
            </a:pPr>
            <a:r>
              <a:rPr lang="en-US" sz="2600">
                <a:solidFill>
                  <a:srgbClr val="000075"/>
                </a:solidFill>
                <a:latin typeface="Wallace Sans Light" pitchFamily="2" charset="0"/>
                <a:cs typeface="Wallace Sans Light" pitchFamily="2" charset="0"/>
              </a:rPr>
              <a:t>Wallace Sans, 26 pt</a:t>
            </a:r>
          </a:p>
        </p:txBody>
      </p:sp>
      <p:cxnSp>
        <p:nvCxnSpPr>
          <p:cNvPr id="2" name="Straight Connector 1">
            <a:extLst>
              <a:ext uri="{FF2B5EF4-FFF2-40B4-BE49-F238E27FC236}">
                <a16:creationId xmlns:a16="http://schemas.microsoft.com/office/drawing/2014/main" id="{597415B7-32A6-B468-2E46-722D067F887E}"/>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10535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 Image ( 1 column + 2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1" name="Text Placeholder 14">
            <a:extLst>
              <a:ext uri="{FF2B5EF4-FFF2-40B4-BE49-F238E27FC236}">
                <a16:creationId xmlns:a16="http://schemas.microsoft.com/office/drawing/2014/main" id="{89409561-4B97-53EC-1543-5BE814619482}"/>
              </a:ext>
            </a:extLst>
          </p:cNvPr>
          <p:cNvSpPr>
            <a:spLocks noGrp="1"/>
          </p:cNvSpPr>
          <p:nvPr>
            <p:ph type="body" sz="quarter" idx="11" hasCustomPrompt="1"/>
          </p:nvPr>
        </p:nvSpPr>
        <p:spPr>
          <a:xfrm>
            <a:off x="510791"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2" name="Text Placeholder 16">
            <a:extLst>
              <a:ext uri="{FF2B5EF4-FFF2-40B4-BE49-F238E27FC236}">
                <a16:creationId xmlns:a16="http://schemas.microsoft.com/office/drawing/2014/main" id="{6BF232CC-4CF4-7FBC-F95D-0D088A135200}"/>
              </a:ext>
            </a:extLst>
          </p:cNvPr>
          <p:cNvSpPr>
            <a:spLocks noGrp="1"/>
          </p:cNvSpPr>
          <p:nvPr>
            <p:ph type="body" sz="quarter" idx="12" hasCustomPrompt="1"/>
          </p:nvPr>
        </p:nvSpPr>
        <p:spPr>
          <a:xfrm>
            <a:off x="510790" y="2275948"/>
            <a:ext cx="3501391" cy="3776472"/>
          </a:xfrm>
        </p:spPr>
        <p:txBody>
          <a:bodyPr wrap="square">
            <a:no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38" name="Picture Placeholder 37">
            <a:extLst>
              <a:ext uri="{FF2B5EF4-FFF2-40B4-BE49-F238E27FC236}">
                <a16:creationId xmlns:a16="http://schemas.microsoft.com/office/drawing/2014/main" id="{0A7889FD-FCE7-B953-0EFB-E6F15A875FB4}"/>
              </a:ext>
            </a:extLst>
          </p:cNvPr>
          <p:cNvSpPr>
            <a:spLocks noGrp="1"/>
          </p:cNvSpPr>
          <p:nvPr>
            <p:ph type="pic" sz="quarter" idx="13"/>
          </p:nvPr>
        </p:nvSpPr>
        <p:spPr>
          <a:xfrm>
            <a:off x="4346506" y="1904402"/>
            <a:ext cx="3487490" cy="4148004"/>
          </a:xfrm>
          <a:custGeom>
            <a:avLst/>
            <a:gdLst>
              <a:gd name="connsiteX0" fmla="*/ 0 w 3487490"/>
              <a:gd name="connsiteY0" fmla="*/ 0 h 4148004"/>
              <a:gd name="connsiteX1" fmla="*/ 77633 w 3487490"/>
              <a:gd name="connsiteY1" fmla="*/ 0 h 4148004"/>
              <a:gd name="connsiteX2" fmla="*/ 769811 w 3487490"/>
              <a:gd name="connsiteY2" fmla="*/ 0 h 4148004"/>
              <a:gd name="connsiteX3" fmla="*/ 3409859 w 3487490"/>
              <a:gd name="connsiteY3" fmla="*/ 0 h 4148004"/>
              <a:gd name="connsiteX4" fmla="*/ 3481391 w 3487490"/>
              <a:gd name="connsiteY4" fmla="*/ 49197 h 4148004"/>
              <a:gd name="connsiteX5" fmla="*/ 3487490 w 3487490"/>
              <a:gd name="connsiteY5" fmla="*/ 80545 h 4148004"/>
              <a:gd name="connsiteX6" fmla="*/ 3487490 w 3487490"/>
              <a:gd name="connsiteY6" fmla="*/ 4067468 h 4148004"/>
              <a:gd name="connsiteX7" fmla="*/ 3481391 w 3487490"/>
              <a:gd name="connsiteY7" fmla="*/ 4098816 h 4148004"/>
              <a:gd name="connsiteX8" fmla="*/ 3440077 w 3487490"/>
              <a:gd name="connsiteY8" fmla="*/ 4141682 h 4148004"/>
              <a:gd name="connsiteX9" fmla="*/ 3409898 w 3487490"/>
              <a:gd name="connsiteY9" fmla="*/ 4148004 h 4148004"/>
              <a:gd name="connsiteX10" fmla="*/ 77595 w 3487490"/>
              <a:gd name="connsiteY10" fmla="*/ 4148004 h 4148004"/>
              <a:gd name="connsiteX11" fmla="*/ 47415 w 3487490"/>
              <a:gd name="connsiteY11" fmla="*/ 4141682 h 4148004"/>
              <a:gd name="connsiteX12" fmla="*/ 1 w 3487490"/>
              <a:gd name="connsiteY12" fmla="*/ 4067462 h 4148004"/>
              <a:gd name="connsiteX13" fmla="*/ 1 w 3487490"/>
              <a:gd name="connsiteY13" fmla="*/ 719883 h 4148004"/>
              <a:gd name="connsiteX14" fmla="*/ 0 w 3487490"/>
              <a:gd name="connsiteY14" fmla="*/ 719883 h 414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7490" h="4148004">
                <a:moveTo>
                  <a:pt x="0" y="0"/>
                </a:moveTo>
                <a:lnTo>
                  <a:pt x="77633" y="0"/>
                </a:lnTo>
                <a:lnTo>
                  <a:pt x="769811" y="0"/>
                </a:lnTo>
                <a:lnTo>
                  <a:pt x="3409859" y="0"/>
                </a:lnTo>
                <a:cubicBezTo>
                  <a:pt x="3442016" y="0"/>
                  <a:pt x="3469605" y="20286"/>
                  <a:pt x="3481391" y="49197"/>
                </a:cubicBezTo>
                <a:lnTo>
                  <a:pt x="3487490" y="80545"/>
                </a:lnTo>
                <a:lnTo>
                  <a:pt x="3487490" y="4067468"/>
                </a:lnTo>
                <a:lnTo>
                  <a:pt x="3481391" y="4098816"/>
                </a:lnTo>
                <a:cubicBezTo>
                  <a:pt x="3473534" y="4118090"/>
                  <a:pt x="3458653" y="4133530"/>
                  <a:pt x="3440077" y="4141682"/>
                </a:cubicBezTo>
                <a:lnTo>
                  <a:pt x="3409898" y="4148004"/>
                </a:lnTo>
                <a:lnTo>
                  <a:pt x="77595" y="4148004"/>
                </a:lnTo>
                <a:lnTo>
                  <a:pt x="47415" y="4141682"/>
                </a:lnTo>
                <a:cubicBezTo>
                  <a:pt x="19552" y="4129454"/>
                  <a:pt x="1" y="4100827"/>
                  <a:pt x="1" y="4067462"/>
                </a:cubicBezTo>
                <a:lnTo>
                  <a:pt x="1" y="719883"/>
                </a:lnTo>
                <a:lnTo>
                  <a:pt x="0" y="719883"/>
                </a:lnTo>
                <a:close/>
              </a:path>
            </a:pathLst>
          </a:custGeom>
          <a:solidFill>
            <a:schemeClr val="bg1">
              <a:lumMod val="95000"/>
            </a:schemeClr>
          </a:solidFill>
        </p:spPr>
        <p:txBody>
          <a:bodyPr wrap="square">
            <a:noAutofit/>
          </a:bodyPr>
          <a:lstStyle/>
          <a:p>
            <a:r>
              <a:rPr lang="en-US"/>
              <a:t>Click icon to add picture</a:t>
            </a:r>
          </a:p>
        </p:txBody>
      </p:sp>
      <p:sp>
        <p:nvSpPr>
          <p:cNvPr id="39" name="Picture Placeholder 38">
            <a:extLst>
              <a:ext uri="{FF2B5EF4-FFF2-40B4-BE49-F238E27FC236}">
                <a16:creationId xmlns:a16="http://schemas.microsoft.com/office/drawing/2014/main" id="{6AF35997-D786-B462-DD92-2F2D05EA08A6}"/>
              </a:ext>
            </a:extLst>
          </p:cNvPr>
          <p:cNvSpPr>
            <a:spLocks noGrp="1"/>
          </p:cNvSpPr>
          <p:nvPr>
            <p:ph type="pic" sz="quarter" idx="14"/>
          </p:nvPr>
        </p:nvSpPr>
        <p:spPr>
          <a:xfrm>
            <a:off x="8177072" y="1904402"/>
            <a:ext cx="3487491" cy="4148004"/>
          </a:xfrm>
          <a:custGeom>
            <a:avLst/>
            <a:gdLst>
              <a:gd name="connsiteX0" fmla="*/ 0 w 3487491"/>
              <a:gd name="connsiteY0" fmla="*/ 0 h 4148004"/>
              <a:gd name="connsiteX1" fmla="*/ 77633 w 3487491"/>
              <a:gd name="connsiteY1" fmla="*/ 0 h 4148004"/>
              <a:gd name="connsiteX2" fmla="*/ 769811 w 3487491"/>
              <a:gd name="connsiteY2" fmla="*/ 0 h 4148004"/>
              <a:gd name="connsiteX3" fmla="*/ 3409859 w 3487491"/>
              <a:gd name="connsiteY3" fmla="*/ 0 h 4148004"/>
              <a:gd name="connsiteX4" fmla="*/ 3487491 w 3487491"/>
              <a:gd name="connsiteY4" fmla="*/ 80550 h 4148004"/>
              <a:gd name="connsiteX5" fmla="*/ 3487491 w 3487491"/>
              <a:gd name="connsiteY5" fmla="*/ 4067462 h 4148004"/>
              <a:gd name="connsiteX6" fmla="*/ 3440077 w 3487491"/>
              <a:gd name="connsiteY6" fmla="*/ 4141682 h 4148004"/>
              <a:gd name="connsiteX7" fmla="*/ 3409897 w 3487491"/>
              <a:gd name="connsiteY7" fmla="*/ 4148004 h 4148004"/>
              <a:gd name="connsiteX8" fmla="*/ 77595 w 3487491"/>
              <a:gd name="connsiteY8" fmla="*/ 4148004 h 4148004"/>
              <a:gd name="connsiteX9" fmla="*/ 47415 w 3487491"/>
              <a:gd name="connsiteY9" fmla="*/ 4141682 h 4148004"/>
              <a:gd name="connsiteX10" fmla="*/ 1 w 3487491"/>
              <a:gd name="connsiteY10" fmla="*/ 4067462 h 4148004"/>
              <a:gd name="connsiteX11" fmla="*/ 1 w 3487491"/>
              <a:gd name="connsiteY11" fmla="*/ 719883 h 4148004"/>
              <a:gd name="connsiteX12" fmla="*/ 0 w 3487491"/>
              <a:gd name="connsiteY12" fmla="*/ 719883 h 414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7491" h="4148004">
                <a:moveTo>
                  <a:pt x="0" y="0"/>
                </a:moveTo>
                <a:lnTo>
                  <a:pt x="77633" y="0"/>
                </a:lnTo>
                <a:lnTo>
                  <a:pt x="769811" y="0"/>
                </a:lnTo>
                <a:lnTo>
                  <a:pt x="3409859" y="0"/>
                </a:lnTo>
                <a:cubicBezTo>
                  <a:pt x="3452734" y="0"/>
                  <a:pt x="3487491" y="36064"/>
                  <a:pt x="3487491" y="80550"/>
                </a:cubicBezTo>
                <a:lnTo>
                  <a:pt x="3487491" y="4067462"/>
                </a:lnTo>
                <a:cubicBezTo>
                  <a:pt x="3487491" y="4100827"/>
                  <a:pt x="3467940" y="4129454"/>
                  <a:pt x="3440077" y="4141682"/>
                </a:cubicBezTo>
                <a:lnTo>
                  <a:pt x="3409897" y="4148004"/>
                </a:lnTo>
                <a:lnTo>
                  <a:pt x="77595" y="4148004"/>
                </a:lnTo>
                <a:lnTo>
                  <a:pt x="47415" y="4141682"/>
                </a:lnTo>
                <a:cubicBezTo>
                  <a:pt x="19552" y="4129454"/>
                  <a:pt x="1" y="4100827"/>
                  <a:pt x="1" y="4067462"/>
                </a:cubicBezTo>
                <a:lnTo>
                  <a:pt x="1" y="719883"/>
                </a:lnTo>
                <a:lnTo>
                  <a:pt x="0" y="719883"/>
                </a:lnTo>
                <a:close/>
              </a:path>
            </a:pathLst>
          </a:custGeom>
          <a:solidFill>
            <a:schemeClr val="bg1">
              <a:lumMod val="95000"/>
            </a:schemeClr>
          </a:solidFill>
        </p:spPr>
        <p:txBody>
          <a:bodyPr wrap="square">
            <a:noAutofit/>
          </a:bodyPr>
          <a:lstStyle/>
          <a:p>
            <a:r>
              <a:rPr lang="en-US"/>
              <a:t>Click icon to add picture</a:t>
            </a:r>
          </a:p>
        </p:txBody>
      </p:sp>
      <p:sp>
        <p:nvSpPr>
          <p:cNvPr id="41" name="Text Placeholder 12">
            <a:extLst>
              <a:ext uri="{FF2B5EF4-FFF2-40B4-BE49-F238E27FC236}">
                <a16:creationId xmlns:a16="http://schemas.microsoft.com/office/drawing/2014/main" id="{50D8E85C-9632-05AC-4609-BABA45DDA1E9}"/>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EADA1B11-F9A0-4714-8D2A-83D2DC71929F}"/>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37652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ption + Image ( 3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0" name="Picture Placeholder 19">
            <a:extLst>
              <a:ext uri="{FF2B5EF4-FFF2-40B4-BE49-F238E27FC236}">
                <a16:creationId xmlns:a16="http://schemas.microsoft.com/office/drawing/2014/main" id="{9A79E346-B09C-823B-428F-DDD83E18F925}"/>
              </a:ext>
            </a:extLst>
          </p:cNvPr>
          <p:cNvSpPr>
            <a:spLocks noGrp="1"/>
          </p:cNvSpPr>
          <p:nvPr>
            <p:ph type="pic" sz="quarter" idx="13"/>
          </p:nvPr>
        </p:nvSpPr>
        <p:spPr>
          <a:xfrm>
            <a:off x="517490" y="1933575"/>
            <a:ext cx="3488100" cy="4098898"/>
          </a:xfrm>
          <a:custGeom>
            <a:avLst/>
            <a:gdLst>
              <a:gd name="connsiteX0" fmla="*/ 0 w 3488100"/>
              <a:gd name="connsiteY0" fmla="*/ 0 h 4114798"/>
              <a:gd name="connsiteX1" fmla="*/ 3424031 w 3488100"/>
              <a:gd name="connsiteY1" fmla="*/ 0 h 4114798"/>
              <a:gd name="connsiteX2" fmla="*/ 3450874 w 3488100"/>
              <a:gd name="connsiteY2" fmla="*/ 5422 h 4114798"/>
              <a:gd name="connsiteX3" fmla="*/ 3487587 w 3488100"/>
              <a:gd name="connsiteY3" fmla="*/ 42149 h 4114798"/>
              <a:gd name="connsiteX4" fmla="*/ 3488100 w 3488100"/>
              <a:gd name="connsiteY4" fmla="*/ 44692 h 4114798"/>
              <a:gd name="connsiteX5" fmla="*/ 3488100 w 3488100"/>
              <a:gd name="connsiteY5" fmla="*/ 4070104 h 4114798"/>
              <a:gd name="connsiteX6" fmla="*/ 3487587 w 3488100"/>
              <a:gd name="connsiteY6" fmla="*/ 4072648 h 4114798"/>
              <a:gd name="connsiteX7" fmla="*/ 3424021 w 3488100"/>
              <a:gd name="connsiteY7" fmla="*/ 4114798 h 4114798"/>
              <a:gd name="connsiteX8" fmla="*/ 68987 w 3488100"/>
              <a:gd name="connsiteY8" fmla="*/ 4114798 h 4114798"/>
              <a:gd name="connsiteX9" fmla="*/ 0 w 3488100"/>
              <a:gd name="connsiteY9" fmla="*/ 4045785 h 4114798"/>
              <a:gd name="connsiteX10" fmla="*/ 0 w 3488100"/>
              <a:gd name="connsiteY10" fmla="*/ 1356848 h 4114798"/>
              <a:gd name="connsiteX11" fmla="*/ 0 w 3488100"/>
              <a:gd name="connsiteY11" fmla="*/ 69011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8100" h="4114798">
                <a:moveTo>
                  <a:pt x="0" y="0"/>
                </a:moveTo>
                <a:lnTo>
                  <a:pt x="3424031" y="0"/>
                </a:lnTo>
                <a:lnTo>
                  <a:pt x="3450874" y="5422"/>
                </a:lnTo>
                <a:cubicBezTo>
                  <a:pt x="3467381" y="12406"/>
                  <a:pt x="3480605" y="25635"/>
                  <a:pt x="3487587" y="42149"/>
                </a:cubicBezTo>
                <a:lnTo>
                  <a:pt x="3488100" y="44692"/>
                </a:lnTo>
                <a:lnTo>
                  <a:pt x="3488100" y="4070104"/>
                </a:lnTo>
                <a:lnTo>
                  <a:pt x="3487587" y="4072648"/>
                </a:lnTo>
                <a:cubicBezTo>
                  <a:pt x="3477114" y="4097418"/>
                  <a:pt x="3452596" y="4114798"/>
                  <a:pt x="3424021" y="4114798"/>
                </a:cubicBezTo>
                <a:lnTo>
                  <a:pt x="68987" y="4114798"/>
                </a:lnTo>
                <a:cubicBezTo>
                  <a:pt x="30887" y="4114798"/>
                  <a:pt x="0" y="4083899"/>
                  <a:pt x="0" y="4045785"/>
                </a:cubicBezTo>
                <a:lnTo>
                  <a:pt x="0" y="1356848"/>
                </a:lnTo>
                <a:lnTo>
                  <a:pt x="0" y="69011"/>
                </a:lnTo>
                <a:close/>
              </a:path>
            </a:pathLst>
          </a:custGeom>
          <a:solidFill>
            <a:schemeClr val="bg1">
              <a:lumMod val="95000"/>
            </a:schemeClr>
          </a:solidFill>
        </p:spPr>
        <p:txBody>
          <a:bodyPr wrap="square">
            <a:noAutofit/>
          </a:bodyPr>
          <a:lstStyle/>
          <a:p>
            <a:r>
              <a:rPr lang="en-US"/>
              <a:t>Click icon to add picture</a:t>
            </a:r>
          </a:p>
        </p:txBody>
      </p:sp>
      <p:sp>
        <p:nvSpPr>
          <p:cNvPr id="22" name="Text Placeholder 21">
            <a:extLst>
              <a:ext uri="{FF2B5EF4-FFF2-40B4-BE49-F238E27FC236}">
                <a16:creationId xmlns:a16="http://schemas.microsoft.com/office/drawing/2014/main" id="{74174B7E-6625-A1A6-F52C-96D77AC0D3D3}"/>
              </a:ext>
            </a:extLst>
          </p:cNvPr>
          <p:cNvSpPr>
            <a:spLocks noGrp="1"/>
          </p:cNvSpPr>
          <p:nvPr>
            <p:ph type="body" sz="quarter" idx="14" hasCustomPrompt="1"/>
          </p:nvPr>
        </p:nvSpPr>
        <p:spPr>
          <a:xfrm>
            <a:off x="517490"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23" name="Picture Placeholder 22">
            <a:extLst>
              <a:ext uri="{FF2B5EF4-FFF2-40B4-BE49-F238E27FC236}">
                <a16:creationId xmlns:a16="http://schemas.microsoft.com/office/drawing/2014/main" id="{2AD52906-217C-F4E9-AA4B-4BBD6AD31803}"/>
              </a:ext>
            </a:extLst>
          </p:cNvPr>
          <p:cNvSpPr>
            <a:spLocks noGrp="1"/>
          </p:cNvSpPr>
          <p:nvPr>
            <p:ph type="pic" sz="quarter" idx="15"/>
          </p:nvPr>
        </p:nvSpPr>
        <p:spPr>
          <a:xfrm>
            <a:off x="8187963" y="1933575"/>
            <a:ext cx="3488100" cy="4098898"/>
          </a:xfrm>
          <a:custGeom>
            <a:avLst/>
            <a:gdLst>
              <a:gd name="connsiteX0" fmla="*/ 0 w 3488100"/>
              <a:gd name="connsiteY0" fmla="*/ 0 h 4114798"/>
              <a:gd name="connsiteX1" fmla="*/ 3424031 w 3488100"/>
              <a:gd name="connsiteY1" fmla="*/ 0 h 4114798"/>
              <a:gd name="connsiteX2" fmla="*/ 3450874 w 3488100"/>
              <a:gd name="connsiteY2" fmla="*/ 5422 h 4114798"/>
              <a:gd name="connsiteX3" fmla="*/ 3487587 w 3488100"/>
              <a:gd name="connsiteY3" fmla="*/ 42149 h 4114798"/>
              <a:gd name="connsiteX4" fmla="*/ 3488100 w 3488100"/>
              <a:gd name="connsiteY4" fmla="*/ 44692 h 4114798"/>
              <a:gd name="connsiteX5" fmla="*/ 3488100 w 3488100"/>
              <a:gd name="connsiteY5" fmla="*/ 4070104 h 4114798"/>
              <a:gd name="connsiteX6" fmla="*/ 3487587 w 3488100"/>
              <a:gd name="connsiteY6" fmla="*/ 4072648 h 4114798"/>
              <a:gd name="connsiteX7" fmla="*/ 3424021 w 3488100"/>
              <a:gd name="connsiteY7" fmla="*/ 4114798 h 4114798"/>
              <a:gd name="connsiteX8" fmla="*/ 68987 w 3488100"/>
              <a:gd name="connsiteY8" fmla="*/ 4114798 h 4114798"/>
              <a:gd name="connsiteX9" fmla="*/ 0 w 3488100"/>
              <a:gd name="connsiteY9" fmla="*/ 4045785 h 4114798"/>
              <a:gd name="connsiteX10" fmla="*/ 0 w 3488100"/>
              <a:gd name="connsiteY10" fmla="*/ 1356848 h 4114798"/>
              <a:gd name="connsiteX11" fmla="*/ 0 w 3488100"/>
              <a:gd name="connsiteY11" fmla="*/ 69011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8100" h="4114798">
                <a:moveTo>
                  <a:pt x="0" y="0"/>
                </a:moveTo>
                <a:lnTo>
                  <a:pt x="3424031" y="0"/>
                </a:lnTo>
                <a:lnTo>
                  <a:pt x="3450874" y="5422"/>
                </a:lnTo>
                <a:cubicBezTo>
                  <a:pt x="3467381" y="12406"/>
                  <a:pt x="3480605" y="25635"/>
                  <a:pt x="3487587" y="42149"/>
                </a:cubicBezTo>
                <a:lnTo>
                  <a:pt x="3488100" y="44692"/>
                </a:lnTo>
                <a:lnTo>
                  <a:pt x="3488100" y="4070104"/>
                </a:lnTo>
                <a:lnTo>
                  <a:pt x="3487587" y="4072648"/>
                </a:lnTo>
                <a:cubicBezTo>
                  <a:pt x="3477114" y="4097418"/>
                  <a:pt x="3452596" y="4114798"/>
                  <a:pt x="3424021" y="4114798"/>
                </a:cubicBezTo>
                <a:lnTo>
                  <a:pt x="68987" y="4114798"/>
                </a:lnTo>
                <a:cubicBezTo>
                  <a:pt x="30887" y="4114798"/>
                  <a:pt x="0" y="4083899"/>
                  <a:pt x="0" y="4045785"/>
                </a:cubicBezTo>
                <a:lnTo>
                  <a:pt x="0" y="1356848"/>
                </a:lnTo>
                <a:lnTo>
                  <a:pt x="0" y="69011"/>
                </a:lnTo>
                <a:close/>
              </a:path>
            </a:pathLst>
          </a:custGeom>
          <a:solidFill>
            <a:schemeClr val="bg1">
              <a:lumMod val="95000"/>
            </a:schemeClr>
          </a:solidFill>
        </p:spPr>
        <p:txBody>
          <a:bodyPr wrap="square">
            <a:noAutofit/>
          </a:bodyPr>
          <a:lstStyle/>
          <a:p>
            <a:r>
              <a:rPr lang="en-US"/>
              <a:t>Click icon to add picture</a:t>
            </a:r>
          </a:p>
        </p:txBody>
      </p:sp>
      <p:sp>
        <p:nvSpPr>
          <p:cNvPr id="24" name="Text Placeholder 23">
            <a:extLst>
              <a:ext uri="{FF2B5EF4-FFF2-40B4-BE49-F238E27FC236}">
                <a16:creationId xmlns:a16="http://schemas.microsoft.com/office/drawing/2014/main" id="{565632F2-3258-1E66-6474-A62651AAAD0D}"/>
              </a:ext>
            </a:extLst>
          </p:cNvPr>
          <p:cNvSpPr>
            <a:spLocks noGrp="1"/>
          </p:cNvSpPr>
          <p:nvPr>
            <p:ph type="body" sz="quarter" idx="16" hasCustomPrompt="1"/>
          </p:nvPr>
        </p:nvSpPr>
        <p:spPr>
          <a:xfrm>
            <a:off x="8183055"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lang="en-IN" sz="1400" b="0" i="0" kern="1200" spc="-50" dirty="0">
                <a:solidFill>
                  <a:schemeClr val="bg1"/>
                </a:solidFill>
                <a:latin typeface="Wallace Sans BETA Light" pitchFamily="2" charset="77"/>
                <a:ea typeface="+mn-ea"/>
                <a:cs typeface="Wallace Sans BETA Light" pitchFamily="2" charset="77"/>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28" name="Picture Placeholder 27">
            <a:extLst>
              <a:ext uri="{FF2B5EF4-FFF2-40B4-BE49-F238E27FC236}">
                <a16:creationId xmlns:a16="http://schemas.microsoft.com/office/drawing/2014/main" id="{0E1388BB-2DA0-297A-8B67-57FFE8943295}"/>
              </a:ext>
            </a:extLst>
          </p:cNvPr>
          <p:cNvSpPr>
            <a:spLocks noGrp="1"/>
          </p:cNvSpPr>
          <p:nvPr>
            <p:ph type="pic" sz="quarter" idx="17"/>
          </p:nvPr>
        </p:nvSpPr>
        <p:spPr>
          <a:xfrm>
            <a:off x="4352727" y="1933575"/>
            <a:ext cx="3488100" cy="4098898"/>
          </a:xfrm>
          <a:custGeom>
            <a:avLst/>
            <a:gdLst>
              <a:gd name="connsiteX0" fmla="*/ 0 w 3488100"/>
              <a:gd name="connsiteY0" fmla="*/ 0 h 4114798"/>
              <a:gd name="connsiteX1" fmla="*/ 3424031 w 3488100"/>
              <a:gd name="connsiteY1" fmla="*/ 0 h 4114798"/>
              <a:gd name="connsiteX2" fmla="*/ 3450874 w 3488100"/>
              <a:gd name="connsiteY2" fmla="*/ 5422 h 4114798"/>
              <a:gd name="connsiteX3" fmla="*/ 3487587 w 3488100"/>
              <a:gd name="connsiteY3" fmla="*/ 42149 h 4114798"/>
              <a:gd name="connsiteX4" fmla="*/ 3488100 w 3488100"/>
              <a:gd name="connsiteY4" fmla="*/ 44692 h 4114798"/>
              <a:gd name="connsiteX5" fmla="*/ 3488100 w 3488100"/>
              <a:gd name="connsiteY5" fmla="*/ 4070104 h 4114798"/>
              <a:gd name="connsiteX6" fmla="*/ 3487587 w 3488100"/>
              <a:gd name="connsiteY6" fmla="*/ 4072648 h 4114798"/>
              <a:gd name="connsiteX7" fmla="*/ 3424021 w 3488100"/>
              <a:gd name="connsiteY7" fmla="*/ 4114798 h 4114798"/>
              <a:gd name="connsiteX8" fmla="*/ 68987 w 3488100"/>
              <a:gd name="connsiteY8" fmla="*/ 4114798 h 4114798"/>
              <a:gd name="connsiteX9" fmla="*/ 0 w 3488100"/>
              <a:gd name="connsiteY9" fmla="*/ 4045785 h 4114798"/>
              <a:gd name="connsiteX10" fmla="*/ 0 w 3488100"/>
              <a:gd name="connsiteY10" fmla="*/ 1356848 h 4114798"/>
              <a:gd name="connsiteX11" fmla="*/ 0 w 3488100"/>
              <a:gd name="connsiteY11" fmla="*/ 69011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8100" h="4114798">
                <a:moveTo>
                  <a:pt x="0" y="0"/>
                </a:moveTo>
                <a:lnTo>
                  <a:pt x="3424031" y="0"/>
                </a:lnTo>
                <a:lnTo>
                  <a:pt x="3450874" y="5422"/>
                </a:lnTo>
                <a:cubicBezTo>
                  <a:pt x="3467381" y="12406"/>
                  <a:pt x="3480605" y="25635"/>
                  <a:pt x="3487587" y="42149"/>
                </a:cubicBezTo>
                <a:lnTo>
                  <a:pt x="3488100" y="44692"/>
                </a:lnTo>
                <a:lnTo>
                  <a:pt x="3488100" y="4070104"/>
                </a:lnTo>
                <a:lnTo>
                  <a:pt x="3487587" y="4072648"/>
                </a:lnTo>
                <a:cubicBezTo>
                  <a:pt x="3477114" y="4097418"/>
                  <a:pt x="3452596" y="4114798"/>
                  <a:pt x="3424021" y="4114798"/>
                </a:cubicBezTo>
                <a:lnTo>
                  <a:pt x="68987" y="4114798"/>
                </a:lnTo>
                <a:cubicBezTo>
                  <a:pt x="30887" y="4114798"/>
                  <a:pt x="0" y="4083899"/>
                  <a:pt x="0" y="4045785"/>
                </a:cubicBezTo>
                <a:lnTo>
                  <a:pt x="0" y="1356848"/>
                </a:lnTo>
                <a:lnTo>
                  <a:pt x="0" y="69011"/>
                </a:lnTo>
                <a:close/>
              </a:path>
            </a:pathLst>
          </a:custGeom>
          <a:solidFill>
            <a:schemeClr val="bg1">
              <a:lumMod val="95000"/>
            </a:schemeClr>
          </a:solidFill>
        </p:spPr>
        <p:txBody>
          <a:bodyPr wrap="square">
            <a:noAutofit/>
          </a:bodyPr>
          <a:lstStyle/>
          <a:p>
            <a:r>
              <a:rPr lang="en-US"/>
              <a:t>Click icon to add picture</a:t>
            </a:r>
          </a:p>
        </p:txBody>
      </p:sp>
      <p:sp>
        <p:nvSpPr>
          <p:cNvPr id="29" name="Text Placeholder 28">
            <a:extLst>
              <a:ext uri="{FF2B5EF4-FFF2-40B4-BE49-F238E27FC236}">
                <a16:creationId xmlns:a16="http://schemas.microsoft.com/office/drawing/2014/main" id="{ABE2F8F1-A084-9BEC-C375-DB6C4D04830F}"/>
              </a:ext>
            </a:extLst>
          </p:cNvPr>
          <p:cNvSpPr>
            <a:spLocks noGrp="1"/>
          </p:cNvSpPr>
          <p:nvPr>
            <p:ph type="body" sz="quarter" idx="18" hasCustomPrompt="1"/>
          </p:nvPr>
        </p:nvSpPr>
        <p:spPr>
          <a:xfrm>
            <a:off x="4347819"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lang="en-IN" sz="1400" b="0" i="0" kern="1200" spc="-50" dirty="0">
                <a:solidFill>
                  <a:schemeClr val="bg1"/>
                </a:solidFill>
                <a:latin typeface="Wallace Sans BETA Light" pitchFamily="2" charset="77"/>
                <a:ea typeface="+mn-ea"/>
                <a:cs typeface="Wallace Sans BETA Light" pitchFamily="2" charset="77"/>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31" name="Text Placeholder 12">
            <a:extLst>
              <a:ext uri="{FF2B5EF4-FFF2-40B4-BE49-F238E27FC236}">
                <a16:creationId xmlns:a16="http://schemas.microsoft.com/office/drawing/2014/main" id="{E2B13322-B347-204E-6A13-5FCDB90806FA}"/>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D03A97EF-55B1-DD3E-61E0-B9F58C148B3E}"/>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08202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 Image ( 3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894306"/>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endParaRPr lang="en-IN" sz="1400" spc="0">
              <a:latin typeface="Wallace Sans BETA Light" pitchFamily="2" charset="77"/>
              <a:cs typeface="Wallace Sans BETA Light" pitchFamily="2" charset="77"/>
            </a:endParaRPr>
          </a:p>
        </p:txBody>
      </p:sp>
      <p:sp>
        <p:nvSpPr>
          <p:cNvPr id="38" name="Picture Placeholder 37">
            <a:extLst>
              <a:ext uri="{FF2B5EF4-FFF2-40B4-BE49-F238E27FC236}">
                <a16:creationId xmlns:a16="http://schemas.microsoft.com/office/drawing/2014/main" id="{1AA2F94F-6E34-3322-A9E9-3363C25488F5}"/>
              </a:ext>
            </a:extLst>
          </p:cNvPr>
          <p:cNvSpPr>
            <a:spLocks noGrp="1"/>
          </p:cNvSpPr>
          <p:nvPr>
            <p:ph type="pic" sz="quarter" idx="32"/>
          </p:nvPr>
        </p:nvSpPr>
        <p:spPr>
          <a:xfrm>
            <a:off x="517490" y="2624616"/>
            <a:ext cx="3493008" cy="3393015"/>
          </a:xfrm>
          <a:custGeom>
            <a:avLst/>
            <a:gdLst>
              <a:gd name="connsiteX0" fmla="*/ 0 w 3493008"/>
              <a:gd name="connsiteY0" fmla="*/ 0 h 3393015"/>
              <a:gd name="connsiteX1" fmla="*/ 68987 w 3493008"/>
              <a:gd name="connsiteY1" fmla="*/ 0 h 3393015"/>
              <a:gd name="connsiteX2" fmla="*/ 1356331 w 3493008"/>
              <a:gd name="connsiteY2" fmla="*/ 0 h 3393015"/>
              <a:gd name="connsiteX3" fmla="*/ 3424021 w 3493008"/>
              <a:gd name="connsiteY3" fmla="*/ 0 h 3393015"/>
              <a:gd name="connsiteX4" fmla="*/ 3493008 w 3493008"/>
              <a:gd name="connsiteY4" fmla="*/ 56908 h 3393015"/>
              <a:gd name="connsiteX5" fmla="*/ 3493008 w 3493008"/>
              <a:gd name="connsiteY5" fmla="*/ 3336108 h 3393015"/>
              <a:gd name="connsiteX6" fmla="*/ 3424021 w 3493008"/>
              <a:gd name="connsiteY6" fmla="*/ 3393015 h 3393015"/>
              <a:gd name="connsiteX7" fmla="*/ 68987 w 3493008"/>
              <a:gd name="connsiteY7" fmla="*/ 3393015 h 3393015"/>
              <a:gd name="connsiteX8" fmla="*/ 0 w 3493008"/>
              <a:gd name="connsiteY8" fmla="*/ 3336108 h 3393015"/>
              <a:gd name="connsiteX9" fmla="*/ 0 w 3493008"/>
              <a:gd name="connsiteY9" fmla="*/ 1118842 h 3393015"/>
              <a:gd name="connsiteX10" fmla="*/ 0 w 3493008"/>
              <a:gd name="connsiteY10" fmla="*/ 56908 h 33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93008" h="3393015">
                <a:moveTo>
                  <a:pt x="0" y="0"/>
                </a:moveTo>
                <a:lnTo>
                  <a:pt x="68987" y="0"/>
                </a:lnTo>
                <a:lnTo>
                  <a:pt x="1356331" y="0"/>
                </a:lnTo>
                <a:lnTo>
                  <a:pt x="3424021" y="0"/>
                </a:lnTo>
                <a:cubicBezTo>
                  <a:pt x="3462121" y="0"/>
                  <a:pt x="3493008" y="25479"/>
                  <a:pt x="3493008" y="56908"/>
                </a:cubicBezTo>
                <a:lnTo>
                  <a:pt x="3493008" y="3336108"/>
                </a:lnTo>
                <a:cubicBezTo>
                  <a:pt x="3493008" y="3367536"/>
                  <a:pt x="3462121" y="3393015"/>
                  <a:pt x="3424021" y="3393015"/>
                </a:cubicBezTo>
                <a:lnTo>
                  <a:pt x="68987" y="3393015"/>
                </a:lnTo>
                <a:cubicBezTo>
                  <a:pt x="30887" y="3393015"/>
                  <a:pt x="0" y="3367536"/>
                  <a:pt x="0" y="3336108"/>
                </a:cubicBezTo>
                <a:lnTo>
                  <a:pt x="0" y="1118842"/>
                </a:lnTo>
                <a:lnTo>
                  <a:pt x="0" y="56908"/>
                </a:lnTo>
                <a:close/>
              </a:path>
            </a:pathLst>
          </a:custGeom>
          <a:solidFill>
            <a:schemeClr val="bg1">
              <a:lumMod val="95000"/>
            </a:schemeClr>
          </a:solidFill>
        </p:spPr>
        <p:txBody>
          <a:bodyPr wrap="square">
            <a:noAutofit/>
          </a:bodyPr>
          <a:lstStyle/>
          <a:p>
            <a:r>
              <a:rPr lang="en-US"/>
              <a:t>Click icon to add picture</a:t>
            </a:r>
          </a:p>
        </p:txBody>
      </p:sp>
      <p:sp>
        <p:nvSpPr>
          <p:cNvPr id="3" name="Text Placeholder 21">
            <a:extLst>
              <a:ext uri="{FF2B5EF4-FFF2-40B4-BE49-F238E27FC236}">
                <a16:creationId xmlns:a16="http://schemas.microsoft.com/office/drawing/2014/main" id="{C44AF6FC-43BE-7361-BA9E-85CEE5DC3AC0}"/>
              </a:ext>
            </a:extLst>
          </p:cNvPr>
          <p:cNvSpPr>
            <a:spLocks noGrp="1"/>
          </p:cNvSpPr>
          <p:nvPr>
            <p:ph type="body" sz="quarter" idx="20" hasCustomPrompt="1"/>
          </p:nvPr>
        </p:nvSpPr>
        <p:spPr>
          <a:xfrm>
            <a:off x="517490"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41" name="Picture Placeholder 40">
            <a:extLst>
              <a:ext uri="{FF2B5EF4-FFF2-40B4-BE49-F238E27FC236}">
                <a16:creationId xmlns:a16="http://schemas.microsoft.com/office/drawing/2014/main" id="{5C8AD8EF-7452-DBE7-416C-1029A026A7CC}"/>
              </a:ext>
            </a:extLst>
          </p:cNvPr>
          <p:cNvSpPr>
            <a:spLocks noGrp="1"/>
          </p:cNvSpPr>
          <p:nvPr>
            <p:ph type="pic" sz="quarter" idx="33"/>
          </p:nvPr>
        </p:nvSpPr>
        <p:spPr>
          <a:xfrm>
            <a:off x="8183055" y="2624616"/>
            <a:ext cx="3493008" cy="3393015"/>
          </a:xfrm>
          <a:custGeom>
            <a:avLst/>
            <a:gdLst>
              <a:gd name="connsiteX0" fmla="*/ 0 w 3493008"/>
              <a:gd name="connsiteY0" fmla="*/ 0 h 3393015"/>
              <a:gd name="connsiteX1" fmla="*/ 68987 w 3493008"/>
              <a:gd name="connsiteY1" fmla="*/ 0 h 3393015"/>
              <a:gd name="connsiteX2" fmla="*/ 1356331 w 3493008"/>
              <a:gd name="connsiteY2" fmla="*/ 0 h 3393015"/>
              <a:gd name="connsiteX3" fmla="*/ 3424021 w 3493008"/>
              <a:gd name="connsiteY3" fmla="*/ 0 h 3393015"/>
              <a:gd name="connsiteX4" fmla="*/ 3493008 w 3493008"/>
              <a:gd name="connsiteY4" fmla="*/ 56908 h 3393015"/>
              <a:gd name="connsiteX5" fmla="*/ 3493008 w 3493008"/>
              <a:gd name="connsiteY5" fmla="*/ 3336108 h 3393015"/>
              <a:gd name="connsiteX6" fmla="*/ 3424021 w 3493008"/>
              <a:gd name="connsiteY6" fmla="*/ 3393015 h 3393015"/>
              <a:gd name="connsiteX7" fmla="*/ 68987 w 3493008"/>
              <a:gd name="connsiteY7" fmla="*/ 3393015 h 3393015"/>
              <a:gd name="connsiteX8" fmla="*/ 0 w 3493008"/>
              <a:gd name="connsiteY8" fmla="*/ 3336108 h 3393015"/>
              <a:gd name="connsiteX9" fmla="*/ 0 w 3493008"/>
              <a:gd name="connsiteY9" fmla="*/ 1118842 h 3393015"/>
              <a:gd name="connsiteX10" fmla="*/ 0 w 3493008"/>
              <a:gd name="connsiteY10" fmla="*/ 56908 h 33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93008" h="3393015">
                <a:moveTo>
                  <a:pt x="0" y="0"/>
                </a:moveTo>
                <a:lnTo>
                  <a:pt x="68987" y="0"/>
                </a:lnTo>
                <a:lnTo>
                  <a:pt x="1356331" y="0"/>
                </a:lnTo>
                <a:lnTo>
                  <a:pt x="3424021" y="0"/>
                </a:lnTo>
                <a:cubicBezTo>
                  <a:pt x="3462121" y="0"/>
                  <a:pt x="3493008" y="25479"/>
                  <a:pt x="3493008" y="56908"/>
                </a:cubicBezTo>
                <a:lnTo>
                  <a:pt x="3493008" y="3336108"/>
                </a:lnTo>
                <a:cubicBezTo>
                  <a:pt x="3493008" y="3367536"/>
                  <a:pt x="3462121" y="3393015"/>
                  <a:pt x="3424021" y="3393015"/>
                </a:cubicBezTo>
                <a:lnTo>
                  <a:pt x="68987" y="3393015"/>
                </a:lnTo>
                <a:cubicBezTo>
                  <a:pt x="30887" y="3393015"/>
                  <a:pt x="0" y="3367536"/>
                  <a:pt x="0" y="3336108"/>
                </a:cubicBezTo>
                <a:lnTo>
                  <a:pt x="0" y="1118842"/>
                </a:lnTo>
                <a:lnTo>
                  <a:pt x="0" y="56908"/>
                </a:lnTo>
                <a:close/>
              </a:path>
            </a:pathLst>
          </a:custGeom>
          <a:solidFill>
            <a:schemeClr val="bg1">
              <a:lumMod val="95000"/>
            </a:schemeClr>
          </a:solidFill>
        </p:spPr>
        <p:txBody>
          <a:bodyPr wrap="square">
            <a:noAutofit/>
          </a:bodyPr>
          <a:lstStyle/>
          <a:p>
            <a:r>
              <a:rPr lang="en-US"/>
              <a:t>Click icon to add picture</a:t>
            </a:r>
          </a:p>
        </p:txBody>
      </p:sp>
      <p:sp>
        <p:nvSpPr>
          <p:cNvPr id="42" name="Text Placeholder 21">
            <a:extLst>
              <a:ext uri="{FF2B5EF4-FFF2-40B4-BE49-F238E27FC236}">
                <a16:creationId xmlns:a16="http://schemas.microsoft.com/office/drawing/2014/main" id="{EC0DEDF4-1D24-84F9-C10E-B274A9A9F858}"/>
              </a:ext>
            </a:extLst>
          </p:cNvPr>
          <p:cNvSpPr>
            <a:spLocks noGrp="1"/>
          </p:cNvSpPr>
          <p:nvPr>
            <p:ph type="body" sz="quarter" idx="34" hasCustomPrompt="1"/>
          </p:nvPr>
        </p:nvSpPr>
        <p:spPr>
          <a:xfrm>
            <a:off x="8183055"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43" name="Picture Placeholder 42">
            <a:extLst>
              <a:ext uri="{FF2B5EF4-FFF2-40B4-BE49-F238E27FC236}">
                <a16:creationId xmlns:a16="http://schemas.microsoft.com/office/drawing/2014/main" id="{291FD407-66D9-DB45-1453-29BAF587C37E}"/>
              </a:ext>
            </a:extLst>
          </p:cNvPr>
          <p:cNvSpPr>
            <a:spLocks noGrp="1"/>
          </p:cNvSpPr>
          <p:nvPr>
            <p:ph type="pic" sz="quarter" idx="35"/>
          </p:nvPr>
        </p:nvSpPr>
        <p:spPr>
          <a:xfrm>
            <a:off x="4350272" y="2624616"/>
            <a:ext cx="3493008" cy="3393015"/>
          </a:xfrm>
          <a:custGeom>
            <a:avLst/>
            <a:gdLst>
              <a:gd name="connsiteX0" fmla="*/ 0 w 3493008"/>
              <a:gd name="connsiteY0" fmla="*/ 0 h 3393015"/>
              <a:gd name="connsiteX1" fmla="*/ 68987 w 3493008"/>
              <a:gd name="connsiteY1" fmla="*/ 0 h 3393015"/>
              <a:gd name="connsiteX2" fmla="*/ 1356331 w 3493008"/>
              <a:gd name="connsiteY2" fmla="*/ 0 h 3393015"/>
              <a:gd name="connsiteX3" fmla="*/ 3424021 w 3493008"/>
              <a:gd name="connsiteY3" fmla="*/ 0 h 3393015"/>
              <a:gd name="connsiteX4" fmla="*/ 3493008 w 3493008"/>
              <a:gd name="connsiteY4" fmla="*/ 56908 h 3393015"/>
              <a:gd name="connsiteX5" fmla="*/ 3493008 w 3493008"/>
              <a:gd name="connsiteY5" fmla="*/ 3336108 h 3393015"/>
              <a:gd name="connsiteX6" fmla="*/ 3424021 w 3493008"/>
              <a:gd name="connsiteY6" fmla="*/ 3393015 h 3393015"/>
              <a:gd name="connsiteX7" fmla="*/ 68987 w 3493008"/>
              <a:gd name="connsiteY7" fmla="*/ 3393015 h 3393015"/>
              <a:gd name="connsiteX8" fmla="*/ 0 w 3493008"/>
              <a:gd name="connsiteY8" fmla="*/ 3336108 h 3393015"/>
              <a:gd name="connsiteX9" fmla="*/ 0 w 3493008"/>
              <a:gd name="connsiteY9" fmla="*/ 1118842 h 3393015"/>
              <a:gd name="connsiteX10" fmla="*/ 0 w 3493008"/>
              <a:gd name="connsiteY10" fmla="*/ 56908 h 33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93008" h="3393015">
                <a:moveTo>
                  <a:pt x="0" y="0"/>
                </a:moveTo>
                <a:lnTo>
                  <a:pt x="68987" y="0"/>
                </a:lnTo>
                <a:lnTo>
                  <a:pt x="1356331" y="0"/>
                </a:lnTo>
                <a:lnTo>
                  <a:pt x="3424021" y="0"/>
                </a:lnTo>
                <a:cubicBezTo>
                  <a:pt x="3462121" y="0"/>
                  <a:pt x="3493008" y="25479"/>
                  <a:pt x="3493008" y="56908"/>
                </a:cubicBezTo>
                <a:lnTo>
                  <a:pt x="3493008" y="3336108"/>
                </a:lnTo>
                <a:cubicBezTo>
                  <a:pt x="3493008" y="3367536"/>
                  <a:pt x="3462121" y="3393015"/>
                  <a:pt x="3424021" y="3393015"/>
                </a:cubicBezTo>
                <a:lnTo>
                  <a:pt x="68987" y="3393015"/>
                </a:lnTo>
                <a:cubicBezTo>
                  <a:pt x="30887" y="3393015"/>
                  <a:pt x="0" y="3367536"/>
                  <a:pt x="0" y="3336108"/>
                </a:cubicBezTo>
                <a:lnTo>
                  <a:pt x="0" y="1118842"/>
                </a:lnTo>
                <a:lnTo>
                  <a:pt x="0" y="56908"/>
                </a:lnTo>
                <a:close/>
              </a:path>
            </a:pathLst>
          </a:custGeom>
          <a:solidFill>
            <a:schemeClr val="bg1">
              <a:lumMod val="95000"/>
            </a:schemeClr>
          </a:solidFill>
        </p:spPr>
        <p:txBody>
          <a:bodyPr wrap="square">
            <a:noAutofit/>
          </a:bodyPr>
          <a:lstStyle/>
          <a:p>
            <a:r>
              <a:rPr lang="en-US"/>
              <a:t>Click icon to add picture</a:t>
            </a:r>
          </a:p>
        </p:txBody>
      </p:sp>
      <p:sp>
        <p:nvSpPr>
          <p:cNvPr id="44" name="Text Placeholder 21">
            <a:extLst>
              <a:ext uri="{FF2B5EF4-FFF2-40B4-BE49-F238E27FC236}">
                <a16:creationId xmlns:a16="http://schemas.microsoft.com/office/drawing/2014/main" id="{C4A2D319-4FAA-A74A-C751-41ED0093A9AF}"/>
              </a:ext>
            </a:extLst>
          </p:cNvPr>
          <p:cNvSpPr>
            <a:spLocks noGrp="1"/>
          </p:cNvSpPr>
          <p:nvPr>
            <p:ph type="body" sz="quarter" idx="36" hasCustomPrompt="1"/>
          </p:nvPr>
        </p:nvSpPr>
        <p:spPr>
          <a:xfrm>
            <a:off x="4350272"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46" name="Text Placeholder 12">
            <a:extLst>
              <a:ext uri="{FF2B5EF4-FFF2-40B4-BE49-F238E27FC236}">
                <a16:creationId xmlns:a16="http://schemas.microsoft.com/office/drawing/2014/main" id="{6B6D78C2-E9B6-02AF-0362-9D0D2F0F58A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4" name="Straight Connector 3">
            <a:extLst>
              <a:ext uri="{FF2B5EF4-FFF2-40B4-BE49-F238E27FC236}">
                <a16:creationId xmlns:a16="http://schemas.microsoft.com/office/drawing/2014/main" id="{E802C569-E8C3-E552-E16E-FDCA101C6EAC}"/>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33389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 Image ( 4 caption cells)">
    <p:bg>
      <p:bgPr>
        <a:solidFill>
          <a:schemeClr val="bg1"/>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8AF8F255-A5C7-C890-68F5-60149DF7E9C3}"/>
              </a:ext>
            </a:extLst>
          </p:cNvPr>
          <p:cNvSpPr>
            <a:spLocks noGrp="1"/>
          </p:cNvSpPr>
          <p:nvPr>
            <p:ph type="pic" sz="quarter" idx="45"/>
          </p:nvPr>
        </p:nvSpPr>
        <p:spPr>
          <a:xfrm>
            <a:off x="517490"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31" name="Picture Placeholder 30">
            <a:extLst>
              <a:ext uri="{FF2B5EF4-FFF2-40B4-BE49-F238E27FC236}">
                <a16:creationId xmlns:a16="http://schemas.microsoft.com/office/drawing/2014/main" id="{82A7B04A-FC29-A766-4DE5-28E13CB37292}"/>
              </a:ext>
            </a:extLst>
          </p:cNvPr>
          <p:cNvSpPr>
            <a:spLocks noGrp="1"/>
          </p:cNvSpPr>
          <p:nvPr>
            <p:ph type="pic" sz="quarter" idx="46"/>
          </p:nvPr>
        </p:nvSpPr>
        <p:spPr>
          <a:xfrm>
            <a:off x="3391299"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32" name="Picture Placeholder 31">
            <a:extLst>
              <a:ext uri="{FF2B5EF4-FFF2-40B4-BE49-F238E27FC236}">
                <a16:creationId xmlns:a16="http://schemas.microsoft.com/office/drawing/2014/main" id="{4AB0D284-CA1B-BDA1-35A7-F904D2DA7097}"/>
              </a:ext>
            </a:extLst>
          </p:cNvPr>
          <p:cNvSpPr>
            <a:spLocks noGrp="1"/>
          </p:cNvSpPr>
          <p:nvPr>
            <p:ph type="pic" sz="quarter" idx="47"/>
          </p:nvPr>
        </p:nvSpPr>
        <p:spPr>
          <a:xfrm>
            <a:off x="6271809"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33" name="Picture Placeholder 32">
            <a:extLst>
              <a:ext uri="{FF2B5EF4-FFF2-40B4-BE49-F238E27FC236}">
                <a16:creationId xmlns:a16="http://schemas.microsoft.com/office/drawing/2014/main" id="{42D7BC5E-5436-94ED-8990-9322E3F09D6A}"/>
              </a:ext>
            </a:extLst>
          </p:cNvPr>
          <p:cNvSpPr>
            <a:spLocks noGrp="1"/>
          </p:cNvSpPr>
          <p:nvPr>
            <p:ph type="pic" sz="quarter" idx="48"/>
          </p:nvPr>
        </p:nvSpPr>
        <p:spPr>
          <a:xfrm>
            <a:off x="9152319"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894306"/>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endParaRPr lang="en-IN" sz="1400" spc="0">
              <a:latin typeface="Wallace Sans BETA Light" pitchFamily="2" charset="77"/>
              <a:cs typeface="Wallace Sans BETA Light" pitchFamily="2" charset="77"/>
            </a:endParaRPr>
          </a:p>
        </p:txBody>
      </p:sp>
      <p:sp>
        <p:nvSpPr>
          <p:cNvPr id="16" name="Text Placeholder 15">
            <a:extLst>
              <a:ext uri="{FF2B5EF4-FFF2-40B4-BE49-F238E27FC236}">
                <a16:creationId xmlns:a16="http://schemas.microsoft.com/office/drawing/2014/main" id="{06FF084D-CCE3-932C-9059-CE91E83214B0}"/>
              </a:ext>
            </a:extLst>
          </p:cNvPr>
          <p:cNvSpPr>
            <a:spLocks noGrp="1"/>
          </p:cNvSpPr>
          <p:nvPr>
            <p:ph type="body" sz="quarter" idx="38" hasCustomPrompt="1"/>
          </p:nvPr>
        </p:nvSpPr>
        <p:spPr>
          <a:xfrm>
            <a:off x="51749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18" name="Text Placeholder 17">
            <a:extLst>
              <a:ext uri="{FF2B5EF4-FFF2-40B4-BE49-F238E27FC236}">
                <a16:creationId xmlns:a16="http://schemas.microsoft.com/office/drawing/2014/main" id="{0B553A34-096A-5D99-C2C0-CCD416FBDCD7}"/>
              </a:ext>
            </a:extLst>
          </p:cNvPr>
          <p:cNvSpPr>
            <a:spLocks noGrp="1"/>
          </p:cNvSpPr>
          <p:nvPr>
            <p:ph type="body" sz="quarter" idx="40" hasCustomPrompt="1"/>
          </p:nvPr>
        </p:nvSpPr>
        <p:spPr>
          <a:xfrm>
            <a:off x="339130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20" name="Text Placeholder 19">
            <a:extLst>
              <a:ext uri="{FF2B5EF4-FFF2-40B4-BE49-F238E27FC236}">
                <a16:creationId xmlns:a16="http://schemas.microsoft.com/office/drawing/2014/main" id="{C776E4A6-2B84-BF53-7F11-9704F9D69A4F}"/>
              </a:ext>
            </a:extLst>
          </p:cNvPr>
          <p:cNvSpPr>
            <a:spLocks noGrp="1"/>
          </p:cNvSpPr>
          <p:nvPr>
            <p:ph type="body" sz="quarter" idx="42" hasCustomPrompt="1"/>
          </p:nvPr>
        </p:nvSpPr>
        <p:spPr>
          <a:xfrm>
            <a:off x="627181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22" name="Text Placeholder 21">
            <a:extLst>
              <a:ext uri="{FF2B5EF4-FFF2-40B4-BE49-F238E27FC236}">
                <a16:creationId xmlns:a16="http://schemas.microsoft.com/office/drawing/2014/main" id="{6923720F-03B8-65E3-9254-891301CEBA4C}"/>
              </a:ext>
            </a:extLst>
          </p:cNvPr>
          <p:cNvSpPr>
            <a:spLocks noGrp="1"/>
          </p:cNvSpPr>
          <p:nvPr>
            <p:ph type="body" sz="quarter" idx="44" hasCustomPrompt="1"/>
          </p:nvPr>
        </p:nvSpPr>
        <p:spPr>
          <a:xfrm>
            <a:off x="915232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24" name="Text Placeholder 12">
            <a:extLst>
              <a:ext uri="{FF2B5EF4-FFF2-40B4-BE49-F238E27FC236}">
                <a16:creationId xmlns:a16="http://schemas.microsoft.com/office/drawing/2014/main" id="{5CF2A1D8-A91F-FA9A-D7F4-DDC731B9A64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99CBE484-A8EA-64FE-CE0E-DCE19A47FFD2}"/>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03405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aption + Image ( 2 cells)">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E2180CA1-0A17-F18D-6B99-415DB00C70D3}"/>
              </a:ext>
            </a:extLst>
          </p:cNvPr>
          <p:cNvSpPr>
            <a:spLocks noGrp="1"/>
          </p:cNvSpPr>
          <p:nvPr>
            <p:ph type="pic" sz="quarter" idx="13"/>
          </p:nvPr>
        </p:nvSpPr>
        <p:spPr>
          <a:xfrm>
            <a:off x="517490" y="1896128"/>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6" name="Picture Placeholder 25">
            <a:extLst>
              <a:ext uri="{FF2B5EF4-FFF2-40B4-BE49-F238E27FC236}">
                <a16:creationId xmlns:a16="http://schemas.microsoft.com/office/drawing/2014/main" id="{8A9CF70C-CD58-7985-1E31-86DBC9EC344D}"/>
              </a:ext>
            </a:extLst>
          </p:cNvPr>
          <p:cNvSpPr>
            <a:spLocks noGrp="1"/>
          </p:cNvSpPr>
          <p:nvPr>
            <p:ph type="pic" sz="quarter" idx="15"/>
          </p:nvPr>
        </p:nvSpPr>
        <p:spPr>
          <a:xfrm>
            <a:off x="6281103" y="1896128"/>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30" name="Text Placeholder 12">
            <a:extLst>
              <a:ext uri="{FF2B5EF4-FFF2-40B4-BE49-F238E27FC236}">
                <a16:creationId xmlns:a16="http://schemas.microsoft.com/office/drawing/2014/main" id="{64926BE4-F455-33DB-577C-4F5D849C2FD0}"/>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5" name="Text Placeholder 14">
            <a:extLst>
              <a:ext uri="{FF2B5EF4-FFF2-40B4-BE49-F238E27FC236}">
                <a16:creationId xmlns:a16="http://schemas.microsoft.com/office/drawing/2014/main" id="{6FBC095B-8BF6-079E-CAD5-B65EBB70079A}"/>
              </a:ext>
            </a:extLst>
          </p:cNvPr>
          <p:cNvSpPr>
            <a:spLocks noGrp="1"/>
          </p:cNvSpPr>
          <p:nvPr>
            <p:ph type="body" sz="quarter" idx="32" hasCustomPrompt="1"/>
          </p:nvPr>
        </p:nvSpPr>
        <p:spPr>
          <a:xfrm>
            <a:off x="6281103" y="5220512"/>
            <a:ext cx="5394960" cy="796989"/>
          </a:xfrm>
          <a:custGeom>
            <a:avLst/>
            <a:gdLst>
              <a:gd name="connsiteX0" fmla="*/ 0 w 5403577"/>
              <a:gd name="connsiteY0" fmla="*/ 0 h 796989"/>
              <a:gd name="connsiteX1" fmla="*/ 2086224 w 5403577"/>
              <a:gd name="connsiteY1" fmla="*/ 0 h 796989"/>
              <a:gd name="connsiteX2" fmla="*/ 2523742 w 5403577"/>
              <a:gd name="connsiteY2" fmla="*/ 0 h 796989"/>
              <a:gd name="connsiteX3" fmla="*/ 2879834 w 5403577"/>
              <a:gd name="connsiteY3" fmla="*/ 0 h 796989"/>
              <a:gd name="connsiteX4" fmla="*/ 3512068 w 5403577"/>
              <a:gd name="connsiteY4" fmla="*/ 0 h 796989"/>
              <a:gd name="connsiteX5" fmla="*/ 5403577 w 5403577"/>
              <a:gd name="connsiteY5" fmla="*/ 0 h 796989"/>
              <a:gd name="connsiteX6" fmla="*/ 5403577 w 5403577"/>
              <a:gd name="connsiteY6" fmla="*/ 367632 h 796989"/>
              <a:gd name="connsiteX7" fmla="*/ 5403577 w 5403577"/>
              <a:gd name="connsiteY7" fmla="*/ 395604 h 796989"/>
              <a:gd name="connsiteX8" fmla="*/ 5403577 w 5403577"/>
              <a:gd name="connsiteY8" fmla="*/ 417411 h 796989"/>
              <a:gd name="connsiteX9" fmla="*/ 5403577 w 5403577"/>
              <a:gd name="connsiteY9" fmla="*/ 457963 h 796989"/>
              <a:gd name="connsiteX10" fmla="*/ 5403577 w 5403577"/>
              <a:gd name="connsiteY10" fmla="*/ 603967 h 796989"/>
              <a:gd name="connsiteX11" fmla="*/ 5403577 w 5403577"/>
              <a:gd name="connsiteY11" fmla="*/ 685520 h 796989"/>
              <a:gd name="connsiteX12" fmla="*/ 5403577 w 5403577"/>
              <a:gd name="connsiteY12" fmla="*/ 709813 h 796989"/>
              <a:gd name="connsiteX13" fmla="*/ 5353305 w 5403577"/>
              <a:gd name="connsiteY13" fmla="*/ 793045 h 796989"/>
              <a:gd name="connsiteX14" fmla="*/ 5335501 w 5403577"/>
              <a:gd name="connsiteY14" fmla="*/ 796989 h 796989"/>
              <a:gd name="connsiteX15" fmla="*/ 68075 w 5403577"/>
              <a:gd name="connsiteY15" fmla="*/ 796989 h 796989"/>
              <a:gd name="connsiteX16" fmla="*/ 50271 w 5403577"/>
              <a:gd name="connsiteY16" fmla="*/ 793045 h 796989"/>
              <a:gd name="connsiteX17" fmla="*/ 6468 w 5403577"/>
              <a:gd name="connsiteY17" fmla="*/ 744974 h 796989"/>
              <a:gd name="connsiteX18" fmla="*/ 0 w 5403577"/>
              <a:gd name="connsiteY18" fmla="*/ 709819 h 79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3577" h="796989">
                <a:moveTo>
                  <a:pt x="0" y="0"/>
                </a:moveTo>
                <a:lnTo>
                  <a:pt x="2086224" y="0"/>
                </a:lnTo>
                <a:lnTo>
                  <a:pt x="2523742" y="0"/>
                </a:lnTo>
                <a:lnTo>
                  <a:pt x="2879834" y="0"/>
                </a:lnTo>
                <a:lnTo>
                  <a:pt x="3512068" y="0"/>
                </a:lnTo>
                <a:lnTo>
                  <a:pt x="5403577" y="0"/>
                </a:lnTo>
                <a:lnTo>
                  <a:pt x="5403577" y="367632"/>
                </a:lnTo>
                <a:lnTo>
                  <a:pt x="5403577" y="395604"/>
                </a:lnTo>
                <a:lnTo>
                  <a:pt x="5403577" y="417411"/>
                </a:lnTo>
                <a:lnTo>
                  <a:pt x="5403577" y="457963"/>
                </a:lnTo>
                <a:lnTo>
                  <a:pt x="5403577" y="603967"/>
                </a:lnTo>
                <a:lnTo>
                  <a:pt x="5403577" y="685520"/>
                </a:lnTo>
                <a:lnTo>
                  <a:pt x="5403577" y="709813"/>
                </a:lnTo>
                <a:cubicBezTo>
                  <a:pt x="5403577" y="747229"/>
                  <a:pt x="5382848" y="779332"/>
                  <a:pt x="5353305" y="793045"/>
                </a:cubicBezTo>
                <a:lnTo>
                  <a:pt x="5335501" y="796989"/>
                </a:lnTo>
                <a:lnTo>
                  <a:pt x="68075" y="796989"/>
                </a:lnTo>
                <a:lnTo>
                  <a:pt x="50271" y="793045"/>
                </a:lnTo>
                <a:cubicBezTo>
                  <a:pt x="30576" y="783903"/>
                  <a:pt x="14798" y="766588"/>
                  <a:pt x="6468" y="744974"/>
                </a:cubicBezTo>
                <a:lnTo>
                  <a:pt x="0" y="709819"/>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16" name="Text Placeholder 15">
            <a:extLst>
              <a:ext uri="{FF2B5EF4-FFF2-40B4-BE49-F238E27FC236}">
                <a16:creationId xmlns:a16="http://schemas.microsoft.com/office/drawing/2014/main" id="{B85B3D7D-DCAF-FD91-58E9-E8B5521BF490}"/>
              </a:ext>
            </a:extLst>
          </p:cNvPr>
          <p:cNvSpPr>
            <a:spLocks noGrp="1"/>
          </p:cNvSpPr>
          <p:nvPr>
            <p:ph type="body" sz="quarter" idx="33" hasCustomPrompt="1"/>
          </p:nvPr>
        </p:nvSpPr>
        <p:spPr>
          <a:xfrm>
            <a:off x="517490" y="5220512"/>
            <a:ext cx="5394960" cy="796989"/>
          </a:xfrm>
          <a:custGeom>
            <a:avLst/>
            <a:gdLst>
              <a:gd name="connsiteX0" fmla="*/ 0 w 5403577"/>
              <a:gd name="connsiteY0" fmla="*/ 0 h 796989"/>
              <a:gd name="connsiteX1" fmla="*/ 2086224 w 5403577"/>
              <a:gd name="connsiteY1" fmla="*/ 0 h 796989"/>
              <a:gd name="connsiteX2" fmla="*/ 2523742 w 5403577"/>
              <a:gd name="connsiteY2" fmla="*/ 0 h 796989"/>
              <a:gd name="connsiteX3" fmla="*/ 2879834 w 5403577"/>
              <a:gd name="connsiteY3" fmla="*/ 0 h 796989"/>
              <a:gd name="connsiteX4" fmla="*/ 3512068 w 5403577"/>
              <a:gd name="connsiteY4" fmla="*/ 0 h 796989"/>
              <a:gd name="connsiteX5" fmla="*/ 5403577 w 5403577"/>
              <a:gd name="connsiteY5" fmla="*/ 0 h 796989"/>
              <a:gd name="connsiteX6" fmla="*/ 5403577 w 5403577"/>
              <a:gd name="connsiteY6" fmla="*/ 367632 h 796989"/>
              <a:gd name="connsiteX7" fmla="*/ 5403577 w 5403577"/>
              <a:gd name="connsiteY7" fmla="*/ 395604 h 796989"/>
              <a:gd name="connsiteX8" fmla="*/ 5403577 w 5403577"/>
              <a:gd name="connsiteY8" fmla="*/ 417411 h 796989"/>
              <a:gd name="connsiteX9" fmla="*/ 5403577 w 5403577"/>
              <a:gd name="connsiteY9" fmla="*/ 457963 h 796989"/>
              <a:gd name="connsiteX10" fmla="*/ 5403577 w 5403577"/>
              <a:gd name="connsiteY10" fmla="*/ 603967 h 796989"/>
              <a:gd name="connsiteX11" fmla="*/ 5403577 w 5403577"/>
              <a:gd name="connsiteY11" fmla="*/ 685520 h 796989"/>
              <a:gd name="connsiteX12" fmla="*/ 5403577 w 5403577"/>
              <a:gd name="connsiteY12" fmla="*/ 709813 h 796989"/>
              <a:gd name="connsiteX13" fmla="*/ 5353305 w 5403577"/>
              <a:gd name="connsiteY13" fmla="*/ 793045 h 796989"/>
              <a:gd name="connsiteX14" fmla="*/ 5335501 w 5403577"/>
              <a:gd name="connsiteY14" fmla="*/ 796989 h 796989"/>
              <a:gd name="connsiteX15" fmla="*/ 68075 w 5403577"/>
              <a:gd name="connsiteY15" fmla="*/ 796989 h 796989"/>
              <a:gd name="connsiteX16" fmla="*/ 50271 w 5403577"/>
              <a:gd name="connsiteY16" fmla="*/ 793045 h 796989"/>
              <a:gd name="connsiteX17" fmla="*/ 6468 w 5403577"/>
              <a:gd name="connsiteY17" fmla="*/ 744974 h 796989"/>
              <a:gd name="connsiteX18" fmla="*/ 0 w 5403577"/>
              <a:gd name="connsiteY18" fmla="*/ 709819 h 79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3577" h="796989">
                <a:moveTo>
                  <a:pt x="0" y="0"/>
                </a:moveTo>
                <a:lnTo>
                  <a:pt x="2086224" y="0"/>
                </a:lnTo>
                <a:lnTo>
                  <a:pt x="2523742" y="0"/>
                </a:lnTo>
                <a:lnTo>
                  <a:pt x="2879834" y="0"/>
                </a:lnTo>
                <a:lnTo>
                  <a:pt x="3512068" y="0"/>
                </a:lnTo>
                <a:lnTo>
                  <a:pt x="5403577" y="0"/>
                </a:lnTo>
                <a:lnTo>
                  <a:pt x="5403577" y="367632"/>
                </a:lnTo>
                <a:lnTo>
                  <a:pt x="5403577" y="395604"/>
                </a:lnTo>
                <a:lnTo>
                  <a:pt x="5403577" y="417411"/>
                </a:lnTo>
                <a:lnTo>
                  <a:pt x="5403577" y="457963"/>
                </a:lnTo>
                <a:lnTo>
                  <a:pt x="5403577" y="603967"/>
                </a:lnTo>
                <a:lnTo>
                  <a:pt x="5403577" y="685520"/>
                </a:lnTo>
                <a:lnTo>
                  <a:pt x="5403577" y="709813"/>
                </a:lnTo>
                <a:cubicBezTo>
                  <a:pt x="5403577" y="747229"/>
                  <a:pt x="5382848" y="779332"/>
                  <a:pt x="5353305" y="793045"/>
                </a:cubicBezTo>
                <a:lnTo>
                  <a:pt x="5335501" y="796989"/>
                </a:lnTo>
                <a:lnTo>
                  <a:pt x="68075" y="796989"/>
                </a:lnTo>
                <a:lnTo>
                  <a:pt x="50271" y="793045"/>
                </a:lnTo>
                <a:cubicBezTo>
                  <a:pt x="30576" y="783903"/>
                  <a:pt x="14798" y="766588"/>
                  <a:pt x="6468" y="744974"/>
                </a:cubicBezTo>
                <a:lnTo>
                  <a:pt x="0" y="709819"/>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cxnSp>
        <p:nvCxnSpPr>
          <p:cNvPr id="2" name="Straight Connector 1">
            <a:extLst>
              <a:ext uri="{FF2B5EF4-FFF2-40B4-BE49-F238E27FC236}">
                <a16:creationId xmlns:a16="http://schemas.microsoft.com/office/drawing/2014/main" id="{8AB68C78-B5B5-46C7-6904-B78607261139}"/>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74005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ext + Image ( 3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46" name="Text Placeholder 12">
            <a:extLst>
              <a:ext uri="{FF2B5EF4-FFF2-40B4-BE49-F238E27FC236}">
                <a16:creationId xmlns:a16="http://schemas.microsoft.com/office/drawing/2014/main" id="{6B6D78C2-E9B6-02AF-0362-9D0D2F0F58A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84" name="Picture Placeholder 83">
            <a:extLst>
              <a:ext uri="{FF2B5EF4-FFF2-40B4-BE49-F238E27FC236}">
                <a16:creationId xmlns:a16="http://schemas.microsoft.com/office/drawing/2014/main" id="{2E53F492-45BA-D352-F5CF-76AE83695BD5}"/>
              </a:ext>
            </a:extLst>
          </p:cNvPr>
          <p:cNvSpPr>
            <a:spLocks noGrp="1"/>
          </p:cNvSpPr>
          <p:nvPr>
            <p:ph type="pic" sz="quarter" idx="43"/>
          </p:nvPr>
        </p:nvSpPr>
        <p:spPr>
          <a:xfrm>
            <a:off x="517490" y="1931245"/>
            <a:ext cx="3493007" cy="3314091"/>
          </a:xfrm>
          <a:custGeom>
            <a:avLst/>
            <a:gdLst>
              <a:gd name="connsiteX0" fmla="*/ 0 w 3493007"/>
              <a:gd name="connsiteY0" fmla="*/ 0 h 3314091"/>
              <a:gd name="connsiteX1" fmla="*/ 1281558 w 3493007"/>
              <a:gd name="connsiteY1" fmla="*/ 0 h 3314091"/>
              <a:gd name="connsiteX2" fmla="*/ 1281558 w 3493007"/>
              <a:gd name="connsiteY2" fmla="*/ 1 h 3314091"/>
              <a:gd name="connsiteX3" fmla="*/ 1509711 w 3493007"/>
              <a:gd name="connsiteY3" fmla="*/ 1 h 3314091"/>
              <a:gd name="connsiteX4" fmla="*/ 1631631 w 3493007"/>
              <a:gd name="connsiteY4" fmla="*/ 1 h 3314091"/>
              <a:gd name="connsiteX5" fmla="*/ 1791629 w 3493007"/>
              <a:gd name="connsiteY5" fmla="*/ 1 h 3314091"/>
              <a:gd name="connsiteX6" fmla="*/ 2124842 w 3493007"/>
              <a:gd name="connsiteY6" fmla="*/ 1 h 3314091"/>
              <a:gd name="connsiteX7" fmla="*/ 2298058 w 3493007"/>
              <a:gd name="connsiteY7" fmla="*/ 1 h 3314091"/>
              <a:gd name="connsiteX8" fmla="*/ 2739973 w 3493007"/>
              <a:gd name="connsiteY8" fmla="*/ 1 h 3314091"/>
              <a:gd name="connsiteX9" fmla="*/ 3406400 w 3493007"/>
              <a:gd name="connsiteY9" fmla="*/ 1 h 3314091"/>
              <a:gd name="connsiteX10" fmla="*/ 3486202 w 3493007"/>
              <a:gd name="connsiteY10" fmla="*/ 52897 h 3314091"/>
              <a:gd name="connsiteX11" fmla="*/ 3493007 w 3493007"/>
              <a:gd name="connsiteY11" fmla="*/ 86604 h 3314091"/>
              <a:gd name="connsiteX12" fmla="*/ 3493007 w 3493007"/>
              <a:gd name="connsiteY12" fmla="*/ 3306413 h 3314091"/>
              <a:gd name="connsiteX13" fmla="*/ 3491457 w 3493007"/>
              <a:gd name="connsiteY13" fmla="*/ 3314091 h 3314091"/>
              <a:gd name="connsiteX14" fmla="*/ 3491457 w 3493007"/>
              <a:gd name="connsiteY14" fmla="*/ 3270896 h 3314091"/>
              <a:gd name="connsiteX15" fmla="*/ 0 w 3493007"/>
              <a:gd name="connsiteY15" fmla="*/ 3270896 h 3314091"/>
              <a:gd name="connsiteX16" fmla="*/ 0 w 3493007"/>
              <a:gd name="connsiteY16" fmla="*/ 2198066 h 3314091"/>
              <a:gd name="connsiteX17" fmla="*/ 0 w 3493007"/>
              <a:gd name="connsiteY17" fmla="*/ 1915409 h 3314091"/>
              <a:gd name="connsiteX18" fmla="*/ 0 w 3493007"/>
              <a:gd name="connsiteY18" fmla="*/ 1693737 h 3314091"/>
              <a:gd name="connsiteX19" fmla="*/ 0 w 3493007"/>
              <a:gd name="connsiteY19" fmla="*/ 1333518 h 3314091"/>
              <a:gd name="connsiteX20" fmla="*/ 0 w 3493007"/>
              <a:gd name="connsiteY20" fmla="*/ 904027 h 331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3007" h="3314091">
                <a:moveTo>
                  <a:pt x="0" y="0"/>
                </a:moveTo>
                <a:lnTo>
                  <a:pt x="1281558" y="0"/>
                </a:lnTo>
                <a:lnTo>
                  <a:pt x="1281558" y="1"/>
                </a:lnTo>
                <a:lnTo>
                  <a:pt x="1509711" y="1"/>
                </a:lnTo>
                <a:lnTo>
                  <a:pt x="1631631" y="1"/>
                </a:lnTo>
                <a:lnTo>
                  <a:pt x="1791629" y="1"/>
                </a:lnTo>
                <a:lnTo>
                  <a:pt x="2124842" y="1"/>
                </a:lnTo>
                <a:lnTo>
                  <a:pt x="2298058" y="1"/>
                </a:lnTo>
                <a:lnTo>
                  <a:pt x="2739973" y="1"/>
                </a:lnTo>
                <a:lnTo>
                  <a:pt x="3406400" y="1"/>
                </a:lnTo>
                <a:cubicBezTo>
                  <a:pt x="3442274" y="1"/>
                  <a:pt x="3473054" y="21813"/>
                  <a:pt x="3486202" y="52897"/>
                </a:cubicBezTo>
                <a:lnTo>
                  <a:pt x="3493007" y="86604"/>
                </a:lnTo>
                <a:lnTo>
                  <a:pt x="3493007" y="3306413"/>
                </a:lnTo>
                <a:lnTo>
                  <a:pt x="3491457" y="3314091"/>
                </a:lnTo>
                <a:lnTo>
                  <a:pt x="3491457" y="3270896"/>
                </a:lnTo>
                <a:lnTo>
                  <a:pt x="0" y="3270896"/>
                </a:lnTo>
                <a:lnTo>
                  <a:pt x="0" y="2198066"/>
                </a:lnTo>
                <a:lnTo>
                  <a:pt x="0" y="1915409"/>
                </a:lnTo>
                <a:lnTo>
                  <a:pt x="0" y="1693737"/>
                </a:lnTo>
                <a:lnTo>
                  <a:pt x="0" y="1333518"/>
                </a:lnTo>
                <a:lnTo>
                  <a:pt x="0" y="904027"/>
                </a:lnTo>
                <a:close/>
              </a:path>
            </a:pathLst>
          </a:custGeom>
          <a:solidFill>
            <a:schemeClr val="bg1">
              <a:lumMod val="95000"/>
            </a:schemeClr>
          </a:solidFill>
        </p:spPr>
        <p:txBody>
          <a:bodyPr wrap="square">
            <a:noAutofit/>
          </a:bodyPr>
          <a:lstStyle/>
          <a:p>
            <a:r>
              <a:rPr lang="en-US"/>
              <a:t>Click icon to add picture</a:t>
            </a:r>
          </a:p>
        </p:txBody>
      </p:sp>
      <p:sp>
        <p:nvSpPr>
          <p:cNvPr id="85" name="Picture Placeholder 84">
            <a:extLst>
              <a:ext uri="{FF2B5EF4-FFF2-40B4-BE49-F238E27FC236}">
                <a16:creationId xmlns:a16="http://schemas.microsoft.com/office/drawing/2014/main" id="{DFD281A0-1183-0C4C-D547-1D22FEB2D82E}"/>
              </a:ext>
            </a:extLst>
          </p:cNvPr>
          <p:cNvSpPr>
            <a:spLocks noGrp="1"/>
          </p:cNvSpPr>
          <p:nvPr>
            <p:ph type="pic" sz="quarter" idx="44"/>
          </p:nvPr>
        </p:nvSpPr>
        <p:spPr>
          <a:xfrm>
            <a:off x="4350273" y="1931245"/>
            <a:ext cx="3493007" cy="3314091"/>
          </a:xfrm>
          <a:custGeom>
            <a:avLst/>
            <a:gdLst>
              <a:gd name="connsiteX0" fmla="*/ 0 w 3493007"/>
              <a:gd name="connsiteY0" fmla="*/ 0 h 3314091"/>
              <a:gd name="connsiteX1" fmla="*/ 1281558 w 3493007"/>
              <a:gd name="connsiteY1" fmla="*/ 0 h 3314091"/>
              <a:gd name="connsiteX2" fmla="*/ 1281558 w 3493007"/>
              <a:gd name="connsiteY2" fmla="*/ 1 h 3314091"/>
              <a:gd name="connsiteX3" fmla="*/ 1509711 w 3493007"/>
              <a:gd name="connsiteY3" fmla="*/ 1 h 3314091"/>
              <a:gd name="connsiteX4" fmla="*/ 1631631 w 3493007"/>
              <a:gd name="connsiteY4" fmla="*/ 1 h 3314091"/>
              <a:gd name="connsiteX5" fmla="*/ 1791629 w 3493007"/>
              <a:gd name="connsiteY5" fmla="*/ 1 h 3314091"/>
              <a:gd name="connsiteX6" fmla="*/ 2124842 w 3493007"/>
              <a:gd name="connsiteY6" fmla="*/ 1 h 3314091"/>
              <a:gd name="connsiteX7" fmla="*/ 2298058 w 3493007"/>
              <a:gd name="connsiteY7" fmla="*/ 1 h 3314091"/>
              <a:gd name="connsiteX8" fmla="*/ 2739973 w 3493007"/>
              <a:gd name="connsiteY8" fmla="*/ 1 h 3314091"/>
              <a:gd name="connsiteX9" fmla="*/ 3406400 w 3493007"/>
              <a:gd name="connsiteY9" fmla="*/ 1 h 3314091"/>
              <a:gd name="connsiteX10" fmla="*/ 3486202 w 3493007"/>
              <a:gd name="connsiteY10" fmla="*/ 52897 h 3314091"/>
              <a:gd name="connsiteX11" fmla="*/ 3493007 w 3493007"/>
              <a:gd name="connsiteY11" fmla="*/ 86604 h 3314091"/>
              <a:gd name="connsiteX12" fmla="*/ 3493007 w 3493007"/>
              <a:gd name="connsiteY12" fmla="*/ 3306413 h 3314091"/>
              <a:gd name="connsiteX13" fmla="*/ 3491457 w 3493007"/>
              <a:gd name="connsiteY13" fmla="*/ 3314091 h 3314091"/>
              <a:gd name="connsiteX14" fmla="*/ 3491457 w 3493007"/>
              <a:gd name="connsiteY14" fmla="*/ 3270896 h 3314091"/>
              <a:gd name="connsiteX15" fmla="*/ 0 w 3493007"/>
              <a:gd name="connsiteY15" fmla="*/ 3270896 h 3314091"/>
              <a:gd name="connsiteX16" fmla="*/ 0 w 3493007"/>
              <a:gd name="connsiteY16" fmla="*/ 2198066 h 3314091"/>
              <a:gd name="connsiteX17" fmla="*/ 0 w 3493007"/>
              <a:gd name="connsiteY17" fmla="*/ 1915409 h 3314091"/>
              <a:gd name="connsiteX18" fmla="*/ 0 w 3493007"/>
              <a:gd name="connsiteY18" fmla="*/ 1693737 h 3314091"/>
              <a:gd name="connsiteX19" fmla="*/ 0 w 3493007"/>
              <a:gd name="connsiteY19" fmla="*/ 1333518 h 3314091"/>
              <a:gd name="connsiteX20" fmla="*/ 0 w 3493007"/>
              <a:gd name="connsiteY20" fmla="*/ 904027 h 331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3007" h="3314091">
                <a:moveTo>
                  <a:pt x="0" y="0"/>
                </a:moveTo>
                <a:lnTo>
                  <a:pt x="1281558" y="0"/>
                </a:lnTo>
                <a:lnTo>
                  <a:pt x="1281558" y="1"/>
                </a:lnTo>
                <a:lnTo>
                  <a:pt x="1509711" y="1"/>
                </a:lnTo>
                <a:lnTo>
                  <a:pt x="1631631" y="1"/>
                </a:lnTo>
                <a:lnTo>
                  <a:pt x="1791629" y="1"/>
                </a:lnTo>
                <a:lnTo>
                  <a:pt x="2124842" y="1"/>
                </a:lnTo>
                <a:lnTo>
                  <a:pt x="2298058" y="1"/>
                </a:lnTo>
                <a:lnTo>
                  <a:pt x="2739973" y="1"/>
                </a:lnTo>
                <a:lnTo>
                  <a:pt x="3406400" y="1"/>
                </a:lnTo>
                <a:cubicBezTo>
                  <a:pt x="3442274" y="1"/>
                  <a:pt x="3473054" y="21813"/>
                  <a:pt x="3486202" y="52897"/>
                </a:cubicBezTo>
                <a:lnTo>
                  <a:pt x="3493007" y="86604"/>
                </a:lnTo>
                <a:lnTo>
                  <a:pt x="3493007" y="3306413"/>
                </a:lnTo>
                <a:lnTo>
                  <a:pt x="3491457" y="3314091"/>
                </a:lnTo>
                <a:lnTo>
                  <a:pt x="3491457" y="3270896"/>
                </a:lnTo>
                <a:lnTo>
                  <a:pt x="0" y="3270896"/>
                </a:lnTo>
                <a:lnTo>
                  <a:pt x="0" y="2198066"/>
                </a:lnTo>
                <a:lnTo>
                  <a:pt x="0" y="1915409"/>
                </a:lnTo>
                <a:lnTo>
                  <a:pt x="0" y="1693737"/>
                </a:lnTo>
                <a:lnTo>
                  <a:pt x="0" y="1333518"/>
                </a:lnTo>
                <a:lnTo>
                  <a:pt x="0" y="904027"/>
                </a:lnTo>
                <a:close/>
              </a:path>
            </a:pathLst>
          </a:custGeom>
          <a:solidFill>
            <a:schemeClr val="bg1">
              <a:lumMod val="95000"/>
            </a:schemeClr>
          </a:solidFill>
        </p:spPr>
        <p:txBody>
          <a:bodyPr wrap="square">
            <a:noAutofit/>
          </a:bodyPr>
          <a:lstStyle/>
          <a:p>
            <a:r>
              <a:rPr lang="en-US"/>
              <a:t>Click icon to add picture</a:t>
            </a:r>
          </a:p>
        </p:txBody>
      </p:sp>
      <p:sp>
        <p:nvSpPr>
          <p:cNvPr id="86" name="Picture Placeholder 85">
            <a:extLst>
              <a:ext uri="{FF2B5EF4-FFF2-40B4-BE49-F238E27FC236}">
                <a16:creationId xmlns:a16="http://schemas.microsoft.com/office/drawing/2014/main" id="{912D6E52-1DC9-C75B-ECBF-66CE92813A9B}"/>
              </a:ext>
            </a:extLst>
          </p:cNvPr>
          <p:cNvSpPr>
            <a:spLocks noGrp="1"/>
          </p:cNvSpPr>
          <p:nvPr>
            <p:ph type="pic" sz="quarter" idx="45"/>
          </p:nvPr>
        </p:nvSpPr>
        <p:spPr>
          <a:xfrm>
            <a:off x="8183056" y="1931245"/>
            <a:ext cx="3493007" cy="3314091"/>
          </a:xfrm>
          <a:custGeom>
            <a:avLst/>
            <a:gdLst>
              <a:gd name="connsiteX0" fmla="*/ 0 w 3493007"/>
              <a:gd name="connsiteY0" fmla="*/ 0 h 3314091"/>
              <a:gd name="connsiteX1" fmla="*/ 1281558 w 3493007"/>
              <a:gd name="connsiteY1" fmla="*/ 0 h 3314091"/>
              <a:gd name="connsiteX2" fmla="*/ 1281558 w 3493007"/>
              <a:gd name="connsiteY2" fmla="*/ 1 h 3314091"/>
              <a:gd name="connsiteX3" fmla="*/ 1509711 w 3493007"/>
              <a:gd name="connsiteY3" fmla="*/ 1 h 3314091"/>
              <a:gd name="connsiteX4" fmla="*/ 1631631 w 3493007"/>
              <a:gd name="connsiteY4" fmla="*/ 1 h 3314091"/>
              <a:gd name="connsiteX5" fmla="*/ 1791629 w 3493007"/>
              <a:gd name="connsiteY5" fmla="*/ 1 h 3314091"/>
              <a:gd name="connsiteX6" fmla="*/ 2124842 w 3493007"/>
              <a:gd name="connsiteY6" fmla="*/ 1 h 3314091"/>
              <a:gd name="connsiteX7" fmla="*/ 2298058 w 3493007"/>
              <a:gd name="connsiteY7" fmla="*/ 1 h 3314091"/>
              <a:gd name="connsiteX8" fmla="*/ 2739973 w 3493007"/>
              <a:gd name="connsiteY8" fmla="*/ 1 h 3314091"/>
              <a:gd name="connsiteX9" fmla="*/ 3406400 w 3493007"/>
              <a:gd name="connsiteY9" fmla="*/ 1 h 3314091"/>
              <a:gd name="connsiteX10" fmla="*/ 3486202 w 3493007"/>
              <a:gd name="connsiteY10" fmla="*/ 52897 h 3314091"/>
              <a:gd name="connsiteX11" fmla="*/ 3493007 w 3493007"/>
              <a:gd name="connsiteY11" fmla="*/ 86604 h 3314091"/>
              <a:gd name="connsiteX12" fmla="*/ 3493007 w 3493007"/>
              <a:gd name="connsiteY12" fmla="*/ 3306413 h 3314091"/>
              <a:gd name="connsiteX13" fmla="*/ 3491457 w 3493007"/>
              <a:gd name="connsiteY13" fmla="*/ 3314091 h 3314091"/>
              <a:gd name="connsiteX14" fmla="*/ 3491457 w 3493007"/>
              <a:gd name="connsiteY14" fmla="*/ 3270896 h 3314091"/>
              <a:gd name="connsiteX15" fmla="*/ 0 w 3493007"/>
              <a:gd name="connsiteY15" fmla="*/ 3270896 h 3314091"/>
              <a:gd name="connsiteX16" fmla="*/ 0 w 3493007"/>
              <a:gd name="connsiteY16" fmla="*/ 2198066 h 3314091"/>
              <a:gd name="connsiteX17" fmla="*/ 0 w 3493007"/>
              <a:gd name="connsiteY17" fmla="*/ 1915409 h 3314091"/>
              <a:gd name="connsiteX18" fmla="*/ 0 w 3493007"/>
              <a:gd name="connsiteY18" fmla="*/ 1693737 h 3314091"/>
              <a:gd name="connsiteX19" fmla="*/ 0 w 3493007"/>
              <a:gd name="connsiteY19" fmla="*/ 1333518 h 3314091"/>
              <a:gd name="connsiteX20" fmla="*/ 0 w 3493007"/>
              <a:gd name="connsiteY20" fmla="*/ 904027 h 331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3007" h="3314091">
                <a:moveTo>
                  <a:pt x="0" y="0"/>
                </a:moveTo>
                <a:lnTo>
                  <a:pt x="1281558" y="0"/>
                </a:lnTo>
                <a:lnTo>
                  <a:pt x="1281558" y="1"/>
                </a:lnTo>
                <a:lnTo>
                  <a:pt x="1509711" y="1"/>
                </a:lnTo>
                <a:lnTo>
                  <a:pt x="1631631" y="1"/>
                </a:lnTo>
                <a:lnTo>
                  <a:pt x="1791629" y="1"/>
                </a:lnTo>
                <a:lnTo>
                  <a:pt x="2124842" y="1"/>
                </a:lnTo>
                <a:lnTo>
                  <a:pt x="2298058" y="1"/>
                </a:lnTo>
                <a:lnTo>
                  <a:pt x="2739973" y="1"/>
                </a:lnTo>
                <a:lnTo>
                  <a:pt x="3406400" y="1"/>
                </a:lnTo>
                <a:cubicBezTo>
                  <a:pt x="3442274" y="1"/>
                  <a:pt x="3473054" y="21813"/>
                  <a:pt x="3486202" y="52897"/>
                </a:cubicBezTo>
                <a:lnTo>
                  <a:pt x="3493007" y="86604"/>
                </a:lnTo>
                <a:lnTo>
                  <a:pt x="3493007" y="3306413"/>
                </a:lnTo>
                <a:lnTo>
                  <a:pt x="3491457" y="3314091"/>
                </a:lnTo>
                <a:lnTo>
                  <a:pt x="3491457" y="3270896"/>
                </a:lnTo>
                <a:lnTo>
                  <a:pt x="0" y="3270896"/>
                </a:lnTo>
                <a:lnTo>
                  <a:pt x="0" y="2198066"/>
                </a:lnTo>
                <a:lnTo>
                  <a:pt x="0" y="1915409"/>
                </a:lnTo>
                <a:lnTo>
                  <a:pt x="0" y="1693737"/>
                </a:lnTo>
                <a:lnTo>
                  <a:pt x="0" y="1333518"/>
                </a:lnTo>
                <a:lnTo>
                  <a:pt x="0" y="904027"/>
                </a:lnTo>
                <a:close/>
              </a:path>
            </a:pathLst>
          </a:custGeom>
          <a:solidFill>
            <a:schemeClr val="bg1">
              <a:lumMod val="95000"/>
            </a:schemeClr>
          </a:solidFill>
        </p:spPr>
        <p:txBody>
          <a:bodyPr wrap="square">
            <a:noAutofit/>
          </a:bodyPr>
          <a:lstStyle/>
          <a:p>
            <a:r>
              <a:rPr lang="en-US"/>
              <a:t>Click icon to add picture</a:t>
            </a:r>
          </a:p>
        </p:txBody>
      </p:sp>
      <p:sp>
        <p:nvSpPr>
          <p:cNvPr id="21" name="Text Placeholder 20">
            <a:extLst>
              <a:ext uri="{FF2B5EF4-FFF2-40B4-BE49-F238E27FC236}">
                <a16:creationId xmlns:a16="http://schemas.microsoft.com/office/drawing/2014/main" id="{3AC0B516-407E-5EE6-C47E-7CE21CA32217}"/>
              </a:ext>
            </a:extLst>
          </p:cNvPr>
          <p:cNvSpPr>
            <a:spLocks noGrp="1"/>
          </p:cNvSpPr>
          <p:nvPr>
            <p:ph type="body" sz="quarter" idx="52" hasCustomPrompt="1"/>
          </p:nvPr>
        </p:nvSpPr>
        <p:spPr>
          <a:xfrm>
            <a:off x="517489" y="5202141"/>
            <a:ext cx="3493008" cy="811192"/>
          </a:xfrm>
          <a:custGeom>
            <a:avLst/>
            <a:gdLst>
              <a:gd name="connsiteX0" fmla="*/ 0 w 3493008"/>
              <a:gd name="connsiteY0" fmla="*/ 0 h 811192"/>
              <a:gd name="connsiteX1" fmla="*/ 256190 w 3493008"/>
              <a:gd name="connsiteY1" fmla="*/ 0 h 811192"/>
              <a:gd name="connsiteX2" fmla="*/ 888488 w 3493008"/>
              <a:gd name="connsiteY2" fmla="*/ 0 h 811192"/>
              <a:gd name="connsiteX3" fmla="*/ 1281558 w 3493008"/>
              <a:gd name="connsiteY3" fmla="*/ 0 h 811192"/>
              <a:gd name="connsiteX4" fmla="*/ 1462420 w 3493008"/>
              <a:gd name="connsiteY4" fmla="*/ 0 h 811192"/>
              <a:gd name="connsiteX5" fmla="*/ 1537748 w 3493008"/>
              <a:gd name="connsiteY5" fmla="*/ 0 h 811192"/>
              <a:gd name="connsiteX6" fmla="*/ 1832071 w 3493008"/>
              <a:gd name="connsiteY6" fmla="*/ 0 h 811192"/>
              <a:gd name="connsiteX7" fmla="*/ 2170046 w 3493008"/>
              <a:gd name="connsiteY7" fmla="*/ 0 h 811192"/>
              <a:gd name="connsiteX8" fmla="*/ 2211450 w 3493008"/>
              <a:gd name="connsiteY8" fmla="*/ 0 h 811192"/>
              <a:gd name="connsiteX9" fmla="*/ 2743978 w 3493008"/>
              <a:gd name="connsiteY9" fmla="*/ 0 h 811192"/>
              <a:gd name="connsiteX10" fmla="*/ 3113629 w 3493008"/>
              <a:gd name="connsiteY10" fmla="*/ 0 h 811192"/>
              <a:gd name="connsiteX11" fmla="*/ 3493008 w 3493008"/>
              <a:gd name="connsiteY11" fmla="*/ 0 h 811192"/>
              <a:gd name="connsiteX12" fmla="*/ 3493008 w 3493008"/>
              <a:gd name="connsiteY12" fmla="*/ 724584 h 811192"/>
              <a:gd name="connsiteX13" fmla="*/ 3406400 w 3493008"/>
              <a:gd name="connsiteY13" fmla="*/ 811192 h 811192"/>
              <a:gd name="connsiteX14" fmla="*/ 3027021 w 3493008"/>
              <a:gd name="connsiteY14" fmla="*/ 811192 h 811192"/>
              <a:gd name="connsiteX15" fmla="*/ 2657370 w 3493008"/>
              <a:gd name="connsiteY15" fmla="*/ 811192 h 811192"/>
              <a:gd name="connsiteX16" fmla="*/ 2298058 w 3493008"/>
              <a:gd name="connsiteY16" fmla="*/ 811192 h 811192"/>
              <a:gd name="connsiteX17" fmla="*/ 2083438 w 3493008"/>
              <a:gd name="connsiteY17" fmla="*/ 811192 h 811192"/>
              <a:gd name="connsiteX18" fmla="*/ 1918679 w 3493008"/>
              <a:gd name="connsiteY18" fmla="*/ 811192 h 811192"/>
              <a:gd name="connsiteX19" fmla="*/ 1549028 w 3493008"/>
              <a:gd name="connsiteY19" fmla="*/ 811192 h 811192"/>
              <a:gd name="connsiteX20" fmla="*/ 1451140 w 3493008"/>
              <a:gd name="connsiteY20" fmla="*/ 811192 h 811192"/>
              <a:gd name="connsiteX21" fmla="*/ 1194950 w 3493008"/>
              <a:gd name="connsiteY21" fmla="*/ 811192 h 811192"/>
              <a:gd name="connsiteX22" fmla="*/ 975096 w 3493008"/>
              <a:gd name="connsiteY22" fmla="*/ 811192 h 811192"/>
              <a:gd name="connsiteX23" fmla="*/ 342798 w 3493008"/>
              <a:gd name="connsiteY23" fmla="*/ 811192 h 811192"/>
              <a:gd name="connsiteX24" fmla="*/ 86608 w 3493008"/>
              <a:gd name="connsiteY24" fmla="*/ 811192 h 811192"/>
              <a:gd name="connsiteX25" fmla="*/ 0 w 3493008"/>
              <a:gd name="connsiteY25" fmla="*/ 724584 h 81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93008" h="811192">
                <a:moveTo>
                  <a:pt x="0" y="0"/>
                </a:moveTo>
                <a:lnTo>
                  <a:pt x="256190" y="0"/>
                </a:lnTo>
                <a:lnTo>
                  <a:pt x="888488" y="0"/>
                </a:lnTo>
                <a:lnTo>
                  <a:pt x="1281558" y="0"/>
                </a:lnTo>
                <a:lnTo>
                  <a:pt x="1462420" y="0"/>
                </a:lnTo>
                <a:lnTo>
                  <a:pt x="1537748" y="0"/>
                </a:lnTo>
                <a:lnTo>
                  <a:pt x="1832071" y="0"/>
                </a:lnTo>
                <a:lnTo>
                  <a:pt x="2170046" y="0"/>
                </a:lnTo>
                <a:lnTo>
                  <a:pt x="2211450" y="0"/>
                </a:lnTo>
                <a:lnTo>
                  <a:pt x="2743978" y="0"/>
                </a:lnTo>
                <a:lnTo>
                  <a:pt x="3113629" y="0"/>
                </a:lnTo>
                <a:lnTo>
                  <a:pt x="3493008" y="0"/>
                </a:lnTo>
                <a:lnTo>
                  <a:pt x="3493008" y="724584"/>
                </a:lnTo>
                <a:cubicBezTo>
                  <a:pt x="3493008" y="772416"/>
                  <a:pt x="3454232" y="811192"/>
                  <a:pt x="3406400" y="811192"/>
                </a:cubicBezTo>
                <a:lnTo>
                  <a:pt x="3027021" y="811192"/>
                </a:lnTo>
                <a:lnTo>
                  <a:pt x="2657370" y="811192"/>
                </a:lnTo>
                <a:lnTo>
                  <a:pt x="2298058" y="811192"/>
                </a:lnTo>
                <a:lnTo>
                  <a:pt x="2083438" y="811192"/>
                </a:lnTo>
                <a:lnTo>
                  <a:pt x="1918679" y="811192"/>
                </a:lnTo>
                <a:lnTo>
                  <a:pt x="1549028" y="811192"/>
                </a:lnTo>
                <a:lnTo>
                  <a:pt x="1451140" y="811192"/>
                </a:lnTo>
                <a:lnTo>
                  <a:pt x="1194950" y="811192"/>
                </a:lnTo>
                <a:lnTo>
                  <a:pt x="975096" y="811192"/>
                </a:lnTo>
                <a:lnTo>
                  <a:pt x="342798" y="811192"/>
                </a:lnTo>
                <a:lnTo>
                  <a:pt x="86608" y="811192"/>
                </a:lnTo>
                <a:cubicBezTo>
                  <a:pt x="38776" y="811192"/>
                  <a:pt x="0" y="772416"/>
                  <a:pt x="0" y="724584"/>
                </a:cubicBezTo>
                <a:close/>
              </a:path>
            </a:pathLst>
          </a:custGeom>
          <a:solidFill>
            <a:srgbClr val="000075"/>
          </a:solidFill>
        </p:spPr>
        <p:txBody>
          <a:bodyPr wrap="square" lIns="182880" tIns="182880" rIns="182880" bIns="182880">
            <a:noAutofit/>
          </a:bodyPr>
          <a:lstStyle>
            <a:lvl1pPr>
              <a:defRPr sz="1600"/>
            </a:lvl1pPr>
          </a:lstStyle>
          <a:p>
            <a:pPr>
              <a:lnSpc>
                <a:spcPts val="1700"/>
              </a:lnSpc>
            </a:pPr>
            <a:r>
              <a:rPr lang="en-US">
                <a:solidFill>
                  <a:schemeClr val="bg1"/>
                </a:solidFill>
              </a:rPr>
              <a:t>Name Placeholder</a:t>
            </a:r>
          </a:p>
          <a:p>
            <a:pPr>
              <a:lnSpc>
                <a:spcPts val="1700"/>
              </a:lnSpc>
            </a:pPr>
            <a:r>
              <a:rPr lang="en-US" sz="1100">
                <a:solidFill>
                  <a:schemeClr val="bg1"/>
                </a:solidFill>
              </a:rPr>
              <a:t>Descriptor</a:t>
            </a:r>
          </a:p>
        </p:txBody>
      </p:sp>
      <p:sp>
        <p:nvSpPr>
          <p:cNvPr id="23" name="Text Placeholder 22">
            <a:extLst>
              <a:ext uri="{FF2B5EF4-FFF2-40B4-BE49-F238E27FC236}">
                <a16:creationId xmlns:a16="http://schemas.microsoft.com/office/drawing/2014/main" id="{39283D90-3DF6-9433-DA0D-F2F8E31A92F2}"/>
              </a:ext>
            </a:extLst>
          </p:cNvPr>
          <p:cNvSpPr>
            <a:spLocks noGrp="1"/>
          </p:cNvSpPr>
          <p:nvPr>
            <p:ph type="body" sz="quarter" idx="53" hasCustomPrompt="1"/>
          </p:nvPr>
        </p:nvSpPr>
        <p:spPr>
          <a:xfrm>
            <a:off x="4350272" y="5202141"/>
            <a:ext cx="3493008" cy="811192"/>
          </a:xfrm>
          <a:custGeom>
            <a:avLst/>
            <a:gdLst>
              <a:gd name="connsiteX0" fmla="*/ 0 w 3493008"/>
              <a:gd name="connsiteY0" fmla="*/ 0 h 811192"/>
              <a:gd name="connsiteX1" fmla="*/ 256190 w 3493008"/>
              <a:gd name="connsiteY1" fmla="*/ 0 h 811192"/>
              <a:gd name="connsiteX2" fmla="*/ 888488 w 3493008"/>
              <a:gd name="connsiteY2" fmla="*/ 0 h 811192"/>
              <a:gd name="connsiteX3" fmla="*/ 1281558 w 3493008"/>
              <a:gd name="connsiteY3" fmla="*/ 0 h 811192"/>
              <a:gd name="connsiteX4" fmla="*/ 1462420 w 3493008"/>
              <a:gd name="connsiteY4" fmla="*/ 0 h 811192"/>
              <a:gd name="connsiteX5" fmla="*/ 1537748 w 3493008"/>
              <a:gd name="connsiteY5" fmla="*/ 0 h 811192"/>
              <a:gd name="connsiteX6" fmla="*/ 1832071 w 3493008"/>
              <a:gd name="connsiteY6" fmla="*/ 0 h 811192"/>
              <a:gd name="connsiteX7" fmla="*/ 2170046 w 3493008"/>
              <a:gd name="connsiteY7" fmla="*/ 0 h 811192"/>
              <a:gd name="connsiteX8" fmla="*/ 2211450 w 3493008"/>
              <a:gd name="connsiteY8" fmla="*/ 0 h 811192"/>
              <a:gd name="connsiteX9" fmla="*/ 2743978 w 3493008"/>
              <a:gd name="connsiteY9" fmla="*/ 0 h 811192"/>
              <a:gd name="connsiteX10" fmla="*/ 3113629 w 3493008"/>
              <a:gd name="connsiteY10" fmla="*/ 0 h 811192"/>
              <a:gd name="connsiteX11" fmla="*/ 3493008 w 3493008"/>
              <a:gd name="connsiteY11" fmla="*/ 0 h 811192"/>
              <a:gd name="connsiteX12" fmla="*/ 3493008 w 3493008"/>
              <a:gd name="connsiteY12" fmla="*/ 724584 h 811192"/>
              <a:gd name="connsiteX13" fmla="*/ 3406400 w 3493008"/>
              <a:gd name="connsiteY13" fmla="*/ 811192 h 811192"/>
              <a:gd name="connsiteX14" fmla="*/ 3027021 w 3493008"/>
              <a:gd name="connsiteY14" fmla="*/ 811192 h 811192"/>
              <a:gd name="connsiteX15" fmla="*/ 2657370 w 3493008"/>
              <a:gd name="connsiteY15" fmla="*/ 811192 h 811192"/>
              <a:gd name="connsiteX16" fmla="*/ 2298058 w 3493008"/>
              <a:gd name="connsiteY16" fmla="*/ 811192 h 811192"/>
              <a:gd name="connsiteX17" fmla="*/ 2083438 w 3493008"/>
              <a:gd name="connsiteY17" fmla="*/ 811192 h 811192"/>
              <a:gd name="connsiteX18" fmla="*/ 1918679 w 3493008"/>
              <a:gd name="connsiteY18" fmla="*/ 811192 h 811192"/>
              <a:gd name="connsiteX19" fmla="*/ 1549028 w 3493008"/>
              <a:gd name="connsiteY19" fmla="*/ 811192 h 811192"/>
              <a:gd name="connsiteX20" fmla="*/ 1451140 w 3493008"/>
              <a:gd name="connsiteY20" fmla="*/ 811192 h 811192"/>
              <a:gd name="connsiteX21" fmla="*/ 1194950 w 3493008"/>
              <a:gd name="connsiteY21" fmla="*/ 811192 h 811192"/>
              <a:gd name="connsiteX22" fmla="*/ 975096 w 3493008"/>
              <a:gd name="connsiteY22" fmla="*/ 811192 h 811192"/>
              <a:gd name="connsiteX23" fmla="*/ 342798 w 3493008"/>
              <a:gd name="connsiteY23" fmla="*/ 811192 h 811192"/>
              <a:gd name="connsiteX24" fmla="*/ 86608 w 3493008"/>
              <a:gd name="connsiteY24" fmla="*/ 811192 h 811192"/>
              <a:gd name="connsiteX25" fmla="*/ 0 w 3493008"/>
              <a:gd name="connsiteY25" fmla="*/ 724584 h 81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93008" h="811192">
                <a:moveTo>
                  <a:pt x="0" y="0"/>
                </a:moveTo>
                <a:lnTo>
                  <a:pt x="256190" y="0"/>
                </a:lnTo>
                <a:lnTo>
                  <a:pt x="888488" y="0"/>
                </a:lnTo>
                <a:lnTo>
                  <a:pt x="1281558" y="0"/>
                </a:lnTo>
                <a:lnTo>
                  <a:pt x="1462420" y="0"/>
                </a:lnTo>
                <a:lnTo>
                  <a:pt x="1537748" y="0"/>
                </a:lnTo>
                <a:lnTo>
                  <a:pt x="1832071" y="0"/>
                </a:lnTo>
                <a:lnTo>
                  <a:pt x="2170046" y="0"/>
                </a:lnTo>
                <a:lnTo>
                  <a:pt x="2211450" y="0"/>
                </a:lnTo>
                <a:lnTo>
                  <a:pt x="2743978" y="0"/>
                </a:lnTo>
                <a:lnTo>
                  <a:pt x="3113629" y="0"/>
                </a:lnTo>
                <a:lnTo>
                  <a:pt x="3493008" y="0"/>
                </a:lnTo>
                <a:lnTo>
                  <a:pt x="3493008" y="724584"/>
                </a:lnTo>
                <a:cubicBezTo>
                  <a:pt x="3493008" y="772416"/>
                  <a:pt x="3454232" y="811192"/>
                  <a:pt x="3406400" y="811192"/>
                </a:cubicBezTo>
                <a:lnTo>
                  <a:pt x="3027021" y="811192"/>
                </a:lnTo>
                <a:lnTo>
                  <a:pt x="2657370" y="811192"/>
                </a:lnTo>
                <a:lnTo>
                  <a:pt x="2298058" y="811192"/>
                </a:lnTo>
                <a:lnTo>
                  <a:pt x="2083438" y="811192"/>
                </a:lnTo>
                <a:lnTo>
                  <a:pt x="1918679" y="811192"/>
                </a:lnTo>
                <a:lnTo>
                  <a:pt x="1549028" y="811192"/>
                </a:lnTo>
                <a:lnTo>
                  <a:pt x="1451140" y="811192"/>
                </a:lnTo>
                <a:lnTo>
                  <a:pt x="1194950" y="811192"/>
                </a:lnTo>
                <a:lnTo>
                  <a:pt x="975096" y="811192"/>
                </a:lnTo>
                <a:lnTo>
                  <a:pt x="342798" y="811192"/>
                </a:lnTo>
                <a:lnTo>
                  <a:pt x="86608" y="811192"/>
                </a:lnTo>
                <a:cubicBezTo>
                  <a:pt x="38776" y="811192"/>
                  <a:pt x="0" y="772416"/>
                  <a:pt x="0" y="724584"/>
                </a:cubicBezTo>
                <a:close/>
              </a:path>
            </a:pathLst>
          </a:custGeom>
          <a:solidFill>
            <a:srgbClr val="000075"/>
          </a:solidFill>
        </p:spPr>
        <p:txBody>
          <a:bodyPr wrap="square" lIns="182880" tIns="182880" rIns="182880" bIns="182880">
            <a:noAutofit/>
          </a:bodyPr>
          <a:lstStyle>
            <a:lvl1pPr>
              <a:defRPr sz="1600"/>
            </a:lvl1pPr>
          </a:lstStyle>
          <a:p>
            <a:pPr>
              <a:lnSpc>
                <a:spcPts val="1700"/>
              </a:lnSpc>
            </a:pPr>
            <a:r>
              <a:rPr lang="en-US">
                <a:solidFill>
                  <a:schemeClr val="bg1"/>
                </a:solidFill>
              </a:rPr>
              <a:t>Name Placeholder</a:t>
            </a:r>
          </a:p>
          <a:p>
            <a:pPr>
              <a:lnSpc>
                <a:spcPts val="1700"/>
              </a:lnSpc>
            </a:pPr>
            <a:r>
              <a:rPr lang="en-US" sz="1100">
                <a:solidFill>
                  <a:schemeClr val="bg1"/>
                </a:solidFill>
              </a:rPr>
              <a:t>Descriptor</a:t>
            </a:r>
          </a:p>
        </p:txBody>
      </p:sp>
      <p:sp>
        <p:nvSpPr>
          <p:cNvPr id="24" name="Text Placeholder 23">
            <a:extLst>
              <a:ext uri="{FF2B5EF4-FFF2-40B4-BE49-F238E27FC236}">
                <a16:creationId xmlns:a16="http://schemas.microsoft.com/office/drawing/2014/main" id="{35FDF765-C46F-E2A4-5E16-0849837D6A1B}"/>
              </a:ext>
            </a:extLst>
          </p:cNvPr>
          <p:cNvSpPr>
            <a:spLocks noGrp="1"/>
          </p:cNvSpPr>
          <p:nvPr>
            <p:ph type="body" sz="quarter" idx="54" hasCustomPrompt="1"/>
          </p:nvPr>
        </p:nvSpPr>
        <p:spPr>
          <a:xfrm>
            <a:off x="8183055" y="5202141"/>
            <a:ext cx="3493008" cy="811192"/>
          </a:xfrm>
          <a:custGeom>
            <a:avLst/>
            <a:gdLst>
              <a:gd name="connsiteX0" fmla="*/ 0 w 3493008"/>
              <a:gd name="connsiteY0" fmla="*/ 0 h 811192"/>
              <a:gd name="connsiteX1" fmla="*/ 256190 w 3493008"/>
              <a:gd name="connsiteY1" fmla="*/ 0 h 811192"/>
              <a:gd name="connsiteX2" fmla="*/ 888488 w 3493008"/>
              <a:gd name="connsiteY2" fmla="*/ 0 h 811192"/>
              <a:gd name="connsiteX3" fmla="*/ 1281558 w 3493008"/>
              <a:gd name="connsiteY3" fmla="*/ 0 h 811192"/>
              <a:gd name="connsiteX4" fmla="*/ 1462420 w 3493008"/>
              <a:gd name="connsiteY4" fmla="*/ 0 h 811192"/>
              <a:gd name="connsiteX5" fmla="*/ 1537748 w 3493008"/>
              <a:gd name="connsiteY5" fmla="*/ 0 h 811192"/>
              <a:gd name="connsiteX6" fmla="*/ 1832071 w 3493008"/>
              <a:gd name="connsiteY6" fmla="*/ 0 h 811192"/>
              <a:gd name="connsiteX7" fmla="*/ 2170046 w 3493008"/>
              <a:gd name="connsiteY7" fmla="*/ 0 h 811192"/>
              <a:gd name="connsiteX8" fmla="*/ 2211450 w 3493008"/>
              <a:gd name="connsiteY8" fmla="*/ 0 h 811192"/>
              <a:gd name="connsiteX9" fmla="*/ 2743978 w 3493008"/>
              <a:gd name="connsiteY9" fmla="*/ 0 h 811192"/>
              <a:gd name="connsiteX10" fmla="*/ 3113629 w 3493008"/>
              <a:gd name="connsiteY10" fmla="*/ 0 h 811192"/>
              <a:gd name="connsiteX11" fmla="*/ 3493008 w 3493008"/>
              <a:gd name="connsiteY11" fmla="*/ 0 h 811192"/>
              <a:gd name="connsiteX12" fmla="*/ 3493008 w 3493008"/>
              <a:gd name="connsiteY12" fmla="*/ 724584 h 811192"/>
              <a:gd name="connsiteX13" fmla="*/ 3406400 w 3493008"/>
              <a:gd name="connsiteY13" fmla="*/ 811192 h 811192"/>
              <a:gd name="connsiteX14" fmla="*/ 3027021 w 3493008"/>
              <a:gd name="connsiteY14" fmla="*/ 811192 h 811192"/>
              <a:gd name="connsiteX15" fmla="*/ 2657370 w 3493008"/>
              <a:gd name="connsiteY15" fmla="*/ 811192 h 811192"/>
              <a:gd name="connsiteX16" fmla="*/ 2298058 w 3493008"/>
              <a:gd name="connsiteY16" fmla="*/ 811192 h 811192"/>
              <a:gd name="connsiteX17" fmla="*/ 2083438 w 3493008"/>
              <a:gd name="connsiteY17" fmla="*/ 811192 h 811192"/>
              <a:gd name="connsiteX18" fmla="*/ 1918679 w 3493008"/>
              <a:gd name="connsiteY18" fmla="*/ 811192 h 811192"/>
              <a:gd name="connsiteX19" fmla="*/ 1549028 w 3493008"/>
              <a:gd name="connsiteY19" fmla="*/ 811192 h 811192"/>
              <a:gd name="connsiteX20" fmla="*/ 1451140 w 3493008"/>
              <a:gd name="connsiteY20" fmla="*/ 811192 h 811192"/>
              <a:gd name="connsiteX21" fmla="*/ 1194950 w 3493008"/>
              <a:gd name="connsiteY21" fmla="*/ 811192 h 811192"/>
              <a:gd name="connsiteX22" fmla="*/ 975096 w 3493008"/>
              <a:gd name="connsiteY22" fmla="*/ 811192 h 811192"/>
              <a:gd name="connsiteX23" fmla="*/ 342798 w 3493008"/>
              <a:gd name="connsiteY23" fmla="*/ 811192 h 811192"/>
              <a:gd name="connsiteX24" fmla="*/ 86608 w 3493008"/>
              <a:gd name="connsiteY24" fmla="*/ 811192 h 811192"/>
              <a:gd name="connsiteX25" fmla="*/ 0 w 3493008"/>
              <a:gd name="connsiteY25" fmla="*/ 724584 h 81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93008" h="811192">
                <a:moveTo>
                  <a:pt x="0" y="0"/>
                </a:moveTo>
                <a:lnTo>
                  <a:pt x="256190" y="0"/>
                </a:lnTo>
                <a:lnTo>
                  <a:pt x="888488" y="0"/>
                </a:lnTo>
                <a:lnTo>
                  <a:pt x="1281558" y="0"/>
                </a:lnTo>
                <a:lnTo>
                  <a:pt x="1462420" y="0"/>
                </a:lnTo>
                <a:lnTo>
                  <a:pt x="1537748" y="0"/>
                </a:lnTo>
                <a:lnTo>
                  <a:pt x="1832071" y="0"/>
                </a:lnTo>
                <a:lnTo>
                  <a:pt x="2170046" y="0"/>
                </a:lnTo>
                <a:lnTo>
                  <a:pt x="2211450" y="0"/>
                </a:lnTo>
                <a:lnTo>
                  <a:pt x="2743978" y="0"/>
                </a:lnTo>
                <a:lnTo>
                  <a:pt x="3113629" y="0"/>
                </a:lnTo>
                <a:lnTo>
                  <a:pt x="3493008" y="0"/>
                </a:lnTo>
                <a:lnTo>
                  <a:pt x="3493008" y="724584"/>
                </a:lnTo>
                <a:cubicBezTo>
                  <a:pt x="3493008" y="772416"/>
                  <a:pt x="3454232" y="811192"/>
                  <a:pt x="3406400" y="811192"/>
                </a:cubicBezTo>
                <a:lnTo>
                  <a:pt x="3027021" y="811192"/>
                </a:lnTo>
                <a:lnTo>
                  <a:pt x="2657370" y="811192"/>
                </a:lnTo>
                <a:lnTo>
                  <a:pt x="2298058" y="811192"/>
                </a:lnTo>
                <a:lnTo>
                  <a:pt x="2083438" y="811192"/>
                </a:lnTo>
                <a:lnTo>
                  <a:pt x="1918679" y="811192"/>
                </a:lnTo>
                <a:lnTo>
                  <a:pt x="1549028" y="811192"/>
                </a:lnTo>
                <a:lnTo>
                  <a:pt x="1451140" y="811192"/>
                </a:lnTo>
                <a:lnTo>
                  <a:pt x="1194950" y="811192"/>
                </a:lnTo>
                <a:lnTo>
                  <a:pt x="975096" y="811192"/>
                </a:lnTo>
                <a:lnTo>
                  <a:pt x="342798" y="811192"/>
                </a:lnTo>
                <a:lnTo>
                  <a:pt x="86608" y="811192"/>
                </a:lnTo>
                <a:cubicBezTo>
                  <a:pt x="38776" y="811192"/>
                  <a:pt x="0" y="772416"/>
                  <a:pt x="0" y="724584"/>
                </a:cubicBezTo>
                <a:close/>
              </a:path>
            </a:pathLst>
          </a:custGeom>
          <a:solidFill>
            <a:srgbClr val="000075"/>
          </a:solidFill>
        </p:spPr>
        <p:txBody>
          <a:bodyPr wrap="square" lIns="182880" tIns="182880" rIns="182880" bIns="182880">
            <a:noAutofit/>
          </a:bodyPr>
          <a:lstStyle>
            <a:lvl1pPr>
              <a:defRPr sz="1600"/>
            </a:lvl1pPr>
          </a:lstStyle>
          <a:p>
            <a:pPr>
              <a:lnSpc>
                <a:spcPts val="1700"/>
              </a:lnSpc>
            </a:pPr>
            <a:r>
              <a:rPr lang="en-US">
                <a:solidFill>
                  <a:schemeClr val="bg1"/>
                </a:solidFill>
              </a:rPr>
              <a:t>Name Placeholder</a:t>
            </a:r>
          </a:p>
          <a:p>
            <a:pPr>
              <a:lnSpc>
                <a:spcPts val="1700"/>
              </a:lnSpc>
            </a:pPr>
            <a:r>
              <a:rPr lang="en-US" sz="1100">
                <a:solidFill>
                  <a:schemeClr val="bg1"/>
                </a:solidFill>
              </a:rPr>
              <a:t>Descriptor</a:t>
            </a:r>
          </a:p>
        </p:txBody>
      </p:sp>
      <p:cxnSp>
        <p:nvCxnSpPr>
          <p:cNvPr id="2" name="Straight Connector 1">
            <a:extLst>
              <a:ext uri="{FF2B5EF4-FFF2-40B4-BE49-F238E27FC236}">
                <a16:creationId xmlns:a16="http://schemas.microsoft.com/office/drawing/2014/main" id="{6208F822-F1D5-42DA-5FA9-3ADED157FA54}"/>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48979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ext + Image ( 4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4" name="Text Placeholder 12">
            <a:extLst>
              <a:ext uri="{FF2B5EF4-FFF2-40B4-BE49-F238E27FC236}">
                <a16:creationId xmlns:a16="http://schemas.microsoft.com/office/drawing/2014/main" id="{5CF2A1D8-A91F-FA9A-D7F4-DDC731B9A64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51" name="Picture Placeholder 50">
            <a:extLst>
              <a:ext uri="{FF2B5EF4-FFF2-40B4-BE49-F238E27FC236}">
                <a16:creationId xmlns:a16="http://schemas.microsoft.com/office/drawing/2014/main" id="{0D88FAA1-9042-02B3-622C-151F7940B64A}"/>
              </a:ext>
            </a:extLst>
          </p:cNvPr>
          <p:cNvSpPr>
            <a:spLocks noGrp="1"/>
          </p:cNvSpPr>
          <p:nvPr>
            <p:ph type="pic" sz="quarter" idx="50"/>
          </p:nvPr>
        </p:nvSpPr>
        <p:spPr>
          <a:xfrm>
            <a:off x="517490"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55" name="Text Placeholder 54">
            <a:extLst>
              <a:ext uri="{FF2B5EF4-FFF2-40B4-BE49-F238E27FC236}">
                <a16:creationId xmlns:a16="http://schemas.microsoft.com/office/drawing/2014/main" id="{D0A6A752-3AA8-98D1-ECCD-1C0C1B4089C7}"/>
              </a:ext>
            </a:extLst>
          </p:cNvPr>
          <p:cNvSpPr>
            <a:spLocks noGrp="1"/>
          </p:cNvSpPr>
          <p:nvPr>
            <p:ph type="body" sz="quarter" idx="51" hasCustomPrompt="1"/>
          </p:nvPr>
        </p:nvSpPr>
        <p:spPr>
          <a:xfrm>
            <a:off x="517490"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58" name="Picture Placeholder 57">
            <a:extLst>
              <a:ext uri="{FF2B5EF4-FFF2-40B4-BE49-F238E27FC236}">
                <a16:creationId xmlns:a16="http://schemas.microsoft.com/office/drawing/2014/main" id="{BB8CC48A-4EBF-3D9C-4ADF-8DE29AB4EB8C}"/>
              </a:ext>
            </a:extLst>
          </p:cNvPr>
          <p:cNvSpPr>
            <a:spLocks noGrp="1"/>
          </p:cNvSpPr>
          <p:nvPr>
            <p:ph type="pic" sz="quarter" idx="53"/>
          </p:nvPr>
        </p:nvSpPr>
        <p:spPr>
          <a:xfrm>
            <a:off x="3395766"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59" name="Text Placeholder 58">
            <a:extLst>
              <a:ext uri="{FF2B5EF4-FFF2-40B4-BE49-F238E27FC236}">
                <a16:creationId xmlns:a16="http://schemas.microsoft.com/office/drawing/2014/main" id="{4D812AE9-7797-DF52-6A85-2B92114E510B}"/>
              </a:ext>
            </a:extLst>
          </p:cNvPr>
          <p:cNvSpPr>
            <a:spLocks noGrp="1"/>
          </p:cNvSpPr>
          <p:nvPr>
            <p:ph type="body" sz="quarter" idx="54" hasCustomPrompt="1"/>
          </p:nvPr>
        </p:nvSpPr>
        <p:spPr>
          <a:xfrm>
            <a:off x="3395767"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60" name="Picture Placeholder 59">
            <a:extLst>
              <a:ext uri="{FF2B5EF4-FFF2-40B4-BE49-F238E27FC236}">
                <a16:creationId xmlns:a16="http://schemas.microsoft.com/office/drawing/2014/main" id="{5CADD3FE-FFF9-DFDE-FF6F-EBC0D91321FE}"/>
              </a:ext>
            </a:extLst>
          </p:cNvPr>
          <p:cNvSpPr>
            <a:spLocks noGrp="1"/>
          </p:cNvSpPr>
          <p:nvPr>
            <p:ph type="pic" sz="quarter" idx="55"/>
          </p:nvPr>
        </p:nvSpPr>
        <p:spPr>
          <a:xfrm>
            <a:off x="6274042"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61" name="Text Placeholder 60">
            <a:extLst>
              <a:ext uri="{FF2B5EF4-FFF2-40B4-BE49-F238E27FC236}">
                <a16:creationId xmlns:a16="http://schemas.microsoft.com/office/drawing/2014/main" id="{579D771B-5E43-B2EA-BE32-BE279EF83550}"/>
              </a:ext>
            </a:extLst>
          </p:cNvPr>
          <p:cNvSpPr>
            <a:spLocks noGrp="1"/>
          </p:cNvSpPr>
          <p:nvPr>
            <p:ph type="body" sz="quarter" idx="56" hasCustomPrompt="1"/>
          </p:nvPr>
        </p:nvSpPr>
        <p:spPr>
          <a:xfrm>
            <a:off x="6274042"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62" name="Picture Placeholder 61">
            <a:extLst>
              <a:ext uri="{FF2B5EF4-FFF2-40B4-BE49-F238E27FC236}">
                <a16:creationId xmlns:a16="http://schemas.microsoft.com/office/drawing/2014/main" id="{8508ECC8-914F-7E94-D9A2-9CEAF7A5031F}"/>
              </a:ext>
            </a:extLst>
          </p:cNvPr>
          <p:cNvSpPr>
            <a:spLocks noGrp="1"/>
          </p:cNvSpPr>
          <p:nvPr>
            <p:ph type="pic" sz="quarter" idx="57"/>
          </p:nvPr>
        </p:nvSpPr>
        <p:spPr>
          <a:xfrm>
            <a:off x="9152319"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63" name="Text Placeholder 62">
            <a:extLst>
              <a:ext uri="{FF2B5EF4-FFF2-40B4-BE49-F238E27FC236}">
                <a16:creationId xmlns:a16="http://schemas.microsoft.com/office/drawing/2014/main" id="{2188E42C-AB90-F4ED-76DD-96BF9CE00F3B}"/>
              </a:ext>
            </a:extLst>
          </p:cNvPr>
          <p:cNvSpPr>
            <a:spLocks noGrp="1"/>
          </p:cNvSpPr>
          <p:nvPr>
            <p:ph type="body" sz="quarter" idx="58" hasCustomPrompt="1"/>
          </p:nvPr>
        </p:nvSpPr>
        <p:spPr>
          <a:xfrm>
            <a:off x="9152320"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cxnSp>
        <p:nvCxnSpPr>
          <p:cNvPr id="2" name="Straight Connector 1">
            <a:extLst>
              <a:ext uri="{FF2B5EF4-FFF2-40B4-BE49-F238E27FC236}">
                <a16:creationId xmlns:a16="http://schemas.microsoft.com/office/drawing/2014/main" id="{C44B9B62-0393-4C3E-F385-7971A27A003F}"/>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6056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ext + Image ( 4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4" name="Text Placeholder 12">
            <a:extLst>
              <a:ext uri="{FF2B5EF4-FFF2-40B4-BE49-F238E27FC236}">
                <a16:creationId xmlns:a16="http://schemas.microsoft.com/office/drawing/2014/main" id="{5CF2A1D8-A91F-FA9A-D7F4-DDC731B9A64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53" name="Picture Placeholder 52">
            <a:extLst>
              <a:ext uri="{FF2B5EF4-FFF2-40B4-BE49-F238E27FC236}">
                <a16:creationId xmlns:a16="http://schemas.microsoft.com/office/drawing/2014/main" id="{C5F0163E-C6AF-91B8-E6C5-503307699E52}"/>
              </a:ext>
            </a:extLst>
          </p:cNvPr>
          <p:cNvSpPr>
            <a:spLocks noGrp="1"/>
          </p:cNvSpPr>
          <p:nvPr>
            <p:ph type="pic" sz="quarter" idx="11"/>
          </p:nvPr>
        </p:nvSpPr>
        <p:spPr>
          <a:xfrm>
            <a:off x="510790"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58" name="Text Placeholder 57">
            <a:extLst>
              <a:ext uri="{FF2B5EF4-FFF2-40B4-BE49-F238E27FC236}">
                <a16:creationId xmlns:a16="http://schemas.microsoft.com/office/drawing/2014/main" id="{5ABD8F68-D070-4CA1-C7D7-963DC7726886}"/>
              </a:ext>
            </a:extLst>
          </p:cNvPr>
          <p:cNvSpPr>
            <a:spLocks noGrp="1"/>
          </p:cNvSpPr>
          <p:nvPr>
            <p:ph type="body" sz="quarter" idx="12" hasCustomPrompt="1"/>
          </p:nvPr>
        </p:nvSpPr>
        <p:spPr>
          <a:xfrm>
            <a:off x="1775262"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63" name="Picture Placeholder 62">
            <a:extLst>
              <a:ext uri="{FF2B5EF4-FFF2-40B4-BE49-F238E27FC236}">
                <a16:creationId xmlns:a16="http://schemas.microsoft.com/office/drawing/2014/main" id="{D6DE4DB9-48A2-3FEE-E0E3-E57271BB3435}"/>
              </a:ext>
            </a:extLst>
          </p:cNvPr>
          <p:cNvSpPr>
            <a:spLocks noGrp="1"/>
          </p:cNvSpPr>
          <p:nvPr>
            <p:ph type="pic" sz="quarter" idx="13"/>
          </p:nvPr>
        </p:nvSpPr>
        <p:spPr>
          <a:xfrm>
            <a:off x="510790"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64" name="Text Placeholder 63">
            <a:extLst>
              <a:ext uri="{FF2B5EF4-FFF2-40B4-BE49-F238E27FC236}">
                <a16:creationId xmlns:a16="http://schemas.microsoft.com/office/drawing/2014/main" id="{F56264A8-265D-13BA-265B-834CD20E87AA}"/>
              </a:ext>
            </a:extLst>
          </p:cNvPr>
          <p:cNvSpPr>
            <a:spLocks noGrp="1"/>
          </p:cNvSpPr>
          <p:nvPr>
            <p:ph type="body" sz="quarter" idx="14" hasCustomPrompt="1"/>
          </p:nvPr>
        </p:nvSpPr>
        <p:spPr>
          <a:xfrm>
            <a:off x="1775262"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66" name="Picture Placeholder 65">
            <a:extLst>
              <a:ext uri="{FF2B5EF4-FFF2-40B4-BE49-F238E27FC236}">
                <a16:creationId xmlns:a16="http://schemas.microsoft.com/office/drawing/2014/main" id="{18132D4E-D5BA-7E41-FDC1-76203E0D31AC}"/>
              </a:ext>
            </a:extLst>
          </p:cNvPr>
          <p:cNvSpPr>
            <a:spLocks noGrp="1"/>
          </p:cNvSpPr>
          <p:nvPr>
            <p:ph type="pic" sz="quarter" idx="15"/>
          </p:nvPr>
        </p:nvSpPr>
        <p:spPr>
          <a:xfrm>
            <a:off x="510790"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67" name="Text Placeholder 66">
            <a:extLst>
              <a:ext uri="{FF2B5EF4-FFF2-40B4-BE49-F238E27FC236}">
                <a16:creationId xmlns:a16="http://schemas.microsoft.com/office/drawing/2014/main" id="{59D7251B-3A71-7008-67A6-9C15D0D0BA5B}"/>
              </a:ext>
            </a:extLst>
          </p:cNvPr>
          <p:cNvSpPr>
            <a:spLocks noGrp="1"/>
          </p:cNvSpPr>
          <p:nvPr>
            <p:ph type="body" sz="quarter" idx="16" hasCustomPrompt="1"/>
          </p:nvPr>
        </p:nvSpPr>
        <p:spPr>
          <a:xfrm>
            <a:off x="1775262"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87" name="Picture Placeholder 86">
            <a:extLst>
              <a:ext uri="{FF2B5EF4-FFF2-40B4-BE49-F238E27FC236}">
                <a16:creationId xmlns:a16="http://schemas.microsoft.com/office/drawing/2014/main" id="{93ECD5EB-1C65-3370-E4FD-CAD9F17C5086}"/>
              </a:ext>
            </a:extLst>
          </p:cNvPr>
          <p:cNvSpPr>
            <a:spLocks noGrp="1"/>
          </p:cNvSpPr>
          <p:nvPr>
            <p:ph type="pic" sz="quarter" idx="23"/>
          </p:nvPr>
        </p:nvSpPr>
        <p:spPr>
          <a:xfrm>
            <a:off x="6262942"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88" name="Text Placeholder 87">
            <a:extLst>
              <a:ext uri="{FF2B5EF4-FFF2-40B4-BE49-F238E27FC236}">
                <a16:creationId xmlns:a16="http://schemas.microsoft.com/office/drawing/2014/main" id="{60817A92-7D16-38FF-4932-231E8ABF98DB}"/>
              </a:ext>
            </a:extLst>
          </p:cNvPr>
          <p:cNvSpPr>
            <a:spLocks noGrp="1"/>
          </p:cNvSpPr>
          <p:nvPr>
            <p:ph type="body" sz="quarter" idx="24" hasCustomPrompt="1"/>
          </p:nvPr>
        </p:nvSpPr>
        <p:spPr>
          <a:xfrm>
            <a:off x="7527414"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0" name="Picture Placeholder 89">
            <a:extLst>
              <a:ext uri="{FF2B5EF4-FFF2-40B4-BE49-F238E27FC236}">
                <a16:creationId xmlns:a16="http://schemas.microsoft.com/office/drawing/2014/main" id="{4FB79EE4-E1F8-8A9A-844F-139940C4D8BD}"/>
              </a:ext>
            </a:extLst>
          </p:cNvPr>
          <p:cNvSpPr>
            <a:spLocks noGrp="1"/>
          </p:cNvSpPr>
          <p:nvPr>
            <p:ph type="pic" sz="quarter" idx="25"/>
          </p:nvPr>
        </p:nvSpPr>
        <p:spPr>
          <a:xfrm>
            <a:off x="6262942"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91" name="Text Placeholder 90">
            <a:extLst>
              <a:ext uri="{FF2B5EF4-FFF2-40B4-BE49-F238E27FC236}">
                <a16:creationId xmlns:a16="http://schemas.microsoft.com/office/drawing/2014/main" id="{7860644B-1851-012A-864B-01A085DE3B01}"/>
              </a:ext>
            </a:extLst>
          </p:cNvPr>
          <p:cNvSpPr>
            <a:spLocks noGrp="1"/>
          </p:cNvSpPr>
          <p:nvPr>
            <p:ph type="body" sz="quarter" idx="26" hasCustomPrompt="1"/>
          </p:nvPr>
        </p:nvSpPr>
        <p:spPr>
          <a:xfrm>
            <a:off x="7527414"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3" name="Picture Placeholder 92">
            <a:extLst>
              <a:ext uri="{FF2B5EF4-FFF2-40B4-BE49-F238E27FC236}">
                <a16:creationId xmlns:a16="http://schemas.microsoft.com/office/drawing/2014/main" id="{09CCBC2A-E785-ACE1-AAC7-CC46C0F7CCA5}"/>
              </a:ext>
            </a:extLst>
          </p:cNvPr>
          <p:cNvSpPr>
            <a:spLocks noGrp="1"/>
          </p:cNvSpPr>
          <p:nvPr>
            <p:ph type="pic" sz="quarter" idx="27"/>
          </p:nvPr>
        </p:nvSpPr>
        <p:spPr>
          <a:xfrm>
            <a:off x="6262942"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94" name="Text Placeholder 93">
            <a:extLst>
              <a:ext uri="{FF2B5EF4-FFF2-40B4-BE49-F238E27FC236}">
                <a16:creationId xmlns:a16="http://schemas.microsoft.com/office/drawing/2014/main" id="{4CB4DCA1-48DC-7A14-3C9C-3DF420995149}"/>
              </a:ext>
            </a:extLst>
          </p:cNvPr>
          <p:cNvSpPr>
            <a:spLocks noGrp="1"/>
          </p:cNvSpPr>
          <p:nvPr>
            <p:ph type="body" sz="quarter" idx="28" hasCustomPrompt="1"/>
          </p:nvPr>
        </p:nvSpPr>
        <p:spPr>
          <a:xfrm>
            <a:off x="7527414"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6" name="Picture Placeholder 95">
            <a:extLst>
              <a:ext uri="{FF2B5EF4-FFF2-40B4-BE49-F238E27FC236}">
                <a16:creationId xmlns:a16="http://schemas.microsoft.com/office/drawing/2014/main" id="{DA6E4DD7-FC80-B390-9D18-DAFF0798B1C7}"/>
              </a:ext>
            </a:extLst>
          </p:cNvPr>
          <p:cNvSpPr>
            <a:spLocks noGrp="1"/>
          </p:cNvSpPr>
          <p:nvPr>
            <p:ph type="pic" sz="quarter" idx="29"/>
          </p:nvPr>
        </p:nvSpPr>
        <p:spPr>
          <a:xfrm>
            <a:off x="9141284"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97" name="Text Placeholder 96">
            <a:extLst>
              <a:ext uri="{FF2B5EF4-FFF2-40B4-BE49-F238E27FC236}">
                <a16:creationId xmlns:a16="http://schemas.microsoft.com/office/drawing/2014/main" id="{CB5A8115-A203-1E57-5673-8D9BB90B28B2}"/>
              </a:ext>
            </a:extLst>
          </p:cNvPr>
          <p:cNvSpPr>
            <a:spLocks noGrp="1"/>
          </p:cNvSpPr>
          <p:nvPr>
            <p:ph type="body" sz="quarter" idx="30" hasCustomPrompt="1"/>
          </p:nvPr>
        </p:nvSpPr>
        <p:spPr>
          <a:xfrm>
            <a:off x="10405756"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9" name="Picture Placeholder 98">
            <a:extLst>
              <a:ext uri="{FF2B5EF4-FFF2-40B4-BE49-F238E27FC236}">
                <a16:creationId xmlns:a16="http://schemas.microsoft.com/office/drawing/2014/main" id="{B2111735-FDF1-E365-F2FD-72C1B8537F90}"/>
              </a:ext>
            </a:extLst>
          </p:cNvPr>
          <p:cNvSpPr>
            <a:spLocks noGrp="1"/>
          </p:cNvSpPr>
          <p:nvPr>
            <p:ph type="pic" sz="quarter" idx="31"/>
          </p:nvPr>
        </p:nvSpPr>
        <p:spPr>
          <a:xfrm>
            <a:off x="9141284"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00" name="Text Placeholder 99">
            <a:extLst>
              <a:ext uri="{FF2B5EF4-FFF2-40B4-BE49-F238E27FC236}">
                <a16:creationId xmlns:a16="http://schemas.microsoft.com/office/drawing/2014/main" id="{F87EB29E-2C34-17B6-8F49-3CBDC14592D0}"/>
              </a:ext>
            </a:extLst>
          </p:cNvPr>
          <p:cNvSpPr>
            <a:spLocks noGrp="1"/>
          </p:cNvSpPr>
          <p:nvPr>
            <p:ph type="body" sz="quarter" idx="32" hasCustomPrompt="1"/>
          </p:nvPr>
        </p:nvSpPr>
        <p:spPr>
          <a:xfrm>
            <a:off x="10405756"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02" name="Picture Placeholder 101">
            <a:extLst>
              <a:ext uri="{FF2B5EF4-FFF2-40B4-BE49-F238E27FC236}">
                <a16:creationId xmlns:a16="http://schemas.microsoft.com/office/drawing/2014/main" id="{44A6C435-F345-8433-C66C-A340AC6DAA73}"/>
              </a:ext>
            </a:extLst>
          </p:cNvPr>
          <p:cNvSpPr>
            <a:spLocks noGrp="1"/>
          </p:cNvSpPr>
          <p:nvPr>
            <p:ph type="pic" sz="quarter" idx="33"/>
          </p:nvPr>
        </p:nvSpPr>
        <p:spPr>
          <a:xfrm>
            <a:off x="9141284"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03" name="Text Placeholder 102">
            <a:extLst>
              <a:ext uri="{FF2B5EF4-FFF2-40B4-BE49-F238E27FC236}">
                <a16:creationId xmlns:a16="http://schemas.microsoft.com/office/drawing/2014/main" id="{2014EF32-7EE9-1638-6F99-92642F64D1C6}"/>
              </a:ext>
            </a:extLst>
          </p:cNvPr>
          <p:cNvSpPr>
            <a:spLocks noGrp="1"/>
          </p:cNvSpPr>
          <p:nvPr>
            <p:ph type="body" sz="quarter" idx="34" hasCustomPrompt="1"/>
          </p:nvPr>
        </p:nvSpPr>
        <p:spPr>
          <a:xfrm>
            <a:off x="10405756"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07" name="Picture Placeholder 106">
            <a:extLst>
              <a:ext uri="{FF2B5EF4-FFF2-40B4-BE49-F238E27FC236}">
                <a16:creationId xmlns:a16="http://schemas.microsoft.com/office/drawing/2014/main" id="{3562AA49-1F54-C4C6-C5F2-F6EC1C080E92}"/>
              </a:ext>
            </a:extLst>
          </p:cNvPr>
          <p:cNvSpPr>
            <a:spLocks noGrp="1"/>
          </p:cNvSpPr>
          <p:nvPr>
            <p:ph type="pic" sz="quarter" idx="35"/>
          </p:nvPr>
        </p:nvSpPr>
        <p:spPr>
          <a:xfrm>
            <a:off x="3384600"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08" name="Text Placeholder 107">
            <a:extLst>
              <a:ext uri="{FF2B5EF4-FFF2-40B4-BE49-F238E27FC236}">
                <a16:creationId xmlns:a16="http://schemas.microsoft.com/office/drawing/2014/main" id="{31041BB6-8CED-7106-830A-10AAD2E25226}"/>
              </a:ext>
            </a:extLst>
          </p:cNvPr>
          <p:cNvSpPr>
            <a:spLocks noGrp="1"/>
          </p:cNvSpPr>
          <p:nvPr>
            <p:ph type="body" sz="quarter" idx="36" hasCustomPrompt="1"/>
          </p:nvPr>
        </p:nvSpPr>
        <p:spPr>
          <a:xfrm>
            <a:off x="4649072"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10" name="Picture Placeholder 109">
            <a:extLst>
              <a:ext uri="{FF2B5EF4-FFF2-40B4-BE49-F238E27FC236}">
                <a16:creationId xmlns:a16="http://schemas.microsoft.com/office/drawing/2014/main" id="{F65549CF-FC7E-1799-1EF5-95B82D6A4AA9}"/>
              </a:ext>
            </a:extLst>
          </p:cNvPr>
          <p:cNvSpPr>
            <a:spLocks noGrp="1"/>
          </p:cNvSpPr>
          <p:nvPr>
            <p:ph type="pic" sz="quarter" idx="37"/>
          </p:nvPr>
        </p:nvSpPr>
        <p:spPr>
          <a:xfrm>
            <a:off x="3384600"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11" name="Text Placeholder 110">
            <a:extLst>
              <a:ext uri="{FF2B5EF4-FFF2-40B4-BE49-F238E27FC236}">
                <a16:creationId xmlns:a16="http://schemas.microsoft.com/office/drawing/2014/main" id="{67334616-A136-2CEE-8F96-0E4B2859AA71}"/>
              </a:ext>
            </a:extLst>
          </p:cNvPr>
          <p:cNvSpPr>
            <a:spLocks noGrp="1"/>
          </p:cNvSpPr>
          <p:nvPr>
            <p:ph type="body" sz="quarter" idx="38" hasCustomPrompt="1"/>
          </p:nvPr>
        </p:nvSpPr>
        <p:spPr>
          <a:xfrm>
            <a:off x="4649072"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13" name="Picture Placeholder 112">
            <a:extLst>
              <a:ext uri="{FF2B5EF4-FFF2-40B4-BE49-F238E27FC236}">
                <a16:creationId xmlns:a16="http://schemas.microsoft.com/office/drawing/2014/main" id="{1F9ACD64-20EE-6504-FEAD-746BEB8FA41E}"/>
              </a:ext>
            </a:extLst>
          </p:cNvPr>
          <p:cNvSpPr>
            <a:spLocks noGrp="1"/>
          </p:cNvSpPr>
          <p:nvPr>
            <p:ph type="pic" sz="quarter" idx="39"/>
          </p:nvPr>
        </p:nvSpPr>
        <p:spPr>
          <a:xfrm>
            <a:off x="3384600"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14" name="Text Placeholder 113">
            <a:extLst>
              <a:ext uri="{FF2B5EF4-FFF2-40B4-BE49-F238E27FC236}">
                <a16:creationId xmlns:a16="http://schemas.microsoft.com/office/drawing/2014/main" id="{EBB9F4FB-01FA-7750-2006-D9D3E7260688}"/>
              </a:ext>
            </a:extLst>
          </p:cNvPr>
          <p:cNvSpPr>
            <a:spLocks noGrp="1"/>
          </p:cNvSpPr>
          <p:nvPr>
            <p:ph type="body" sz="quarter" idx="40" hasCustomPrompt="1"/>
          </p:nvPr>
        </p:nvSpPr>
        <p:spPr>
          <a:xfrm>
            <a:off x="4649072"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cxnSp>
        <p:nvCxnSpPr>
          <p:cNvPr id="2" name="Straight Connector 1">
            <a:extLst>
              <a:ext uri="{FF2B5EF4-FFF2-40B4-BE49-F238E27FC236}">
                <a16:creationId xmlns:a16="http://schemas.microsoft.com/office/drawing/2014/main" id="{2704E780-1121-DF14-1B78-DDFD55CF1373}"/>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12483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Text + Graph">
    <p:bg>
      <p:bgPr>
        <a:solidFill>
          <a:schemeClr val="bg1"/>
        </a:solidFill>
        <a:effectLst/>
      </p:bgPr>
    </p:bg>
    <p:spTree>
      <p:nvGrpSpPr>
        <p:cNvPr id="1" name=""/>
        <p:cNvGrpSpPr/>
        <p:nvPr/>
      </p:nvGrpSpPr>
      <p:grpSpPr>
        <a:xfrm>
          <a:off x="0" y="0"/>
          <a:ext cx="0" cy="0"/>
          <a:chOff x="0" y="0"/>
          <a:chExt cx="0" cy="0"/>
        </a:xfrm>
      </p:grpSpPr>
      <p:sp>
        <p:nvSpPr>
          <p:cNvPr id="51" name="Freeform 50">
            <a:extLst>
              <a:ext uri="{FF2B5EF4-FFF2-40B4-BE49-F238E27FC236}">
                <a16:creationId xmlns:a16="http://schemas.microsoft.com/office/drawing/2014/main" id="{74776B7A-4B2A-F852-57BF-CEA4B868F8B4}"/>
              </a:ext>
            </a:extLst>
          </p:cNvPr>
          <p:cNvSpPr/>
          <p:nvPr userDrawn="1"/>
        </p:nvSpPr>
        <p:spPr>
          <a:xfrm>
            <a:off x="517490" y="2451341"/>
            <a:ext cx="11155677" cy="3566161"/>
          </a:xfrm>
          <a:custGeom>
            <a:avLst/>
            <a:gdLst>
              <a:gd name="connsiteX0" fmla="*/ 1 w 11155677"/>
              <a:gd name="connsiteY0" fmla="*/ 0 h 3566161"/>
              <a:gd name="connsiteX1" fmla="*/ 10207658 w 11155677"/>
              <a:gd name="connsiteY1" fmla="*/ 0 h 3566161"/>
              <a:gd name="connsiteX2" fmla="*/ 10207658 w 11155677"/>
              <a:gd name="connsiteY2" fmla="*/ 1 h 3566161"/>
              <a:gd name="connsiteX3" fmla="*/ 11069069 w 11155677"/>
              <a:gd name="connsiteY3" fmla="*/ 1 h 3566161"/>
              <a:gd name="connsiteX4" fmla="*/ 11155677 w 11155677"/>
              <a:gd name="connsiteY4" fmla="*/ 86609 h 3566161"/>
              <a:gd name="connsiteX5" fmla="*/ 11155677 w 11155677"/>
              <a:gd name="connsiteY5" fmla="*/ 1020059 h 3566161"/>
              <a:gd name="connsiteX6" fmla="*/ 11155677 w 11155677"/>
              <a:gd name="connsiteY6" fmla="*/ 1194951 h 3566161"/>
              <a:gd name="connsiteX7" fmla="*/ 11155677 w 11155677"/>
              <a:gd name="connsiteY7" fmla="*/ 1610609 h 3566161"/>
              <a:gd name="connsiteX8" fmla="*/ 11155677 w 11155677"/>
              <a:gd name="connsiteY8" fmla="*/ 2128401 h 3566161"/>
              <a:gd name="connsiteX9" fmla="*/ 11155677 w 11155677"/>
              <a:gd name="connsiteY9" fmla="*/ 2371211 h 3566161"/>
              <a:gd name="connsiteX10" fmla="*/ 11155677 w 11155677"/>
              <a:gd name="connsiteY10" fmla="*/ 2718951 h 3566161"/>
              <a:gd name="connsiteX11" fmla="*/ 11155677 w 11155677"/>
              <a:gd name="connsiteY11" fmla="*/ 3479553 h 3566161"/>
              <a:gd name="connsiteX12" fmla="*/ 11069069 w 11155677"/>
              <a:gd name="connsiteY12" fmla="*/ 3566161 h 3566161"/>
              <a:gd name="connsiteX13" fmla="*/ 10345169 w 11155677"/>
              <a:gd name="connsiteY13" fmla="*/ 3566161 h 3566161"/>
              <a:gd name="connsiteX14" fmla="*/ 9960727 w 11155677"/>
              <a:gd name="connsiteY14" fmla="*/ 3566161 h 3566161"/>
              <a:gd name="connsiteX15" fmla="*/ 9278369 w 11155677"/>
              <a:gd name="connsiteY15" fmla="*/ 3566161 h 3566161"/>
              <a:gd name="connsiteX16" fmla="*/ 9236827 w 11155677"/>
              <a:gd name="connsiteY16" fmla="*/ 3566161 h 3566161"/>
              <a:gd name="connsiteX17" fmla="*/ 8395848 w 11155677"/>
              <a:gd name="connsiteY17" fmla="*/ 3566161 h 3566161"/>
              <a:gd name="connsiteX18" fmla="*/ 8170027 w 11155677"/>
              <a:gd name="connsiteY18" fmla="*/ 3566161 h 3566161"/>
              <a:gd name="connsiteX19" fmla="*/ 7786248 w 11155677"/>
              <a:gd name="connsiteY19" fmla="*/ 3566161 h 3566161"/>
              <a:gd name="connsiteX20" fmla="*/ 7287506 w 11155677"/>
              <a:gd name="connsiteY20" fmla="*/ 3566161 h 3566161"/>
              <a:gd name="connsiteX21" fmla="*/ 7252848 w 11155677"/>
              <a:gd name="connsiteY21" fmla="*/ 3566161 h 3566161"/>
              <a:gd name="connsiteX22" fmla="*/ 6677906 w 11155677"/>
              <a:gd name="connsiteY22" fmla="*/ 3566161 h 3566161"/>
              <a:gd name="connsiteX23" fmla="*/ 6547998 w 11155677"/>
              <a:gd name="connsiteY23" fmla="*/ 3566161 h 3566161"/>
              <a:gd name="connsiteX24" fmla="*/ 6144506 w 11155677"/>
              <a:gd name="connsiteY24" fmla="*/ 3566161 h 3566161"/>
              <a:gd name="connsiteX25" fmla="*/ 5595498 w 11155677"/>
              <a:gd name="connsiteY25" fmla="*/ 3566161 h 3566161"/>
              <a:gd name="connsiteX26" fmla="*/ 5439656 w 11155677"/>
              <a:gd name="connsiteY26" fmla="*/ 3566161 h 3566161"/>
              <a:gd name="connsiteX27" fmla="*/ 4757298 w 11155677"/>
              <a:gd name="connsiteY27" fmla="*/ 3566161 h 3566161"/>
              <a:gd name="connsiteX28" fmla="*/ 4487156 w 11155677"/>
              <a:gd name="connsiteY28" fmla="*/ 3566161 h 3566161"/>
              <a:gd name="connsiteX29" fmla="*/ 4033398 w 11155677"/>
              <a:gd name="connsiteY29" fmla="*/ 3566161 h 3566161"/>
              <a:gd name="connsiteX30" fmla="*/ 3648957 w 11155677"/>
              <a:gd name="connsiteY30" fmla="*/ 3566161 h 3566161"/>
              <a:gd name="connsiteX31" fmla="*/ 3366649 w 11155677"/>
              <a:gd name="connsiteY31" fmla="*/ 3566161 h 3566161"/>
              <a:gd name="connsiteX32" fmla="*/ 2925057 w 11155677"/>
              <a:gd name="connsiteY32" fmla="*/ 3566161 h 3566161"/>
              <a:gd name="connsiteX33" fmla="*/ 2280800 w 11155677"/>
              <a:gd name="connsiteY33" fmla="*/ 3566161 h 3566161"/>
              <a:gd name="connsiteX34" fmla="*/ 2258307 w 11155677"/>
              <a:gd name="connsiteY34" fmla="*/ 3566161 h 3566161"/>
              <a:gd name="connsiteX35" fmla="*/ 1194950 w 11155677"/>
              <a:gd name="connsiteY35" fmla="*/ 3566161 h 3566161"/>
              <a:gd name="connsiteX36" fmla="*/ 1172458 w 11155677"/>
              <a:gd name="connsiteY36" fmla="*/ 3566161 h 3566161"/>
              <a:gd name="connsiteX37" fmla="*/ 86608 w 11155677"/>
              <a:gd name="connsiteY37" fmla="*/ 3566161 h 3566161"/>
              <a:gd name="connsiteX38" fmla="*/ 0 w 11155677"/>
              <a:gd name="connsiteY38" fmla="*/ 3479553 h 3566161"/>
              <a:gd name="connsiteX39" fmla="*/ 0 w 11155677"/>
              <a:gd name="connsiteY39" fmla="*/ 2371211 h 3566161"/>
              <a:gd name="connsiteX40" fmla="*/ 1 w 11155677"/>
              <a:gd name="connsiteY40" fmla="*/ 2371207 h 356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155677" h="3566161">
                <a:moveTo>
                  <a:pt x="1" y="0"/>
                </a:moveTo>
                <a:lnTo>
                  <a:pt x="10207658" y="0"/>
                </a:lnTo>
                <a:lnTo>
                  <a:pt x="10207658" y="1"/>
                </a:lnTo>
                <a:lnTo>
                  <a:pt x="11069069" y="1"/>
                </a:lnTo>
                <a:cubicBezTo>
                  <a:pt x="11116901" y="1"/>
                  <a:pt x="11155677" y="38777"/>
                  <a:pt x="11155677" y="86609"/>
                </a:cubicBezTo>
                <a:lnTo>
                  <a:pt x="11155677" y="1020059"/>
                </a:lnTo>
                <a:lnTo>
                  <a:pt x="11155677" y="1194951"/>
                </a:lnTo>
                <a:lnTo>
                  <a:pt x="11155677" y="1610609"/>
                </a:lnTo>
                <a:lnTo>
                  <a:pt x="11155677" y="2128401"/>
                </a:lnTo>
                <a:lnTo>
                  <a:pt x="11155677" y="2371211"/>
                </a:lnTo>
                <a:lnTo>
                  <a:pt x="11155677" y="2718951"/>
                </a:lnTo>
                <a:lnTo>
                  <a:pt x="11155677" y="3479553"/>
                </a:lnTo>
                <a:cubicBezTo>
                  <a:pt x="11155677" y="3527385"/>
                  <a:pt x="11116901" y="3566161"/>
                  <a:pt x="11069069" y="3566161"/>
                </a:cubicBezTo>
                <a:lnTo>
                  <a:pt x="10345169" y="3566161"/>
                </a:lnTo>
                <a:lnTo>
                  <a:pt x="9960727" y="3566161"/>
                </a:lnTo>
                <a:lnTo>
                  <a:pt x="9278369" y="3566161"/>
                </a:lnTo>
                <a:lnTo>
                  <a:pt x="9236827" y="3566161"/>
                </a:lnTo>
                <a:lnTo>
                  <a:pt x="8395848" y="3566161"/>
                </a:lnTo>
                <a:lnTo>
                  <a:pt x="8170027" y="3566161"/>
                </a:lnTo>
                <a:lnTo>
                  <a:pt x="7786248" y="3566161"/>
                </a:lnTo>
                <a:lnTo>
                  <a:pt x="7287506" y="3566161"/>
                </a:lnTo>
                <a:lnTo>
                  <a:pt x="7252848" y="3566161"/>
                </a:lnTo>
                <a:lnTo>
                  <a:pt x="6677906" y="3566161"/>
                </a:lnTo>
                <a:lnTo>
                  <a:pt x="6547998" y="3566161"/>
                </a:lnTo>
                <a:lnTo>
                  <a:pt x="6144506" y="3566161"/>
                </a:lnTo>
                <a:lnTo>
                  <a:pt x="5595498" y="3566161"/>
                </a:lnTo>
                <a:lnTo>
                  <a:pt x="5439656" y="3566161"/>
                </a:lnTo>
                <a:lnTo>
                  <a:pt x="4757298" y="3566161"/>
                </a:lnTo>
                <a:lnTo>
                  <a:pt x="4487156" y="3566161"/>
                </a:lnTo>
                <a:lnTo>
                  <a:pt x="4033398" y="3566161"/>
                </a:lnTo>
                <a:lnTo>
                  <a:pt x="3648957" y="3566161"/>
                </a:lnTo>
                <a:lnTo>
                  <a:pt x="3366649" y="3566161"/>
                </a:lnTo>
                <a:lnTo>
                  <a:pt x="2925057" y="3566161"/>
                </a:lnTo>
                <a:lnTo>
                  <a:pt x="2280800" y="3566161"/>
                </a:lnTo>
                <a:lnTo>
                  <a:pt x="2258307" y="3566161"/>
                </a:lnTo>
                <a:lnTo>
                  <a:pt x="1194950" y="3566161"/>
                </a:lnTo>
                <a:lnTo>
                  <a:pt x="1172458" y="3566161"/>
                </a:lnTo>
                <a:lnTo>
                  <a:pt x="86608" y="3566161"/>
                </a:lnTo>
                <a:cubicBezTo>
                  <a:pt x="38776" y="3566161"/>
                  <a:pt x="0" y="3527385"/>
                  <a:pt x="0" y="3479553"/>
                </a:cubicBezTo>
                <a:lnTo>
                  <a:pt x="0" y="2371211"/>
                </a:lnTo>
                <a:lnTo>
                  <a:pt x="1" y="2371207"/>
                </a:lnTo>
                <a:close/>
              </a:path>
            </a:pathLst>
          </a:custGeom>
          <a:solidFill>
            <a:srgbClr val="E4EEEF">
              <a:alpha val="30000"/>
            </a:srgbClr>
          </a:solidFill>
        </p:spPr>
        <p:txBody>
          <a:bodyPr vert="horz" wrap="square" lIns="0" tIns="0" rIns="0" bIns="0" rtlCol="0">
            <a:noAutofit/>
          </a:bodyPr>
          <a:lstStyle/>
          <a:p>
            <a:pPr marR="0" lvl="0" indent="0" fontAlgn="auto">
              <a:lnSpc>
                <a:spcPct val="100000"/>
              </a:lnSpc>
              <a:spcBef>
                <a:spcPts val="600"/>
              </a:spcBef>
              <a:spcAft>
                <a:spcPts val="0"/>
              </a:spcAft>
              <a:buClrTx/>
              <a:buSzTx/>
              <a:buFont typeface="Abbott Wallace Sans Light" pitchFamily="50" charset="0"/>
              <a:buNone/>
              <a:tabLst/>
            </a:pPr>
            <a:endParaRPr lang="en-US" sz="1600">
              <a:solidFill>
                <a:schemeClr val="tx1"/>
              </a:solidFill>
              <a:latin typeface="+mj-lt"/>
            </a:endParaRP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894306"/>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endParaRPr lang="en-IN" sz="1400" spc="0">
              <a:latin typeface="Wallace Sans BETA Light" pitchFamily="2" charset="77"/>
              <a:cs typeface="Wallace Sans BETA Light" pitchFamily="2" charset="77"/>
            </a:endParaRPr>
          </a:p>
        </p:txBody>
      </p:sp>
      <p:sp>
        <p:nvSpPr>
          <p:cNvPr id="23" name="Text Placeholder 22">
            <a:extLst>
              <a:ext uri="{FF2B5EF4-FFF2-40B4-BE49-F238E27FC236}">
                <a16:creationId xmlns:a16="http://schemas.microsoft.com/office/drawing/2014/main" id="{43215B7E-3A78-1A53-D007-1DE35712E6A5}"/>
              </a:ext>
            </a:extLst>
          </p:cNvPr>
          <p:cNvSpPr>
            <a:spLocks noGrp="1"/>
          </p:cNvSpPr>
          <p:nvPr>
            <p:ph type="body" sz="quarter" idx="33" hasCustomPrompt="1"/>
          </p:nvPr>
        </p:nvSpPr>
        <p:spPr>
          <a:xfrm>
            <a:off x="720902" y="5680513"/>
            <a:ext cx="5189203"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31" name="Text Placeholder 12">
            <a:extLst>
              <a:ext uri="{FF2B5EF4-FFF2-40B4-BE49-F238E27FC236}">
                <a16:creationId xmlns:a16="http://schemas.microsoft.com/office/drawing/2014/main" id="{7C1CD50D-937B-5381-3AF1-388E09C81C07}"/>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32" name="Freeform 31">
            <a:extLst>
              <a:ext uri="{FF2B5EF4-FFF2-40B4-BE49-F238E27FC236}">
                <a16:creationId xmlns:a16="http://schemas.microsoft.com/office/drawing/2014/main" id="{982463DC-D6BC-DD2B-D357-5410BF3A34F1}"/>
              </a:ext>
            </a:extLst>
          </p:cNvPr>
          <p:cNvSpPr/>
          <p:nvPr userDrawn="1"/>
        </p:nvSpPr>
        <p:spPr>
          <a:xfrm>
            <a:off x="517490" y="7270991"/>
            <a:ext cx="11155679" cy="3566160"/>
          </a:xfrm>
          <a:custGeom>
            <a:avLst/>
            <a:gdLst>
              <a:gd name="connsiteX0" fmla="*/ 0 w 11155679"/>
              <a:gd name="connsiteY0" fmla="*/ 0 h 3566160"/>
              <a:gd name="connsiteX1" fmla="*/ 11073649 w 11155679"/>
              <a:gd name="connsiteY1" fmla="*/ 0 h 3566160"/>
              <a:gd name="connsiteX2" fmla="*/ 11098758 w 11155679"/>
              <a:gd name="connsiteY2" fmla="*/ 5489 h 3566160"/>
              <a:gd name="connsiteX3" fmla="*/ 11150875 w 11155679"/>
              <a:gd name="connsiteY3" fmla="*/ 61917 h 3566160"/>
              <a:gd name="connsiteX4" fmla="*/ 11155679 w 11155679"/>
              <a:gd name="connsiteY4" fmla="*/ 87682 h 3566160"/>
              <a:gd name="connsiteX5" fmla="*/ 11155679 w 11155679"/>
              <a:gd name="connsiteY5" fmla="*/ 3475634 h 3566160"/>
              <a:gd name="connsiteX6" fmla="*/ 11150875 w 11155679"/>
              <a:gd name="connsiteY6" fmla="*/ 3501399 h 3566160"/>
              <a:gd name="connsiteX7" fmla="*/ 11060638 w 11155679"/>
              <a:gd name="connsiteY7" fmla="*/ 3566160 h 3566160"/>
              <a:gd name="connsiteX8" fmla="*/ 97934 w 11155679"/>
              <a:gd name="connsiteY8" fmla="*/ 3566160 h 3566160"/>
              <a:gd name="connsiteX9" fmla="*/ 0 w 11155679"/>
              <a:gd name="connsiteY9" fmla="*/ 3460125 h 3566160"/>
              <a:gd name="connsiteX10" fmla="*/ 0 w 11155679"/>
              <a:gd name="connsiteY10" fmla="*/ 1064610 h 3566160"/>
              <a:gd name="connsiteX11" fmla="*/ 0 w 11155679"/>
              <a:gd name="connsiteY11" fmla="*/ 103191 h 356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55679" h="3566160">
                <a:moveTo>
                  <a:pt x="0" y="0"/>
                </a:moveTo>
                <a:lnTo>
                  <a:pt x="11073649" y="0"/>
                </a:lnTo>
                <a:lnTo>
                  <a:pt x="11098758" y="5489"/>
                </a:lnTo>
                <a:cubicBezTo>
                  <a:pt x="11122191" y="16220"/>
                  <a:pt x="11140964" y="36546"/>
                  <a:pt x="11150875" y="61917"/>
                </a:cubicBezTo>
                <a:lnTo>
                  <a:pt x="11155679" y="87682"/>
                </a:lnTo>
                <a:lnTo>
                  <a:pt x="11155679" y="3475634"/>
                </a:lnTo>
                <a:lnTo>
                  <a:pt x="11150875" y="3501399"/>
                </a:lnTo>
                <a:cubicBezTo>
                  <a:pt x="11136008" y="3539457"/>
                  <a:pt x="11101203" y="3566160"/>
                  <a:pt x="11060638" y="3566160"/>
                </a:cubicBezTo>
                <a:lnTo>
                  <a:pt x="97934" y="3566160"/>
                </a:lnTo>
                <a:cubicBezTo>
                  <a:pt x="43846" y="3566160"/>
                  <a:pt x="0" y="3518687"/>
                  <a:pt x="0" y="3460125"/>
                </a:cubicBezTo>
                <a:lnTo>
                  <a:pt x="0" y="1064610"/>
                </a:lnTo>
                <a:lnTo>
                  <a:pt x="0" y="103191"/>
                </a:lnTo>
                <a:close/>
              </a:path>
            </a:pathLst>
          </a:custGeom>
          <a:solidFill>
            <a:srgbClr val="E4EEEF">
              <a:alpha val="30000"/>
            </a:srgbClr>
          </a:solidFill>
        </p:spPr>
        <p:txBody>
          <a:bodyPr vert="horz" wrap="square" lIns="0" tIns="0" rIns="0" bIns="0" rtlCol="0">
            <a:noAutofit/>
          </a:bodyPr>
          <a:lstStyle/>
          <a:p>
            <a:pPr marR="0" lvl="0" indent="0" fontAlgn="auto">
              <a:lnSpc>
                <a:spcPct val="100000"/>
              </a:lnSpc>
              <a:spcBef>
                <a:spcPts val="600"/>
              </a:spcBef>
              <a:spcAft>
                <a:spcPts val="0"/>
              </a:spcAft>
              <a:buClrTx/>
              <a:buSzTx/>
              <a:buFont typeface="Abbott Wallace Sans Light" pitchFamily="50" charset="0"/>
              <a:buNone/>
              <a:tabLst/>
            </a:pPr>
            <a:endParaRPr lang="en-US" sz="1600">
              <a:solidFill>
                <a:schemeClr val="tx1"/>
              </a:solidFill>
              <a:latin typeface="+mj-lt"/>
            </a:endParaRPr>
          </a:p>
        </p:txBody>
      </p:sp>
      <p:cxnSp>
        <p:nvCxnSpPr>
          <p:cNvPr id="2" name="Straight Connector 1">
            <a:extLst>
              <a:ext uri="{FF2B5EF4-FFF2-40B4-BE49-F238E27FC236}">
                <a16:creationId xmlns:a16="http://schemas.microsoft.com/office/drawing/2014/main" id="{FCF2219E-812D-015C-B489-A36A270EC0F0}"/>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47471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 chart">
    <p:bg>
      <p:bgPr>
        <a:solidFill>
          <a:schemeClr val="bg1"/>
        </a:solidFill>
        <a:effectLst/>
      </p:bgPr>
    </p:bg>
    <p:spTree>
      <p:nvGrpSpPr>
        <p:cNvPr id="1" name=""/>
        <p:cNvGrpSpPr/>
        <p:nvPr/>
      </p:nvGrpSpPr>
      <p:grpSpPr>
        <a:xfrm>
          <a:off x="0" y="0"/>
          <a:ext cx="0" cy="0"/>
          <a:chOff x="0" y="0"/>
          <a:chExt cx="0" cy="0"/>
        </a:xfrm>
      </p:grpSpPr>
      <p:sp>
        <p:nvSpPr>
          <p:cNvPr id="33" name="Freeform 32">
            <a:extLst>
              <a:ext uri="{FF2B5EF4-FFF2-40B4-BE49-F238E27FC236}">
                <a16:creationId xmlns:a16="http://schemas.microsoft.com/office/drawing/2014/main" id="{80451E62-8E1A-1596-83A7-5A59C873EA92}"/>
              </a:ext>
            </a:extLst>
          </p:cNvPr>
          <p:cNvSpPr/>
          <p:nvPr userDrawn="1"/>
        </p:nvSpPr>
        <p:spPr>
          <a:xfrm>
            <a:off x="517490" y="2000919"/>
            <a:ext cx="11155680" cy="4016583"/>
          </a:xfrm>
          <a:custGeom>
            <a:avLst/>
            <a:gdLst>
              <a:gd name="connsiteX0" fmla="*/ 3 w 11155680"/>
              <a:gd name="connsiteY0" fmla="*/ 0 h 4016583"/>
              <a:gd name="connsiteX1" fmla="*/ 10156730 w 11155680"/>
              <a:gd name="connsiteY1" fmla="*/ 0 h 4016583"/>
              <a:gd name="connsiteX2" fmla="*/ 10156730 w 11155680"/>
              <a:gd name="connsiteY2" fmla="*/ 1 h 4016583"/>
              <a:gd name="connsiteX3" fmla="*/ 11069072 w 11155680"/>
              <a:gd name="connsiteY3" fmla="*/ 1 h 4016583"/>
              <a:gd name="connsiteX4" fmla="*/ 11155680 w 11155680"/>
              <a:gd name="connsiteY4" fmla="*/ 86609 h 4016583"/>
              <a:gd name="connsiteX5" fmla="*/ 11155680 w 11155680"/>
              <a:gd name="connsiteY5" fmla="*/ 945025 h 4016583"/>
              <a:gd name="connsiteX6" fmla="*/ 11155680 w 11155680"/>
              <a:gd name="connsiteY6" fmla="*/ 1194951 h 4016583"/>
              <a:gd name="connsiteX7" fmla="*/ 11155680 w 11155680"/>
              <a:gd name="connsiteY7" fmla="*/ 1747458 h 4016583"/>
              <a:gd name="connsiteX8" fmla="*/ 11155680 w 11155680"/>
              <a:gd name="connsiteY8" fmla="*/ 2053367 h 4016583"/>
              <a:gd name="connsiteX9" fmla="*/ 11155680 w 11155680"/>
              <a:gd name="connsiteY9" fmla="*/ 2336441 h 4016583"/>
              <a:gd name="connsiteX10" fmla="*/ 11155680 w 11155680"/>
              <a:gd name="connsiteY10" fmla="*/ 2821633 h 4016583"/>
              <a:gd name="connsiteX11" fmla="*/ 11155680 w 11155680"/>
              <a:gd name="connsiteY11" fmla="*/ 2855800 h 4016583"/>
              <a:gd name="connsiteX12" fmla="*/ 11155680 w 11155680"/>
              <a:gd name="connsiteY12" fmla="*/ 3444783 h 4016583"/>
              <a:gd name="connsiteX13" fmla="*/ 11155680 w 11155680"/>
              <a:gd name="connsiteY13" fmla="*/ 3929975 h 4016583"/>
              <a:gd name="connsiteX14" fmla="*/ 11069072 w 11155680"/>
              <a:gd name="connsiteY14" fmla="*/ 4016583 h 4016583"/>
              <a:gd name="connsiteX15" fmla="*/ 9960730 w 11155680"/>
              <a:gd name="connsiteY15" fmla="*/ 4016583 h 4016583"/>
              <a:gd name="connsiteX16" fmla="*/ 9936403 w 11155680"/>
              <a:gd name="connsiteY16" fmla="*/ 4011672 h 4016583"/>
              <a:gd name="connsiteX17" fmla="*/ 9912076 w 11155680"/>
              <a:gd name="connsiteY17" fmla="*/ 4016583 h 4016583"/>
              <a:gd name="connsiteX18" fmla="*/ 8811063 w 11155680"/>
              <a:gd name="connsiteY18" fmla="*/ 4016583 h 4016583"/>
              <a:gd name="connsiteX19" fmla="*/ 8803734 w 11155680"/>
              <a:gd name="connsiteY19" fmla="*/ 4016583 h 4016583"/>
              <a:gd name="connsiteX20" fmla="*/ 7915325 w 11155680"/>
              <a:gd name="connsiteY20" fmla="*/ 4016583 h 4016583"/>
              <a:gd name="connsiteX21" fmla="*/ 7702721 w 11155680"/>
              <a:gd name="connsiteY21" fmla="*/ 4016583 h 4016583"/>
              <a:gd name="connsiteX22" fmla="*/ 6963602 w 11155680"/>
              <a:gd name="connsiteY22" fmla="*/ 4016583 h 4016583"/>
              <a:gd name="connsiteX23" fmla="*/ 6806983 w 11155680"/>
              <a:gd name="connsiteY23" fmla="*/ 4016583 h 4016583"/>
              <a:gd name="connsiteX24" fmla="*/ 6161170 w 11155680"/>
              <a:gd name="connsiteY24" fmla="*/ 4016583 h 4016583"/>
              <a:gd name="connsiteX25" fmla="*/ 5855260 w 11155680"/>
              <a:gd name="connsiteY25" fmla="*/ 4016583 h 4016583"/>
              <a:gd name="connsiteX26" fmla="*/ 5060158 w 11155680"/>
              <a:gd name="connsiteY26" fmla="*/ 4016583 h 4016583"/>
              <a:gd name="connsiteX27" fmla="*/ 5052828 w 11155680"/>
              <a:gd name="connsiteY27" fmla="*/ 4016583 h 4016583"/>
              <a:gd name="connsiteX28" fmla="*/ 4351032 w 11155680"/>
              <a:gd name="connsiteY28" fmla="*/ 4016583 h 4016583"/>
              <a:gd name="connsiteX29" fmla="*/ 3951816 w 11155680"/>
              <a:gd name="connsiteY29" fmla="*/ 4016583 h 4016583"/>
              <a:gd name="connsiteX30" fmla="*/ 3306005 w 11155680"/>
              <a:gd name="connsiteY30" fmla="*/ 4016583 h 4016583"/>
              <a:gd name="connsiteX31" fmla="*/ 3242691 w 11155680"/>
              <a:gd name="connsiteY31" fmla="*/ 4016583 h 4016583"/>
              <a:gd name="connsiteX32" fmla="*/ 2652862 w 11155680"/>
              <a:gd name="connsiteY32" fmla="*/ 4016583 h 4016583"/>
              <a:gd name="connsiteX33" fmla="*/ 2372943 w 11155680"/>
              <a:gd name="connsiteY33" fmla="*/ 4016583 h 4016583"/>
              <a:gd name="connsiteX34" fmla="*/ 2197663 w 11155680"/>
              <a:gd name="connsiteY34" fmla="*/ 4016583 h 4016583"/>
              <a:gd name="connsiteX35" fmla="*/ 1544520 w 11155680"/>
              <a:gd name="connsiteY35" fmla="*/ 4016583 h 4016583"/>
              <a:gd name="connsiteX36" fmla="*/ 1514527 w 11155680"/>
              <a:gd name="connsiteY36" fmla="*/ 4016583 h 4016583"/>
              <a:gd name="connsiteX37" fmla="*/ 1264601 w 11155680"/>
              <a:gd name="connsiteY37" fmla="*/ 4016583 h 4016583"/>
              <a:gd name="connsiteX38" fmla="*/ 1194950 w 11155680"/>
              <a:gd name="connsiteY38" fmla="*/ 4016583 h 4016583"/>
              <a:gd name="connsiteX39" fmla="*/ 406184 w 11155680"/>
              <a:gd name="connsiteY39" fmla="*/ 4016583 h 4016583"/>
              <a:gd name="connsiteX40" fmla="*/ 86608 w 11155680"/>
              <a:gd name="connsiteY40" fmla="*/ 4016583 h 4016583"/>
              <a:gd name="connsiteX41" fmla="*/ 0 w 11155680"/>
              <a:gd name="connsiteY41" fmla="*/ 3929975 h 4016583"/>
              <a:gd name="connsiteX42" fmla="*/ 0 w 11155680"/>
              <a:gd name="connsiteY42" fmla="*/ 2821633 h 4016583"/>
              <a:gd name="connsiteX43" fmla="*/ 3 w 11155680"/>
              <a:gd name="connsiteY43" fmla="*/ 2821621 h 401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155680" h="4016583">
                <a:moveTo>
                  <a:pt x="3" y="0"/>
                </a:moveTo>
                <a:lnTo>
                  <a:pt x="10156730" y="0"/>
                </a:lnTo>
                <a:lnTo>
                  <a:pt x="10156730" y="1"/>
                </a:lnTo>
                <a:lnTo>
                  <a:pt x="11069072" y="1"/>
                </a:lnTo>
                <a:cubicBezTo>
                  <a:pt x="11116904" y="1"/>
                  <a:pt x="11155680" y="38777"/>
                  <a:pt x="11155680" y="86609"/>
                </a:cubicBezTo>
                <a:lnTo>
                  <a:pt x="11155680" y="945025"/>
                </a:lnTo>
                <a:lnTo>
                  <a:pt x="11155680" y="1194951"/>
                </a:lnTo>
                <a:lnTo>
                  <a:pt x="11155680" y="1747458"/>
                </a:lnTo>
                <a:lnTo>
                  <a:pt x="11155680" y="2053367"/>
                </a:lnTo>
                <a:lnTo>
                  <a:pt x="11155680" y="2336441"/>
                </a:lnTo>
                <a:lnTo>
                  <a:pt x="11155680" y="2821633"/>
                </a:lnTo>
                <a:lnTo>
                  <a:pt x="11155680" y="2855800"/>
                </a:lnTo>
                <a:lnTo>
                  <a:pt x="11155680" y="3444783"/>
                </a:lnTo>
                <a:lnTo>
                  <a:pt x="11155680" y="3929975"/>
                </a:lnTo>
                <a:cubicBezTo>
                  <a:pt x="11155680" y="3977807"/>
                  <a:pt x="11116904" y="4016583"/>
                  <a:pt x="11069072" y="4016583"/>
                </a:cubicBezTo>
                <a:lnTo>
                  <a:pt x="9960730" y="4016583"/>
                </a:lnTo>
                <a:lnTo>
                  <a:pt x="9936403" y="4011672"/>
                </a:lnTo>
                <a:lnTo>
                  <a:pt x="9912076" y="4016583"/>
                </a:lnTo>
                <a:lnTo>
                  <a:pt x="8811063" y="4016583"/>
                </a:lnTo>
                <a:lnTo>
                  <a:pt x="8803734" y="4016583"/>
                </a:lnTo>
                <a:lnTo>
                  <a:pt x="7915325" y="4016583"/>
                </a:lnTo>
                <a:lnTo>
                  <a:pt x="7702721" y="4016583"/>
                </a:lnTo>
                <a:lnTo>
                  <a:pt x="6963602" y="4016583"/>
                </a:lnTo>
                <a:lnTo>
                  <a:pt x="6806983" y="4016583"/>
                </a:lnTo>
                <a:lnTo>
                  <a:pt x="6161170" y="4016583"/>
                </a:lnTo>
                <a:lnTo>
                  <a:pt x="5855260" y="4016583"/>
                </a:lnTo>
                <a:lnTo>
                  <a:pt x="5060158" y="4016583"/>
                </a:lnTo>
                <a:lnTo>
                  <a:pt x="5052828" y="4016583"/>
                </a:lnTo>
                <a:lnTo>
                  <a:pt x="4351032" y="4016583"/>
                </a:lnTo>
                <a:lnTo>
                  <a:pt x="3951816" y="4016583"/>
                </a:lnTo>
                <a:lnTo>
                  <a:pt x="3306005" y="4016583"/>
                </a:lnTo>
                <a:lnTo>
                  <a:pt x="3242691" y="4016583"/>
                </a:lnTo>
                <a:lnTo>
                  <a:pt x="2652862" y="4016583"/>
                </a:lnTo>
                <a:lnTo>
                  <a:pt x="2372943" y="4016583"/>
                </a:lnTo>
                <a:lnTo>
                  <a:pt x="2197663" y="4016583"/>
                </a:lnTo>
                <a:lnTo>
                  <a:pt x="1544520" y="4016583"/>
                </a:lnTo>
                <a:lnTo>
                  <a:pt x="1514527" y="4016583"/>
                </a:lnTo>
                <a:lnTo>
                  <a:pt x="1264601" y="4016583"/>
                </a:lnTo>
                <a:lnTo>
                  <a:pt x="1194950" y="4016583"/>
                </a:lnTo>
                <a:lnTo>
                  <a:pt x="406184" y="4016583"/>
                </a:lnTo>
                <a:lnTo>
                  <a:pt x="86608" y="4016583"/>
                </a:lnTo>
                <a:cubicBezTo>
                  <a:pt x="38776" y="4016583"/>
                  <a:pt x="0" y="3977807"/>
                  <a:pt x="0" y="3929975"/>
                </a:cubicBezTo>
                <a:lnTo>
                  <a:pt x="0" y="2821633"/>
                </a:lnTo>
                <a:lnTo>
                  <a:pt x="3" y="2821621"/>
                </a:lnTo>
                <a:close/>
              </a:path>
            </a:pathLst>
          </a:custGeom>
          <a:solidFill>
            <a:srgbClr val="E4EEEF">
              <a:alpha val="30000"/>
            </a:srgbClr>
          </a:solidFill>
        </p:spPr>
        <p:txBody>
          <a:bodyPr wrap="square" rtlCol="0" anchor="ctr">
            <a:noAutofit/>
          </a:bodyPr>
          <a:lstStyle/>
          <a:p>
            <a:pPr lvl="0" algn="ctr"/>
            <a:endParaRPr lang="en-US">
              <a:solidFill>
                <a:schemeClr val="tx1"/>
              </a:solidFill>
            </a:endParaRP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223199"/>
            <a:ext cx="3507849"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p>
          <a:p>
            <a:pPr>
              <a:lnSpc>
                <a:spcPts val="1900"/>
              </a:lnSpc>
            </a:pP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a:t>
            </a:r>
          </a:p>
        </p:txBody>
      </p:sp>
      <p:sp>
        <p:nvSpPr>
          <p:cNvPr id="2" name="Text Placeholder 14">
            <a:extLst>
              <a:ext uri="{FF2B5EF4-FFF2-40B4-BE49-F238E27FC236}">
                <a16:creationId xmlns:a16="http://schemas.microsoft.com/office/drawing/2014/main" id="{3EC2210B-8964-2E88-AE6E-41AF5A29D6F9}"/>
              </a:ext>
            </a:extLst>
          </p:cNvPr>
          <p:cNvSpPr>
            <a:spLocks noGrp="1"/>
          </p:cNvSpPr>
          <p:nvPr>
            <p:ph type="body" sz="quarter" idx="12" hasCustomPrompt="1"/>
          </p:nvPr>
        </p:nvSpPr>
        <p:spPr>
          <a:xfrm>
            <a:off x="510791" y="490735"/>
            <a:ext cx="8328409"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in Wallace Sans, 18 point size</a:t>
            </a:r>
          </a:p>
        </p:txBody>
      </p:sp>
      <p:sp>
        <p:nvSpPr>
          <p:cNvPr id="3" name="Text Placeholder 22">
            <a:extLst>
              <a:ext uri="{FF2B5EF4-FFF2-40B4-BE49-F238E27FC236}">
                <a16:creationId xmlns:a16="http://schemas.microsoft.com/office/drawing/2014/main" id="{D024B4D7-9750-E2C9-546B-AD18216D1DC4}"/>
              </a:ext>
            </a:extLst>
          </p:cNvPr>
          <p:cNvSpPr>
            <a:spLocks noGrp="1"/>
          </p:cNvSpPr>
          <p:nvPr>
            <p:ph type="body" sz="quarter" idx="33" hasCustomPrompt="1"/>
          </p:nvPr>
        </p:nvSpPr>
        <p:spPr>
          <a:xfrm>
            <a:off x="720902" y="5680513"/>
            <a:ext cx="5189203"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cxnSp>
        <p:nvCxnSpPr>
          <p:cNvPr id="4" name="Straight Connector 3">
            <a:extLst>
              <a:ext uri="{FF2B5EF4-FFF2-40B4-BE49-F238E27FC236}">
                <a16:creationId xmlns:a16="http://schemas.microsoft.com/office/drawing/2014/main" id="{9383F111-B8FA-8FA6-B200-EBFE5874383D}"/>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57311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 chart (1 column text, 1 cell)">
    <p:bg>
      <p:bgPr>
        <a:solidFill>
          <a:schemeClr val="bg1"/>
        </a:solidFill>
        <a:effectLst/>
      </p:bgPr>
    </p:bg>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2FD1131D-3A89-165D-B596-9D28C3FA715C}"/>
              </a:ext>
            </a:extLst>
          </p:cNvPr>
          <p:cNvSpPr/>
          <p:nvPr userDrawn="1"/>
        </p:nvSpPr>
        <p:spPr>
          <a:xfrm>
            <a:off x="6231112" y="508666"/>
            <a:ext cx="5440680" cy="5522977"/>
          </a:xfrm>
          <a:custGeom>
            <a:avLst/>
            <a:gdLst>
              <a:gd name="connsiteX0" fmla="*/ 0 w 5440680"/>
              <a:gd name="connsiteY0" fmla="*/ 0 h 5522977"/>
              <a:gd name="connsiteX1" fmla="*/ 4629191 w 5440680"/>
              <a:gd name="connsiteY1" fmla="*/ 0 h 5522977"/>
              <a:gd name="connsiteX2" fmla="*/ 4629191 w 5440680"/>
              <a:gd name="connsiteY2" fmla="*/ 1 h 5522977"/>
              <a:gd name="connsiteX3" fmla="*/ 5354072 w 5440680"/>
              <a:gd name="connsiteY3" fmla="*/ 1 h 5522977"/>
              <a:gd name="connsiteX4" fmla="*/ 5440680 w 5440680"/>
              <a:gd name="connsiteY4" fmla="*/ 86609 h 5522977"/>
              <a:gd name="connsiteX5" fmla="*/ 5440680 w 5440680"/>
              <a:gd name="connsiteY5" fmla="*/ 980393 h 5522977"/>
              <a:gd name="connsiteX6" fmla="*/ 5440680 w 5440680"/>
              <a:gd name="connsiteY6" fmla="*/ 1194951 h 5522977"/>
              <a:gd name="connsiteX7" fmla="*/ 5440680 w 5440680"/>
              <a:gd name="connsiteY7" fmla="*/ 1677817 h 5522977"/>
              <a:gd name="connsiteX8" fmla="*/ 5440680 w 5440680"/>
              <a:gd name="connsiteY8" fmla="*/ 2088735 h 5522977"/>
              <a:gd name="connsiteX9" fmla="*/ 5440680 w 5440680"/>
              <a:gd name="connsiteY9" fmla="*/ 2762698 h 5522977"/>
              <a:gd name="connsiteX10" fmla="*/ 5440680 w 5440680"/>
              <a:gd name="connsiteY10" fmla="*/ 2786159 h 5522977"/>
              <a:gd name="connsiteX11" fmla="*/ 5440680 w 5440680"/>
              <a:gd name="connsiteY11" fmla="*/ 3723593 h 5522977"/>
              <a:gd name="connsiteX12" fmla="*/ 5440680 w 5440680"/>
              <a:gd name="connsiteY12" fmla="*/ 3871040 h 5522977"/>
              <a:gd name="connsiteX13" fmla="*/ 5440680 w 5440680"/>
              <a:gd name="connsiteY13" fmla="*/ 4328027 h 5522977"/>
              <a:gd name="connsiteX14" fmla="*/ 5440680 w 5440680"/>
              <a:gd name="connsiteY14" fmla="*/ 4831935 h 5522977"/>
              <a:gd name="connsiteX15" fmla="*/ 5440680 w 5440680"/>
              <a:gd name="connsiteY15" fmla="*/ 5436369 h 5522977"/>
              <a:gd name="connsiteX16" fmla="*/ 5354072 w 5440680"/>
              <a:gd name="connsiteY16" fmla="*/ 5522977 h 5522977"/>
              <a:gd name="connsiteX17" fmla="*/ 4542584 w 5440680"/>
              <a:gd name="connsiteY17" fmla="*/ 5522977 h 5522977"/>
              <a:gd name="connsiteX18" fmla="*/ 4245730 w 5440680"/>
              <a:gd name="connsiteY18" fmla="*/ 5522977 h 5522977"/>
              <a:gd name="connsiteX19" fmla="*/ 3921459 w 5440680"/>
              <a:gd name="connsiteY19" fmla="*/ 5522977 h 5522977"/>
              <a:gd name="connsiteX20" fmla="*/ 3434242 w 5440680"/>
              <a:gd name="connsiteY20" fmla="*/ 5522977 h 5522977"/>
              <a:gd name="connsiteX21" fmla="*/ 2822273 w 5440680"/>
              <a:gd name="connsiteY21" fmla="*/ 5522977 h 5522977"/>
              <a:gd name="connsiteX22" fmla="*/ 1985364 w 5440680"/>
              <a:gd name="connsiteY22" fmla="*/ 5522977 h 5522977"/>
              <a:gd name="connsiteX23" fmla="*/ 1713931 w 5440680"/>
              <a:gd name="connsiteY23" fmla="*/ 5522977 h 5522977"/>
              <a:gd name="connsiteX24" fmla="*/ 1519222 w 5440680"/>
              <a:gd name="connsiteY24" fmla="*/ 5522977 h 5522977"/>
              <a:gd name="connsiteX25" fmla="*/ 1194951 w 5440680"/>
              <a:gd name="connsiteY25" fmla="*/ 5522977 h 5522977"/>
              <a:gd name="connsiteX26" fmla="*/ 877022 w 5440680"/>
              <a:gd name="connsiteY26" fmla="*/ 5522977 h 5522977"/>
              <a:gd name="connsiteX27" fmla="*/ 86609 w 5440680"/>
              <a:gd name="connsiteY27" fmla="*/ 5522977 h 5522977"/>
              <a:gd name="connsiteX28" fmla="*/ 1 w 5440680"/>
              <a:gd name="connsiteY28" fmla="*/ 5436369 h 5522977"/>
              <a:gd name="connsiteX29" fmla="*/ 1 w 5440680"/>
              <a:gd name="connsiteY29" fmla="*/ 4633927 h 5522977"/>
              <a:gd name="connsiteX30" fmla="*/ 0 w 5440680"/>
              <a:gd name="connsiteY30" fmla="*/ 4633927 h 552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40680" h="5522977">
                <a:moveTo>
                  <a:pt x="0" y="0"/>
                </a:moveTo>
                <a:lnTo>
                  <a:pt x="4629191" y="0"/>
                </a:lnTo>
                <a:lnTo>
                  <a:pt x="4629191" y="1"/>
                </a:lnTo>
                <a:lnTo>
                  <a:pt x="5354072" y="1"/>
                </a:lnTo>
                <a:cubicBezTo>
                  <a:pt x="5401904" y="1"/>
                  <a:pt x="5440680" y="38777"/>
                  <a:pt x="5440680" y="86609"/>
                </a:cubicBezTo>
                <a:lnTo>
                  <a:pt x="5440680" y="980393"/>
                </a:lnTo>
                <a:lnTo>
                  <a:pt x="5440680" y="1194951"/>
                </a:lnTo>
                <a:lnTo>
                  <a:pt x="5440680" y="1677817"/>
                </a:lnTo>
                <a:lnTo>
                  <a:pt x="5440680" y="2088735"/>
                </a:lnTo>
                <a:lnTo>
                  <a:pt x="5440680" y="2762698"/>
                </a:lnTo>
                <a:lnTo>
                  <a:pt x="5440680" y="2786159"/>
                </a:lnTo>
                <a:lnTo>
                  <a:pt x="5440680" y="3723593"/>
                </a:lnTo>
                <a:lnTo>
                  <a:pt x="5440680" y="3871040"/>
                </a:lnTo>
                <a:lnTo>
                  <a:pt x="5440680" y="4328027"/>
                </a:lnTo>
                <a:lnTo>
                  <a:pt x="5440680" y="4831935"/>
                </a:lnTo>
                <a:lnTo>
                  <a:pt x="5440680" y="5436369"/>
                </a:lnTo>
                <a:cubicBezTo>
                  <a:pt x="5440680" y="5484201"/>
                  <a:pt x="5401904" y="5522977"/>
                  <a:pt x="5354072" y="5522977"/>
                </a:cubicBezTo>
                <a:lnTo>
                  <a:pt x="4542584" y="5522977"/>
                </a:lnTo>
                <a:lnTo>
                  <a:pt x="4245730" y="5522977"/>
                </a:lnTo>
                <a:lnTo>
                  <a:pt x="3921459" y="5522977"/>
                </a:lnTo>
                <a:lnTo>
                  <a:pt x="3434242" y="5522977"/>
                </a:lnTo>
                <a:lnTo>
                  <a:pt x="2822273" y="5522977"/>
                </a:lnTo>
                <a:lnTo>
                  <a:pt x="1985364" y="5522977"/>
                </a:lnTo>
                <a:lnTo>
                  <a:pt x="1713931" y="5522977"/>
                </a:lnTo>
                <a:lnTo>
                  <a:pt x="1519222" y="5522977"/>
                </a:lnTo>
                <a:lnTo>
                  <a:pt x="1194951" y="5522977"/>
                </a:lnTo>
                <a:lnTo>
                  <a:pt x="877022" y="5522977"/>
                </a:lnTo>
                <a:lnTo>
                  <a:pt x="86609" y="5522977"/>
                </a:lnTo>
                <a:cubicBezTo>
                  <a:pt x="38777" y="5522977"/>
                  <a:pt x="1" y="5484201"/>
                  <a:pt x="1" y="5436369"/>
                </a:cubicBezTo>
                <a:lnTo>
                  <a:pt x="1" y="4633927"/>
                </a:lnTo>
                <a:lnTo>
                  <a:pt x="0" y="4633927"/>
                </a:lnTo>
                <a:close/>
              </a:path>
            </a:pathLst>
          </a:custGeom>
          <a:solidFill>
            <a:srgbClr val="E4EEEF">
              <a:alpha val="30000"/>
            </a:srgbClr>
          </a:solidFill>
        </p:spPr>
        <p:txBody>
          <a:bodyPr wrap="square" rtlCol="0" anchor="ctr">
            <a:noAutofit/>
          </a:bodyPr>
          <a:lstStyle/>
          <a:p>
            <a:pPr lvl="0" algn="ctr"/>
            <a:endParaRPr lang="en-US">
              <a:solidFill>
                <a:schemeClr val="tx1"/>
              </a:solidFill>
            </a:endParaRPr>
          </a:p>
        </p:txBody>
      </p:sp>
      <p:sp>
        <p:nvSpPr>
          <p:cNvPr id="4" name="Footer Placeholder 4">
            <a:extLst>
              <a:ext uri="{FF2B5EF4-FFF2-40B4-BE49-F238E27FC236}">
                <a16:creationId xmlns:a16="http://schemas.microsoft.com/office/drawing/2014/main" id="{B79BE96B-F1CE-8952-EDBD-2A807D422A3B}"/>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2FB53BA5-9688-295F-A0EE-AB3D03D627CD}"/>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2" name="Text Placeholder 12">
            <a:extLst>
              <a:ext uri="{FF2B5EF4-FFF2-40B4-BE49-F238E27FC236}">
                <a16:creationId xmlns:a16="http://schemas.microsoft.com/office/drawing/2014/main" id="{B46B0998-2C60-B0C5-A781-04DFE997EC0B}"/>
              </a:ext>
            </a:extLst>
          </p:cNvPr>
          <p:cNvSpPr>
            <a:spLocks noGrp="1"/>
          </p:cNvSpPr>
          <p:nvPr>
            <p:ph type="body" sz="quarter" idx="11" hasCustomPrompt="1"/>
          </p:nvPr>
        </p:nvSpPr>
        <p:spPr>
          <a:xfrm>
            <a:off x="510790" y="451287"/>
            <a:ext cx="5383641"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 3 lines maximum, sentence case</a:t>
            </a:r>
          </a:p>
          <a:p>
            <a:pPr lvl="0"/>
            <a:endParaRPr lang="en-US"/>
          </a:p>
        </p:txBody>
      </p:sp>
      <p:sp>
        <p:nvSpPr>
          <p:cNvPr id="13" name="Text Placeholder 14">
            <a:extLst>
              <a:ext uri="{FF2B5EF4-FFF2-40B4-BE49-F238E27FC236}">
                <a16:creationId xmlns:a16="http://schemas.microsoft.com/office/drawing/2014/main" id="{0591E478-D857-6068-6D2E-3B7F591989C0}"/>
              </a:ext>
            </a:extLst>
          </p:cNvPr>
          <p:cNvSpPr>
            <a:spLocks noGrp="1"/>
          </p:cNvSpPr>
          <p:nvPr>
            <p:ph type="body" sz="quarter" idx="12" hasCustomPrompt="1"/>
          </p:nvPr>
        </p:nvSpPr>
        <p:spPr>
          <a:xfrm>
            <a:off x="510791" y="1904402"/>
            <a:ext cx="538364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4" name="Text Placeholder 16">
            <a:extLst>
              <a:ext uri="{FF2B5EF4-FFF2-40B4-BE49-F238E27FC236}">
                <a16:creationId xmlns:a16="http://schemas.microsoft.com/office/drawing/2014/main" id="{D4FACD1E-272A-E910-DA17-F322077F5DB2}"/>
              </a:ext>
            </a:extLst>
          </p:cNvPr>
          <p:cNvSpPr>
            <a:spLocks noGrp="1"/>
          </p:cNvSpPr>
          <p:nvPr>
            <p:ph type="body" sz="quarter" idx="13" hasCustomPrompt="1"/>
          </p:nvPr>
        </p:nvSpPr>
        <p:spPr>
          <a:xfrm>
            <a:off x="510790" y="2275948"/>
            <a:ext cx="5383641" cy="3755688"/>
          </a:xfrm>
        </p:spPr>
        <p:txBody>
          <a:bodyPr wrap="square">
            <a:noAutofit/>
          </a:body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22" name="Text Placeholder 22">
            <a:extLst>
              <a:ext uri="{FF2B5EF4-FFF2-40B4-BE49-F238E27FC236}">
                <a16:creationId xmlns:a16="http://schemas.microsoft.com/office/drawing/2014/main" id="{B645EA3B-C411-3185-E9DE-834296F0CB66}"/>
              </a:ext>
            </a:extLst>
          </p:cNvPr>
          <p:cNvSpPr>
            <a:spLocks noGrp="1"/>
          </p:cNvSpPr>
          <p:nvPr>
            <p:ph type="body" sz="quarter" idx="33" hasCustomPrompt="1"/>
          </p:nvPr>
        </p:nvSpPr>
        <p:spPr>
          <a:xfrm>
            <a:off x="6430648" y="5668670"/>
            <a:ext cx="5029200"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24" name="Text Placeholder 22">
            <a:extLst>
              <a:ext uri="{FF2B5EF4-FFF2-40B4-BE49-F238E27FC236}">
                <a16:creationId xmlns:a16="http://schemas.microsoft.com/office/drawing/2014/main" id="{50A2150F-B96F-C10F-7847-70FBDCC83A58}"/>
              </a:ext>
            </a:extLst>
          </p:cNvPr>
          <p:cNvSpPr>
            <a:spLocks noGrp="1"/>
          </p:cNvSpPr>
          <p:nvPr>
            <p:ph type="body" sz="quarter" idx="34" hasCustomPrompt="1"/>
          </p:nvPr>
        </p:nvSpPr>
        <p:spPr>
          <a:xfrm>
            <a:off x="6430648" y="701715"/>
            <a:ext cx="5029200" cy="215444"/>
          </a:xfrm>
        </p:spPr>
        <p:txBody>
          <a:bodyPr wrap="square">
            <a:spAutoFit/>
          </a:bodyPr>
          <a:lstStyle>
            <a:lvl1pPr>
              <a:defRPr sz="1400"/>
            </a:lvl1pPr>
            <a:lvl2pPr>
              <a:defRPr sz="900"/>
            </a:lvl2pPr>
            <a:lvl3pPr>
              <a:defRPr sz="900"/>
            </a:lvl3pPr>
            <a:lvl4pPr>
              <a:defRPr sz="900"/>
            </a:lvl4pPr>
            <a:lvl5pPr>
              <a:defRPr sz="900"/>
            </a:lvl5pPr>
          </a:lstStyle>
          <a:p>
            <a:pPr lvl="0"/>
            <a:r>
              <a:rPr lang="en-US"/>
              <a:t>Title in Wallace Sans, 14 pt size</a:t>
            </a:r>
          </a:p>
        </p:txBody>
      </p:sp>
      <p:cxnSp>
        <p:nvCxnSpPr>
          <p:cNvPr id="2" name="Straight Connector 1">
            <a:extLst>
              <a:ext uri="{FF2B5EF4-FFF2-40B4-BE49-F238E27FC236}">
                <a16:creationId xmlns:a16="http://schemas.microsoft.com/office/drawing/2014/main" id="{A603F18F-1DC5-BF52-DC15-83141D404332}"/>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0179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 Table">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 name="Text Placeholder 22">
            <a:extLst>
              <a:ext uri="{FF2B5EF4-FFF2-40B4-BE49-F238E27FC236}">
                <a16:creationId xmlns:a16="http://schemas.microsoft.com/office/drawing/2014/main" id="{8F41E850-C0CD-B56E-5029-81A2311C4EF4}"/>
              </a:ext>
            </a:extLst>
          </p:cNvPr>
          <p:cNvSpPr>
            <a:spLocks noGrp="1"/>
          </p:cNvSpPr>
          <p:nvPr>
            <p:ph type="body" sz="quarter" idx="33" hasCustomPrompt="1"/>
          </p:nvPr>
        </p:nvSpPr>
        <p:spPr>
          <a:xfrm>
            <a:off x="517490" y="5968922"/>
            <a:ext cx="5062440"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12" name="Table Placeholder 11">
            <a:extLst>
              <a:ext uri="{FF2B5EF4-FFF2-40B4-BE49-F238E27FC236}">
                <a16:creationId xmlns:a16="http://schemas.microsoft.com/office/drawing/2014/main" id="{AF1A6832-BF37-2547-4E70-44C140740D4A}"/>
              </a:ext>
            </a:extLst>
          </p:cNvPr>
          <p:cNvSpPr>
            <a:spLocks noGrp="1"/>
          </p:cNvSpPr>
          <p:nvPr>
            <p:ph type="tbl" sz="quarter" idx="34"/>
          </p:nvPr>
        </p:nvSpPr>
        <p:spPr>
          <a:xfrm>
            <a:off x="517489" y="2545330"/>
            <a:ext cx="11158571" cy="3066076"/>
          </a:xfrm>
        </p:spPr>
        <p:txBody>
          <a:bodyPr/>
          <a:lstStyle/>
          <a:p>
            <a:r>
              <a:rPr lang="en-US"/>
              <a:t>Click icon to add table</a:t>
            </a:r>
          </a:p>
        </p:txBody>
      </p:sp>
      <p:sp>
        <p:nvSpPr>
          <p:cNvPr id="18" name="Text Placeholder 12">
            <a:extLst>
              <a:ext uri="{FF2B5EF4-FFF2-40B4-BE49-F238E27FC236}">
                <a16:creationId xmlns:a16="http://schemas.microsoft.com/office/drawing/2014/main" id="{E5A334DD-A463-6259-F804-7EAB0979FF63}"/>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C4F737F0-00D7-2DA2-2A51-4D20AA7F8A3C}"/>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62651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 Table (1 column text, 1 table)">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1" y="451287"/>
            <a:ext cx="5394960"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 3 lines maximum, sentence case</a:t>
            </a:r>
          </a:p>
          <a:p>
            <a:pPr lvl="0"/>
            <a:endParaRPr lang="en-US"/>
          </a:p>
        </p:txBody>
      </p:sp>
      <p:sp>
        <p:nvSpPr>
          <p:cNvPr id="3" name="Text Placeholder 22">
            <a:extLst>
              <a:ext uri="{FF2B5EF4-FFF2-40B4-BE49-F238E27FC236}">
                <a16:creationId xmlns:a16="http://schemas.microsoft.com/office/drawing/2014/main" id="{8F41E850-C0CD-B56E-5029-81A2311C4EF4}"/>
              </a:ext>
            </a:extLst>
          </p:cNvPr>
          <p:cNvSpPr>
            <a:spLocks noGrp="1"/>
          </p:cNvSpPr>
          <p:nvPr>
            <p:ph type="body" sz="quarter" idx="33" hasCustomPrompt="1"/>
          </p:nvPr>
        </p:nvSpPr>
        <p:spPr>
          <a:xfrm>
            <a:off x="6264397" y="5880637"/>
            <a:ext cx="5411665"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12" name="Table Placeholder 11">
            <a:extLst>
              <a:ext uri="{FF2B5EF4-FFF2-40B4-BE49-F238E27FC236}">
                <a16:creationId xmlns:a16="http://schemas.microsoft.com/office/drawing/2014/main" id="{AF1A6832-BF37-2547-4E70-44C140740D4A}"/>
              </a:ext>
            </a:extLst>
          </p:cNvPr>
          <p:cNvSpPr>
            <a:spLocks noGrp="1"/>
          </p:cNvSpPr>
          <p:nvPr>
            <p:ph type="tbl" sz="quarter" idx="34"/>
          </p:nvPr>
        </p:nvSpPr>
        <p:spPr>
          <a:xfrm>
            <a:off x="6264394" y="451288"/>
            <a:ext cx="5411666" cy="5429350"/>
          </a:xfrm>
        </p:spPr>
        <p:txBody>
          <a:bodyPr/>
          <a:lstStyle/>
          <a:p>
            <a:r>
              <a:rPr lang="en-US"/>
              <a:t>Click icon to add table</a:t>
            </a:r>
          </a:p>
        </p:txBody>
      </p:sp>
      <p:sp>
        <p:nvSpPr>
          <p:cNvPr id="2" name="Text Placeholder 14">
            <a:extLst>
              <a:ext uri="{FF2B5EF4-FFF2-40B4-BE49-F238E27FC236}">
                <a16:creationId xmlns:a16="http://schemas.microsoft.com/office/drawing/2014/main" id="{5DABC21F-5C53-0E98-F9CA-D80E5D7040E8}"/>
              </a:ext>
            </a:extLst>
          </p:cNvPr>
          <p:cNvSpPr>
            <a:spLocks noGrp="1"/>
          </p:cNvSpPr>
          <p:nvPr>
            <p:ph type="body" sz="quarter" idx="11" hasCustomPrompt="1"/>
          </p:nvPr>
        </p:nvSpPr>
        <p:spPr>
          <a:xfrm>
            <a:off x="510791" y="1904402"/>
            <a:ext cx="539496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4" name="Text Placeholder 16">
            <a:extLst>
              <a:ext uri="{FF2B5EF4-FFF2-40B4-BE49-F238E27FC236}">
                <a16:creationId xmlns:a16="http://schemas.microsoft.com/office/drawing/2014/main" id="{ABC327D3-FDC4-79C8-4461-56BFFCC00B60}"/>
              </a:ext>
            </a:extLst>
          </p:cNvPr>
          <p:cNvSpPr>
            <a:spLocks noGrp="1"/>
          </p:cNvSpPr>
          <p:nvPr>
            <p:ph type="body" sz="quarter" idx="12" hasCustomPrompt="1"/>
          </p:nvPr>
        </p:nvSpPr>
        <p:spPr>
          <a:xfrm>
            <a:off x="510790" y="2275948"/>
            <a:ext cx="5394960" cy="3604689"/>
          </a:xfrm>
        </p:spPr>
        <p:txBody>
          <a:bodyPr wrap="square">
            <a:no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cxnSp>
        <p:nvCxnSpPr>
          <p:cNvPr id="5" name="Straight Connector 4">
            <a:extLst>
              <a:ext uri="{FF2B5EF4-FFF2-40B4-BE49-F238E27FC236}">
                <a16:creationId xmlns:a16="http://schemas.microsoft.com/office/drawing/2014/main" id="{D2E069F3-BD2F-6146-534F-71AEF33EBEE7}"/>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89690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Text + Graph (2)">
    <p:bg>
      <p:bgPr>
        <a:solidFill>
          <a:schemeClr val="bg1"/>
        </a:solidFill>
        <a:effectLst/>
      </p:bgPr>
    </p:bg>
    <p:spTree>
      <p:nvGrpSpPr>
        <p:cNvPr id="1" name=""/>
        <p:cNvGrpSpPr/>
        <p:nvPr/>
      </p:nvGrpSpPr>
      <p:grpSpPr>
        <a:xfrm>
          <a:off x="0" y="0"/>
          <a:ext cx="0" cy="0"/>
          <a:chOff x="0" y="0"/>
          <a:chExt cx="0" cy="0"/>
        </a:xfrm>
      </p:grpSpPr>
      <p:sp>
        <p:nvSpPr>
          <p:cNvPr id="46" name="Freeform 45">
            <a:extLst>
              <a:ext uri="{FF2B5EF4-FFF2-40B4-BE49-F238E27FC236}">
                <a16:creationId xmlns:a16="http://schemas.microsoft.com/office/drawing/2014/main" id="{05C71DBF-F0A7-BB33-12C8-8B51A151ACC7}"/>
              </a:ext>
            </a:extLst>
          </p:cNvPr>
          <p:cNvSpPr/>
          <p:nvPr userDrawn="1"/>
        </p:nvSpPr>
        <p:spPr>
          <a:xfrm>
            <a:off x="517490" y="1873659"/>
            <a:ext cx="11155678" cy="4143844"/>
          </a:xfrm>
          <a:custGeom>
            <a:avLst/>
            <a:gdLst>
              <a:gd name="connsiteX0" fmla="*/ 0 w 11155678"/>
              <a:gd name="connsiteY0" fmla="*/ 0 h 4143844"/>
              <a:gd name="connsiteX1" fmla="*/ 10598186 w 11155678"/>
              <a:gd name="connsiteY1" fmla="*/ 0 h 4143844"/>
              <a:gd name="connsiteX2" fmla="*/ 10598186 w 11155678"/>
              <a:gd name="connsiteY2" fmla="*/ 1 h 4143844"/>
              <a:gd name="connsiteX3" fmla="*/ 11069070 w 11155678"/>
              <a:gd name="connsiteY3" fmla="*/ 1 h 4143844"/>
              <a:gd name="connsiteX4" fmla="*/ 11155678 w 11155678"/>
              <a:gd name="connsiteY4" fmla="*/ 86609 h 4143844"/>
              <a:gd name="connsiteX5" fmla="*/ 11155678 w 11155678"/>
              <a:gd name="connsiteY5" fmla="*/ 757465 h 4143844"/>
              <a:gd name="connsiteX6" fmla="*/ 11155678 w 11155678"/>
              <a:gd name="connsiteY6" fmla="*/ 1194951 h 4143844"/>
              <a:gd name="connsiteX7" fmla="*/ 11155678 w 11155678"/>
              <a:gd name="connsiteY7" fmla="*/ 1371828 h 4143844"/>
              <a:gd name="connsiteX8" fmla="*/ 11155678 w 11155678"/>
              <a:gd name="connsiteY8" fmla="*/ 1865807 h 4143844"/>
              <a:gd name="connsiteX9" fmla="*/ 11155678 w 11155678"/>
              <a:gd name="connsiteY9" fmla="*/ 1900465 h 4143844"/>
              <a:gd name="connsiteX10" fmla="*/ 11155678 w 11155678"/>
              <a:gd name="connsiteY10" fmla="*/ 2463119 h 4143844"/>
              <a:gd name="connsiteX11" fmla="*/ 11155678 w 11155678"/>
              <a:gd name="connsiteY11" fmla="*/ 2480170 h 4143844"/>
              <a:gd name="connsiteX12" fmla="*/ 11155678 w 11155678"/>
              <a:gd name="connsiteY12" fmla="*/ 2948894 h 4143844"/>
              <a:gd name="connsiteX13" fmla="*/ 11155678 w 11155678"/>
              <a:gd name="connsiteY13" fmla="*/ 3008807 h 4143844"/>
              <a:gd name="connsiteX14" fmla="*/ 11155678 w 11155678"/>
              <a:gd name="connsiteY14" fmla="*/ 3571461 h 4143844"/>
              <a:gd name="connsiteX15" fmla="*/ 11155678 w 11155678"/>
              <a:gd name="connsiteY15" fmla="*/ 4057236 h 4143844"/>
              <a:gd name="connsiteX16" fmla="*/ 11069070 w 11155678"/>
              <a:gd name="connsiteY16" fmla="*/ 4143844 h 4143844"/>
              <a:gd name="connsiteX17" fmla="*/ 10211818 w 11155678"/>
              <a:gd name="connsiteY17" fmla="*/ 4143844 h 4143844"/>
              <a:gd name="connsiteX18" fmla="*/ 9960726 w 11155678"/>
              <a:gd name="connsiteY18" fmla="*/ 4143844 h 4143844"/>
              <a:gd name="connsiteX19" fmla="*/ 9254558 w 11155678"/>
              <a:gd name="connsiteY19" fmla="*/ 4143844 h 4143844"/>
              <a:gd name="connsiteX20" fmla="*/ 9103478 w 11155678"/>
              <a:gd name="connsiteY20" fmla="*/ 4143844 h 4143844"/>
              <a:gd name="connsiteX21" fmla="*/ 8983094 w 11155678"/>
              <a:gd name="connsiteY21" fmla="*/ 4143844 h 4143844"/>
              <a:gd name="connsiteX22" fmla="*/ 8497320 w 11155678"/>
              <a:gd name="connsiteY22" fmla="*/ 4143844 h 4143844"/>
              <a:gd name="connsiteX23" fmla="*/ 8146214 w 11155678"/>
              <a:gd name="connsiteY23" fmla="*/ 4143844 h 4143844"/>
              <a:gd name="connsiteX24" fmla="*/ 7874754 w 11155678"/>
              <a:gd name="connsiteY24" fmla="*/ 4143844 h 4143844"/>
              <a:gd name="connsiteX25" fmla="*/ 7725794 w 11155678"/>
              <a:gd name="connsiteY25" fmla="*/ 4143844 h 4143844"/>
              <a:gd name="connsiteX26" fmla="*/ 7388978 w 11155678"/>
              <a:gd name="connsiteY26" fmla="*/ 4143844 h 4143844"/>
              <a:gd name="connsiteX27" fmla="*/ 7025706 w 11155678"/>
              <a:gd name="connsiteY27" fmla="*/ 4143844 h 4143844"/>
              <a:gd name="connsiteX28" fmla="*/ 6617454 w 11155678"/>
              <a:gd name="connsiteY28" fmla="*/ 4143844 h 4143844"/>
              <a:gd name="connsiteX29" fmla="*/ 6411344 w 11155678"/>
              <a:gd name="connsiteY29" fmla="*/ 4143844 h 4143844"/>
              <a:gd name="connsiteX30" fmla="*/ 5917366 w 11155678"/>
              <a:gd name="connsiteY30" fmla="*/ 4143844 h 4143844"/>
              <a:gd name="connsiteX31" fmla="*/ 5639818 w 11155678"/>
              <a:gd name="connsiteY31" fmla="*/ 4143844 h 4143844"/>
              <a:gd name="connsiteX32" fmla="*/ 5303002 w 11155678"/>
              <a:gd name="connsiteY32" fmla="*/ 4143844 h 4143844"/>
              <a:gd name="connsiteX33" fmla="*/ 4909702 w 11155678"/>
              <a:gd name="connsiteY33" fmla="*/ 4143844 h 4143844"/>
              <a:gd name="connsiteX34" fmla="*/ 4531478 w 11155678"/>
              <a:gd name="connsiteY34" fmla="*/ 4143844 h 4143844"/>
              <a:gd name="connsiteX35" fmla="*/ 4095314 w 11155678"/>
              <a:gd name="connsiteY35" fmla="*/ 4143844 h 4143844"/>
              <a:gd name="connsiteX36" fmla="*/ 3801358 w 11155678"/>
              <a:gd name="connsiteY36" fmla="*/ 4143844 h 4143844"/>
              <a:gd name="connsiteX37" fmla="*/ 3695262 w 11155678"/>
              <a:gd name="connsiteY37" fmla="*/ 4143844 h 4143844"/>
              <a:gd name="connsiteX38" fmla="*/ 3038038 w 11155678"/>
              <a:gd name="connsiteY38" fmla="*/ 4143844 h 4143844"/>
              <a:gd name="connsiteX39" fmla="*/ 2986970 w 11155678"/>
              <a:gd name="connsiteY39" fmla="*/ 4143844 h 4143844"/>
              <a:gd name="connsiteX40" fmla="*/ 2586922 w 11155678"/>
              <a:gd name="connsiteY40" fmla="*/ 4143844 h 4143844"/>
              <a:gd name="connsiteX41" fmla="*/ 2537976 w 11155678"/>
              <a:gd name="connsiteY41" fmla="*/ 4143844 h 4143844"/>
              <a:gd name="connsiteX42" fmla="*/ 2023626 w 11155678"/>
              <a:gd name="connsiteY42" fmla="*/ 4143844 h 4143844"/>
              <a:gd name="connsiteX43" fmla="*/ 1929696 w 11155678"/>
              <a:gd name="connsiteY43" fmla="*/ 4143844 h 4143844"/>
              <a:gd name="connsiteX44" fmla="*/ 1429634 w 11155678"/>
              <a:gd name="connsiteY44" fmla="*/ 4143844 h 4143844"/>
              <a:gd name="connsiteX45" fmla="*/ 1194950 w 11155678"/>
              <a:gd name="connsiteY45" fmla="*/ 4143844 h 4143844"/>
              <a:gd name="connsiteX46" fmla="*/ 915284 w 11155678"/>
              <a:gd name="connsiteY46" fmla="*/ 4143844 h 4143844"/>
              <a:gd name="connsiteX47" fmla="*/ 86609 w 11155678"/>
              <a:gd name="connsiteY47" fmla="*/ 4143844 h 4143844"/>
              <a:gd name="connsiteX48" fmla="*/ 1 w 11155678"/>
              <a:gd name="connsiteY48" fmla="*/ 4057236 h 4143844"/>
              <a:gd name="connsiteX49" fmla="*/ 1 w 11155678"/>
              <a:gd name="connsiteY49" fmla="*/ 3394459 h 4143844"/>
              <a:gd name="connsiteX50" fmla="*/ 0 w 11155678"/>
              <a:gd name="connsiteY50" fmla="*/ 3394459 h 414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55678" h="4143844">
                <a:moveTo>
                  <a:pt x="0" y="0"/>
                </a:moveTo>
                <a:lnTo>
                  <a:pt x="10598186" y="0"/>
                </a:lnTo>
                <a:lnTo>
                  <a:pt x="10598186" y="1"/>
                </a:lnTo>
                <a:lnTo>
                  <a:pt x="11069070" y="1"/>
                </a:lnTo>
                <a:cubicBezTo>
                  <a:pt x="11116902" y="1"/>
                  <a:pt x="11155678" y="38777"/>
                  <a:pt x="11155678" y="86609"/>
                </a:cubicBezTo>
                <a:lnTo>
                  <a:pt x="11155678" y="757465"/>
                </a:lnTo>
                <a:lnTo>
                  <a:pt x="11155678" y="1194951"/>
                </a:lnTo>
                <a:lnTo>
                  <a:pt x="11155678" y="1371828"/>
                </a:lnTo>
                <a:lnTo>
                  <a:pt x="11155678" y="1865807"/>
                </a:lnTo>
                <a:lnTo>
                  <a:pt x="11155678" y="1900465"/>
                </a:lnTo>
                <a:lnTo>
                  <a:pt x="11155678" y="2463119"/>
                </a:lnTo>
                <a:lnTo>
                  <a:pt x="11155678" y="2480170"/>
                </a:lnTo>
                <a:lnTo>
                  <a:pt x="11155678" y="2948894"/>
                </a:lnTo>
                <a:lnTo>
                  <a:pt x="11155678" y="3008807"/>
                </a:lnTo>
                <a:lnTo>
                  <a:pt x="11155678" y="3571461"/>
                </a:lnTo>
                <a:lnTo>
                  <a:pt x="11155678" y="4057236"/>
                </a:lnTo>
                <a:cubicBezTo>
                  <a:pt x="11155678" y="4105068"/>
                  <a:pt x="11116902" y="4143844"/>
                  <a:pt x="11069070" y="4143844"/>
                </a:cubicBezTo>
                <a:lnTo>
                  <a:pt x="10211818" y="4143844"/>
                </a:lnTo>
                <a:lnTo>
                  <a:pt x="9960726" y="4143844"/>
                </a:lnTo>
                <a:lnTo>
                  <a:pt x="9254558" y="4143844"/>
                </a:lnTo>
                <a:lnTo>
                  <a:pt x="9103478" y="4143844"/>
                </a:lnTo>
                <a:lnTo>
                  <a:pt x="8983094" y="4143844"/>
                </a:lnTo>
                <a:lnTo>
                  <a:pt x="8497320" y="4143844"/>
                </a:lnTo>
                <a:lnTo>
                  <a:pt x="8146214" y="4143844"/>
                </a:lnTo>
                <a:lnTo>
                  <a:pt x="7874754" y="4143844"/>
                </a:lnTo>
                <a:lnTo>
                  <a:pt x="7725794" y="4143844"/>
                </a:lnTo>
                <a:lnTo>
                  <a:pt x="7388978" y="4143844"/>
                </a:lnTo>
                <a:lnTo>
                  <a:pt x="7025706" y="4143844"/>
                </a:lnTo>
                <a:lnTo>
                  <a:pt x="6617454" y="4143844"/>
                </a:lnTo>
                <a:lnTo>
                  <a:pt x="6411344" y="4143844"/>
                </a:lnTo>
                <a:lnTo>
                  <a:pt x="5917366" y="4143844"/>
                </a:lnTo>
                <a:lnTo>
                  <a:pt x="5639818" y="4143844"/>
                </a:lnTo>
                <a:lnTo>
                  <a:pt x="5303002" y="4143844"/>
                </a:lnTo>
                <a:lnTo>
                  <a:pt x="4909702" y="4143844"/>
                </a:lnTo>
                <a:lnTo>
                  <a:pt x="4531478" y="4143844"/>
                </a:lnTo>
                <a:lnTo>
                  <a:pt x="4095314" y="4143844"/>
                </a:lnTo>
                <a:lnTo>
                  <a:pt x="3801358" y="4143844"/>
                </a:lnTo>
                <a:lnTo>
                  <a:pt x="3695262" y="4143844"/>
                </a:lnTo>
                <a:lnTo>
                  <a:pt x="3038038" y="4143844"/>
                </a:lnTo>
                <a:lnTo>
                  <a:pt x="2986970" y="4143844"/>
                </a:lnTo>
                <a:lnTo>
                  <a:pt x="2586922" y="4143844"/>
                </a:lnTo>
                <a:lnTo>
                  <a:pt x="2537976" y="4143844"/>
                </a:lnTo>
                <a:lnTo>
                  <a:pt x="2023626" y="4143844"/>
                </a:lnTo>
                <a:lnTo>
                  <a:pt x="1929696" y="4143844"/>
                </a:lnTo>
                <a:lnTo>
                  <a:pt x="1429634" y="4143844"/>
                </a:lnTo>
                <a:lnTo>
                  <a:pt x="1194950" y="4143844"/>
                </a:lnTo>
                <a:lnTo>
                  <a:pt x="915284" y="4143844"/>
                </a:lnTo>
                <a:lnTo>
                  <a:pt x="86609" y="4143844"/>
                </a:lnTo>
                <a:cubicBezTo>
                  <a:pt x="38777" y="4143844"/>
                  <a:pt x="1" y="4105068"/>
                  <a:pt x="1" y="4057236"/>
                </a:cubicBezTo>
                <a:lnTo>
                  <a:pt x="1" y="3394459"/>
                </a:lnTo>
                <a:lnTo>
                  <a:pt x="0" y="3394459"/>
                </a:lnTo>
                <a:close/>
              </a:path>
            </a:pathLst>
          </a:custGeom>
          <a:solidFill>
            <a:srgbClr val="E4EEEF">
              <a:alpha val="30000"/>
            </a:srgbClr>
          </a:solidFill>
        </p:spPr>
        <p:txBody>
          <a:bodyPr vert="horz" wrap="square" lIns="0" tIns="0" rIns="0" bIns="0" rtlCol="0">
            <a:noAutofit/>
          </a:bodyPr>
          <a:lstStyle/>
          <a:p>
            <a:pPr marR="0" lvl="0" indent="0" fontAlgn="auto">
              <a:lnSpc>
                <a:spcPct val="100000"/>
              </a:lnSpc>
              <a:spcBef>
                <a:spcPts val="600"/>
              </a:spcBef>
              <a:spcAft>
                <a:spcPts val="0"/>
              </a:spcAft>
              <a:buClrTx/>
              <a:buSzTx/>
              <a:buFont typeface="Abbott Wallace Sans Light" pitchFamily="50" charset="0"/>
              <a:buNone/>
              <a:tabLst/>
            </a:pPr>
            <a:endParaRPr lang="en-US" sz="1600">
              <a:solidFill>
                <a:schemeClr val="tx1"/>
              </a:solidFill>
              <a:latin typeface="+mj-lt"/>
            </a:endParaRP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728541" y="2065067"/>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p>
          <a:p>
            <a:pPr>
              <a:lnSpc>
                <a:spcPts val="1900"/>
              </a:lnSpc>
            </a:pP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a:t>
            </a:r>
          </a:p>
        </p:txBody>
      </p:sp>
      <p:sp>
        <p:nvSpPr>
          <p:cNvPr id="23" name="Text Placeholder 22">
            <a:extLst>
              <a:ext uri="{FF2B5EF4-FFF2-40B4-BE49-F238E27FC236}">
                <a16:creationId xmlns:a16="http://schemas.microsoft.com/office/drawing/2014/main" id="{43215B7E-3A78-1A53-D007-1DE35712E6A5}"/>
              </a:ext>
            </a:extLst>
          </p:cNvPr>
          <p:cNvSpPr>
            <a:spLocks noGrp="1"/>
          </p:cNvSpPr>
          <p:nvPr>
            <p:ph type="body" sz="quarter" idx="33" hasCustomPrompt="1"/>
          </p:nvPr>
        </p:nvSpPr>
        <p:spPr>
          <a:xfrm>
            <a:off x="728541" y="5684446"/>
            <a:ext cx="5127321"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8" name="Text Placeholder 12">
            <a:extLst>
              <a:ext uri="{FF2B5EF4-FFF2-40B4-BE49-F238E27FC236}">
                <a16:creationId xmlns:a16="http://schemas.microsoft.com/office/drawing/2014/main" id="{EFFB0596-ACFE-210E-2FCB-C1DA7C950336}"/>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1B289093-1280-2F71-6162-EEA29D1CD107}"/>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91735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Text + Graph (2 cells)">
    <p:bg>
      <p:bgPr>
        <a:solidFill>
          <a:schemeClr val="bg1"/>
        </a:solidFill>
        <a:effectLst/>
      </p:bgPr>
    </p:bg>
    <p:spTree>
      <p:nvGrpSpPr>
        <p:cNvPr id="1" name=""/>
        <p:cNvGrpSpPr/>
        <p:nvPr/>
      </p:nvGrpSpPr>
      <p:grpSpPr>
        <a:xfrm>
          <a:off x="0" y="0"/>
          <a:ext cx="0" cy="0"/>
          <a:chOff x="0" y="0"/>
          <a:chExt cx="0" cy="0"/>
        </a:xfrm>
      </p:grpSpPr>
      <p:sp>
        <p:nvSpPr>
          <p:cNvPr id="33" name="Freeform 32">
            <a:extLst>
              <a:ext uri="{FF2B5EF4-FFF2-40B4-BE49-F238E27FC236}">
                <a16:creationId xmlns:a16="http://schemas.microsoft.com/office/drawing/2014/main" id="{6BA68D5D-66D4-BE12-F7F2-285DF9455EF8}"/>
              </a:ext>
            </a:extLst>
          </p:cNvPr>
          <p:cNvSpPr/>
          <p:nvPr userDrawn="1"/>
        </p:nvSpPr>
        <p:spPr>
          <a:xfrm>
            <a:off x="517491" y="1937856"/>
            <a:ext cx="5411663" cy="4075236"/>
          </a:xfrm>
          <a:custGeom>
            <a:avLst/>
            <a:gdLst>
              <a:gd name="connsiteX0" fmla="*/ 1 w 5411663"/>
              <a:gd name="connsiteY0" fmla="*/ 0 h 4075236"/>
              <a:gd name="connsiteX1" fmla="*/ 4216713 w 5411663"/>
              <a:gd name="connsiteY1" fmla="*/ 0 h 4075236"/>
              <a:gd name="connsiteX2" fmla="*/ 4756874 w 5411663"/>
              <a:gd name="connsiteY2" fmla="*/ 0 h 4075236"/>
              <a:gd name="connsiteX3" fmla="*/ 5325055 w 5411663"/>
              <a:gd name="connsiteY3" fmla="*/ 0 h 4075236"/>
              <a:gd name="connsiteX4" fmla="*/ 5411663 w 5411663"/>
              <a:gd name="connsiteY4" fmla="*/ 86608 h 4075236"/>
              <a:gd name="connsiteX5" fmla="*/ 5411663 w 5411663"/>
              <a:gd name="connsiteY5" fmla="*/ 934747 h 4075236"/>
              <a:gd name="connsiteX6" fmla="*/ 5411663 w 5411663"/>
              <a:gd name="connsiteY6" fmla="*/ 1194950 h 4075236"/>
              <a:gd name="connsiteX7" fmla="*/ 5411663 w 5411663"/>
              <a:gd name="connsiteY7" fmla="*/ 1544347 h 4075236"/>
              <a:gd name="connsiteX8" fmla="*/ 5411663 w 5411663"/>
              <a:gd name="connsiteY8" fmla="*/ 1703373 h 4075236"/>
              <a:gd name="connsiteX9" fmla="*/ 5411663 w 5411663"/>
              <a:gd name="connsiteY9" fmla="*/ 2043089 h 4075236"/>
              <a:gd name="connsiteX10" fmla="*/ 5411663 w 5411663"/>
              <a:gd name="connsiteY10" fmla="*/ 2652689 h 4075236"/>
              <a:gd name="connsiteX11" fmla="*/ 5411663 w 5411663"/>
              <a:gd name="connsiteY11" fmla="*/ 2811715 h 4075236"/>
              <a:gd name="connsiteX12" fmla="*/ 5404857 w 5411663"/>
              <a:gd name="connsiteY12" fmla="*/ 2845427 h 4075236"/>
              <a:gd name="connsiteX13" fmla="*/ 5404470 w 5411663"/>
              <a:gd name="connsiteY13" fmla="*/ 2846001 h 4075236"/>
              <a:gd name="connsiteX14" fmla="*/ 5404857 w 5411663"/>
              <a:gd name="connsiteY14" fmla="*/ 2846574 h 4075236"/>
              <a:gd name="connsiteX15" fmla="*/ 5411663 w 5411663"/>
              <a:gd name="connsiteY15" fmla="*/ 2880286 h 4075236"/>
              <a:gd name="connsiteX16" fmla="*/ 5411663 w 5411663"/>
              <a:gd name="connsiteY16" fmla="*/ 3988628 h 4075236"/>
              <a:gd name="connsiteX17" fmla="*/ 5325055 w 5411663"/>
              <a:gd name="connsiteY17" fmla="*/ 4075236 h 4075236"/>
              <a:gd name="connsiteX18" fmla="*/ 4331142 w 5411663"/>
              <a:gd name="connsiteY18" fmla="*/ 4075236 h 4075236"/>
              <a:gd name="connsiteX19" fmla="*/ 4216713 w 5411663"/>
              <a:gd name="connsiteY19" fmla="*/ 4075236 h 4075236"/>
              <a:gd name="connsiteX20" fmla="*/ 3536011 w 5411663"/>
              <a:gd name="connsiteY20" fmla="*/ 4075236 h 4075236"/>
              <a:gd name="connsiteX21" fmla="*/ 3222800 w 5411663"/>
              <a:gd name="connsiteY21" fmla="*/ 4075236 h 4075236"/>
              <a:gd name="connsiteX22" fmla="*/ 3125194 w 5411663"/>
              <a:gd name="connsiteY22" fmla="*/ 4075236 h 4075236"/>
              <a:gd name="connsiteX23" fmla="*/ 2427669 w 5411663"/>
              <a:gd name="connsiteY23" fmla="*/ 4075236 h 4075236"/>
              <a:gd name="connsiteX24" fmla="*/ 2144533 w 5411663"/>
              <a:gd name="connsiteY24" fmla="*/ 4075236 h 4075236"/>
              <a:gd name="connsiteX25" fmla="*/ 2016852 w 5411663"/>
              <a:gd name="connsiteY25" fmla="*/ 4075236 h 4075236"/>
              <a:gd name="connsiteX26" fmla="*/ 1194950 w 5411663"/>
              <a:gd name="connsiteY26" fmla="*/ 4075236 h 4075236"/>
              <a:gd name="connsiteX27" fmla="*/ 1036191 w 5411663"/>
              <a:gd name="connsiteY27" fmla="*/ 4075236 h 4075236"/>
              <a:gd name="connsiteX28" fmla="*/ 86608 w 5411663"/>
              <a:gd name="connsiteY28" fmla="*/ 4075236 h 4075236"/>
              <a:gd name="connsiteX29" fmla="*/ 0 w 5411663"/>
              <a:gd name="connsiteY29" fmla="*/ 3988628 h 4075236"/>
              <a:gd name="connsiteX30" fmla="*/ 0 w 5411663"/>
              <a:gd name="connsiteY30" fmla="*/ 2880286 h 4075236"/>
              <a:gd name="connsiteX31" fmla="*/ 1 w 5411663"/>
              <a:gd name="connsiteY31" fmla="*/ 2880284 h 407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1663" h="4075236">
                <a:moveTo>
                  <a:pt x="1" y="0"/>
                </a:moveTo>
                <a:lnTo>
                  <a:pt x="4216713" y="0"/>
                </a:lnTo>
                <a:lnTo>
                  <a:pt x="4756874" y="0"/>
                </a:lnTo>
                <a:lnTo>
                  <a:pt x="5325055" y="0"/>
                </a:lnTo>
                <a:cubicBezTo>
                  <a:pt x="5372887" y="0"/>
                  <a:pt x="5411663" y="38776"/>
                  <a:pt x="5411663" y="86608"/>
                </a:cubicBezTo>
                <a:lnTo>
                  <a:pt x="5411663" y="934747"/>
                </a:lnTo>
                <a:lnTo>
                  <a:pt x="5411663" y="1194950"/>
                </a:lnTo>
                <a:lnTo>
                  <a:pt x="5411663" y="1544347"/>
                </a:lnTo>
                <a:lnTo>
                  <a:pt x="5411663" y="1703373"/>
                </a:lnTo>
                <a:lnTo>
                  <a:pt x="5411663" y="2043089"/>
                </a:lnTo>
                <a:lnTo>
                  <a:pt x="5411663" y="2652689"/>
                </a:lnTo>
                <a:lnTo>
                  <a:pt x="5411663" y="2811715"/>
                </a:lnTo>
                <a:cubicBezTo>
                  <a:pt x="5411663" y="2823673"/>
                  <a:pt x="5409240" y="2835065"/>
                  <a:pt x="5404857" y="2845427"/>
                </a:cubicBezTo>
                <a:lnTo>
                  <a:pt x="5404470" y="2846001"/>
                </a:lnTo>
                <a:lnTo>
                  <a:pt x="5404857" y="2846574"/>
                </a:lnTo>
                <a:cubicBezTo>
                  <a:pt x="5409240" y="2856936"/>
                  <a:pt x="5411663" y="2868328"/>
                  <a:pt x="5411663" y="2880286"/>
                </a:cubicBezTo>
                <a:lnTo>
                  <a:pt x="5411663" y="3988628"/>
                </a:lnTo>
                <a:cubicBezTo>
                  <a:pt x="5411663" y="4036460"/>
                  <a:pt x="5372887" y="4075236"/>
                  <a:pt x="5325055" y="4075236"/>
                </a:cubicBezTo>
                <a:lnTo>
                  <a:pt x="4331142" y="4075236"/>
                </a:lnTo>
                <a:lnTo>
                  <a:pt x="4216713" y="4075236"/>
                </a:lnTo>
                <a:lnTo>
                  <a:pt x="3536011" y="4075236"/>
                </a:lnTo>
                <a:lnTo>
                  <a:pt x="3222800" y="4075236"/>
                </a:lnTo>
                <a:lnTo>
                  <a:pt x="3125194" y="4075236"/>
                </a:lnTo>
                <a:lnTo>
                  <a:pt x="2427669" y="4075236"/>
                </a:lnTo>
                <a:lnTo>
                  <a:pt x="2144533" y="4075236"/>
                </a:lnTo>
                <a:lnTo>
                  <a:pt x="2016852" y="4075236"/>
                </a:lnTo>
                <a:lnTo>
                  <a:pt x="1194950" y="4075236"/>
                </a:lnTo>
                <a:lnTo>
                  <a:pt x="1036191" y="4075236"/>
                </a:lnTo>
                <a:lnTo>
                  <a:pt x="86608" y="4075236"/>
                </a:lnTo>
                <a:cubicBezTo>
                  <a:pt x="38776" y="4075236"/>
                  <a:pt x="0" y="4036460"/>
                  <a:pt x="0" y="3988628"/>
                </a:cubicBezTo>
                <a:lnTo>
                  <a:pt x="0" y="2880286"/>
                </a:lnTo>
                <a:lnTo>
                  <a:pt x="1" y="2880284"/>
                </a:lnTo>
                <a:close/>
              </a:path>
            </a:pathLst>
          </a:custGeom>
          <a:solidFill>
            <a:srgbClr val="E4EEE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35" name="Freeform 34">
            <a:extLst>
              <a:ext uri="{FF2B5EF4-FFF2-40B4-BE49-F238E27FC236}">
                <a16:creationId xmlns:a16="http://schemas.microsoft.com/office/drawing/2014/main" id="{E60FF934-2235-A360-E194-0E324A33330B}"/>
              </a:ext>
            </a:extLst>
          </p:cNvPr>
          <p:cNvSpPr/>
          <p:nvPr userDrawn="1"/>
        </p:nvSpPr>
        <p:spPr>
          <a:xfrm>
            <a:off x="6262846" y="1937856"/>
            <a:ext cx="5411663" cy="4075236"/>
          </a:xfrm>
          <a:custGeom>
            <a:avLst/>
            <a:gdLst>
              <a:gd name="connsiteX0" fmla="*/ 1 w 5411663"/>
              <a:gd name="connsiteY0" fmla="*/ 0 h 4075236"/>
              <a:gd name="connsiteX1" fmla="*/ 4216713 w 5411663"/>
              <a:gd name="connsiteY1" fmla="*/ 0 h 4075236"/>
              <a:gd name="connsiteX2" fmla="*/ 4756874 w 5411663"/>
              <a:gd name="connsiteY2" fmla="*/ 0 h 4075236"/>
              <a:gd name="connsiteX3" fmla="*/ 5325055 w 5411663"/>
              <a:gd name="connsiteY3" fmla="*/ 0 h 4075236"/>
              <a:gd name="connsiteX4" fmla="*/ 5411663 w 5411663"/>
              <a:gd name="connsiteY4" fmla="*/ 86608 h 4075236"/>
              <a:gd name="connsiteX5" fmla="*/ 5411663 w 5411663"/>
              <a:gd name="connsiteY5" fmla="*/ 934747 h 4075236"/>
              <a:gd name="connsiteX6" fmla="*/ 5411663 w 5411663"/>
              <a:gd name="connsiteY6" fmla="*/ 1194950 h 4075236"/>
              <a:gd name="connsiteX7" fmla="*/ 5411663 w 5411663"/>
              <a:gd name="connsiteY7" fmla="*/ 1544347 h 4075236"/>
              <a:gd name="connsiteX8" fmla="*/ 5411663 w 5411663"/>
              <a:gd name="connsiteY8" fmla="*/ 1703373 h 4075236"/>
              <a:gd name="connsiteX9" fmla="*/ 5411663 w 5411663"/>
              <a:gd name="connsiteY9" fmla="*/ 2043089 h 4075236"/>
              <a:gd name="connsiteX10" fmla="*/ 5411663 w 5411663"/>
              <a:gd name="connsiteY10" fmla="*/ 2652689 h 4075236"/>
              <a:gd name="connsiteX11" fmla="*/ 5411663 w 5411663"/>
              <a:gd name="connsiteY11" fmla="*/ 2811715 h 4075236"/>
              <a:gd name="connsiteX12" fmla="*/ 5404857 w 5411663"/>
              <a:gd name="connsiteY12" fmla="*/ 2845427 h 4075236"/>
              <a:gd name="connsiteX13" fmla="*/ 5404470 w 5411663"/>
              <a:gd name="connsiteY13" fmla="*/ 2846001 h 4075236"/>
              <a:gd name="connsiteX14" fmla="*/ 5404857 w 5411663"/>
              <a:gd name="connsiteY14" fmla="*/ 2846574 h 4075236"/>
              <a:gd name="connsiteX15" fmla="*/ 5411663 w 5411663"/>
              <a:gd name="connsiteY15" fmla="*/ 2880286 h 4075236"/>
              <a:gd name="connsiteX16" fmla="*/ 5411663 w 5411663"/>
              <a:gd name="connsiteY16" fmla="*/ 3988628 h 4075236"/>
              <a:gd name="connsiteX17" fmla="*/ 5325055 w 5411663"/>
              <a:gd name="connsiteY17" fmla="*/ 4075236 h 4075236"/>
              <a:gd name="connsiteX18" fmla="*/ 4331142 w 5411663"/>
              <a:gd name="connsiteY18" fmla="*/ 4075236 h 4075236"/>
              <a:gd name="connsiteX19" fmla="*/ 4216713 w 5411663"/>
              <a:gd name="connsiteY19" fmla="*/ 4075236 h 4075236"/>
              <a:gd name="connsiteX20" fmla="*/ 3536011 w 5411663"/>
              <a:gd name="connsiteY20" fmla="*/ 4075236 h 4075236"/>
              <a:gd name="connsiteX21" fmla="*/ 3222800 w 5411663"/>
              <a:gd name="connsiteY21" fmla="*/ 4075236 h 4075236"/>
              <a:gd name="connsiteX22" fmla="*/ 3125194 w 5411663"/>
              <a:gd name="connsiteY22" fmla="*/ 4075236 h 4075236"/>
              <a:gd name="connsiteX23" fmla="*/ 2427669 w 5411663"/>
              <a:gd name="connsiteY23" fmla="*/ 4075236 h 4075236"/>
              <a:gd name="connsiteX24" fmla="*/ 2144533 w 5411663"/>
              <a:gd name="connsiteY24" fmla="*/ 4075236 h 4075236"/>
              <a:gd name="connsiteX25" fmla="*/ 2016852 w 5411663"/>
              <a:gd name="connsiteY25" fmla="*/ 4075236 h 4075236"/>
              <a:gd name="connsiteX26" fmla="*/ 1194950 w 5411663"/>
              <a:gd name="connsiteY26" fmla="*/ 4075236 h 4075236"/>
              <a:gd name="connsiteX27" fmla="*/ 1036191 w 5411663"/>
              <a:gd name="connsiteY27" fmla="*/ 4075236 h 4075236"/>
              <a:gd name="connsiteX28" fmla="*/ 86608 w 5411663"/>
              <a:gd name="connsiteY28" fmla="*/ 4075236 h 4075236"/>
              <a:gd name="connsiteX29" fmla="*/ 0 w 5411663"/>
              <a:gd name="connsiteY29" fmla="*/ 3988628 h 4075236"/>
              <a:gd name="connsiteX30" fmla="*/ 0 w 5411663"/>
              <a:gd name="connsiteY30" fmla="*/ 2880286 h 4075236"/>
              <a:gd name="connsiteX31" fmla="*/ 1 w 5411663"/>
              <a:gd name="connsiteY31" fmla="*/ 2880284 h 407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1663" h="4075236">
                <a:moveTo>
                  <a:pt x="1" y="0"/>
                </a:moveTo>
                <a:lnTo>
                  <a:pt x="4216713" y="0"/>
                </a:lnTo>
                <a:lnTo>
                  <a:pt x="4756874" y="0"/>
                </a:lnTo>
                <a:lnTo>
                  <a:pt x="5325055" y="0"/>
                </a:lnTo>
                <a:cubicBezTo>
                  <a:pt x="5372887" y="0"/>
                  <a:pt x="5411663" y="38776"/>
                  <a:pt x="5411663" y="86608"/>
                </a:cubicBezTo>
                <a:lnTo>
                  <a:pt x="5411663" y="934747"/>
                </a:lnTo>
                <a:lnTo>
                  <a:pt x="5411663" y="1194950"/>
                </a:lnTo>
                <a:lnTo>
                  <a:pt x="5411663" y="1544347"/>
                </a:lnTo>
                <a:lnTo>
                  <a:pt x="5411663" y="1703373"/>
                </a:lnTo>
                <a:lnTo>
                  <a:pt x="5411663" y="2043089"/>
                </a:lnTo>
                <a:lnTo>
                  <a:pt x="5411663" y="2652689"/>
                </a:lnTo>
                <a:lnTo>
                  <a:pt x="5411663" y="2811715"/>
                </a:lnTo>
                <a:cubicBezTo>
                  <a:pt x="5411663" y="2823673"/>
                  <a:pt x="5409240" y="2835065"/>
                  <a:pt x="5404857" y="2845427"/>
                </a:cubicBezTo>
                <a:lnTo>
                  <a:pt x="5404470" y="2846001"/>
                </a:lnTo>
                <a:lnTo>
                  <a:pt x="5404857" y="2846574"/>
                </a:lnTo>
                <a:cubicBezTo>
                  <a:pt x="5409240" y="2856936"/>
                  <a:pt x="5411663" y="2868328"/>
                  <a:pt x="5411663" y="2880286"/>
                </a:cubicBezTo>
                <a:lnTo>
                  <a:pt x="5411663" y="3988628"/>
                </a:lnTo>
                <a:cubicBezTo>
                  <a:pt x="5411663" y="4036460"/>
                  <a:pt x="5372887" y="4075236"/>
                  <a:pt x="5325055" y="4075236"/>
                </a:cubicBezTo>
                <a:lnTo>
                  <a:pt x="4331142" y="4075236"/>
                </a:lnTo>
                <a:lnTo>
                  <a:pt x="4216713" y="4075236"/>
                </a:lnTo>
                <a:lnTo>
                  <a:pt x="3536011" y="4075236"/>
                </a:lnTo>
                <a:lnTo>
                  <a:pt x="3222800" y="4075236"/>
                </a:lnTo>
                <a:lnTo>
                  <a:pt x="3125194" y="4075236"/>
                </a:lnTo>
                <a:lnTo>
                  <a:pt x="2427669" y="4075236"/>
                </a:lnTo>
                <a:lnTo>
                  <a:pt x="2144533" y="4075236"/>
                </a:lnTo>
                <a:lnTo>
                  <a:pt x="2016852" y="4075236"/>
                </a:lnTo>
                <a:lnTo>
                  <a:pt x="1194950" y="4075236"/>
                </a:lnTo>
                <a:lnTo>
                  <a:pt x="1036191" y="4075236"/>
                </a:lnTo>
                <a:lnTo>
                  <a:pt x="86608" y="4075236"/>
                </a:lnTo>
                <a:cubicBezTo>
                  <a:pt x="38776" y="4075236"/>
                  <a:pt x="0" y="4036460"/>
                  <a:pt x="0" y="3988628"/>
                </a:cubicBezTo>
                <a:lnTo>
                  <a:pt x="0" y="2880286"/>
                </a:lnTo>
                <a:lnTo>
                  <a:pt x="1" y="2880284"/>
                </a:lnTo>
                <a:close/>
              </a:path>
            </a:pathLst>
          </a:custGeom>
          <a:solidFill>
            <a:srgbClr val="E4EEE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3" name="Text Placeholder 22">
            <a:extLst>
              <a:ext uri="{FF2B5EF4-FFF2-40B4-BE49-F238E27FC236}">
                <a16:creationId xmlns:a16="http://schemas.microsoft.com/office/drawing/2014/main" id="{43215B7E-3A78-1A53-D007-1DE35712E6A5}"/>
              </a:ext>
            </a:extLst>
          </p:cNvPr>
          <p:cNvSpPr>
            <a:spLocks noGrp="1"/>
          </p:cNvSpPr>
          <p:nvPr>
            <p:ph type="body" sz="quarter" idx="33" hasCustomPrompt="1"/>
          </p:nvPr>
        </p:nvSpPr>
        <p:spPr>
          <a:xfrm>
            <a:off x="722454" y="5667937"/>
            <a:ext cx="4997862" cy="138499"/>
          </a:xfrm>
        </p:spPr>
        <p:txBody>
          <a:bodyPr wrap="square">
            <a:spAutoFit/>
          </a:bodyPr>
          <a:lstStyle>
            <a:lvl1pPr>
              <a:defRPr sz="900">
                <a:latin typeface="+mn-lt"/>
              </a:defRPr>
            </a:lvl1pPr>
            <a:lvl2pPr>
              <a:defRPr sz="900"/>
            </a:lvl2pPr>
            <a:lvl3pPr>
              <a:defRPr sz="900"/>
            </a:lvl3pPr>
            <a:lvl4pPr>
              <a:defRPr sz="900"/>
            </a:lvl4pPr>
            <a:lvl5pPr>
              <a:defRPr sz="900"/>
            </a:lvl5pPr>
          </a:lstStyle>
          <a:p>
            <a:pPr lvl="0"/>
            <a:r>
              <a:rPr lang="en-US"/>
              <a:t>Citation in Wallace Sans Light, 9 pt size, 1 line max </a:t>
            </a:r>
          </a:p>
        </p:txBody>
      </p:sp>
      <p:sp>
        <p:nvSpPr>
          <p:cNvPr id="6" name="Text Placeholder 22">
            <a:extLst>
              <a:ext uri="{FF2B5EF4-FFF2-40B4-BE49-F238E27FC236}">
                <a16:creationId xmlns:a16="http://schemas.microsoft.com/office/drawing/2014/main" id="{16E3D6DB-0519-9044-E251-1A5C61AE05F2}"/>
              </a:ext>
            </a:extLst>
          </p:cNvPr>
          <p:cNvSpPr>
            <a:spLocks noGrp="1"/>
          </p:cNvSpPr>
          <p:nvPr>
            <p:ph type="body" sz="quarter" idx="34" hasCustomPrompt="1"/>
          </p:nvPr>
        </p:nvSpPr>
        <p:spPr>
          <a:xfrm>
            <a:off x="517489" y="1624531"/>
            <a:ext cx="5411663" cy="215444"/>
          </a:xfrm>
        </p:spPr>
        <p:txBody>
          <a:bodyPr wrap="square">
            <a:spAutoFit/>
          </a:bodyPr>
          <a:lstStyle>
            <a:lvl1pPr>
              <a:defRPr sz="1400"/>
            </a:lvl1pPr>
            <a:lvl2pPr>
              <a:defRPr sz="900"/>
            </a:lvl2pPr>
            <a:lvl3pPr>
              <a:defRPr sz="900"/>
            </a:lvl3pPr>
            <a:lvl4pPr>
              <a:defRPr sz="900"/>
            </a:lvl4pPr>
            <a:lvl5pPr>
              <a:defRPr sz="900"/>
            </a:lvl5pPr>
          </a:lstStyle>
          <a:p>
            <a:pPr lvl="0"/>
            <a:r>
              <a:rPr lang="en-US"/>
              <a:t>Title in Wallace Sans, 14 pt size</a:t>
            </a:r>
          </a:p>
        </p:txBody>
      </p:sp>
      <p:sp>
        <p:nvSpPr>
          <p:cNvPr id="16" name="Text Placeholder 22">
            <a:extLst>
              <a:ext uri="{FF2B5EF4-FFF2-40B4-BE49-F238E27FC236}">
                <a16:creationId xmlns:a16="http://schemas.microsoft.com/office/drawing/2014/main" id="{B667FEA4-23F5-C758-6868-6832425E473B}"/>
              </a:ext>
            </a:extLst>
          </p:cNvPr>
          <p:cNvSpPr>
            <a:spLocks noGrp="1"/>
          </p:cNvSpPr>
          <p:nvPr>
            <p:ph type="body" sz="quarter" idx="36" hasCustomPrompt="1"/>
          </p:nvPr>
        </p:nvSpPr>
        <p:spPr>
          <a:xfrm>
            <a:off x="6262844" y="1624531"/>
            <a:ext cx="5411663" cy="215444"/>
          </a:xfrm>
        </p:spPr>
        <p:txBody>
          <a:bodyPr wrap="square">
            <a:spAutoFit/>
          </a:bodyPr>
          <a:lstStyle>
            <a:lvl1pPr>
              <a:defRPr sz="1400"/>
            </a:lvl1pPr>
            <a:lvl2pPr>
              <a:defRPr sz="900"/>
            </a:lvl2pPr>
            <a:lvl3pPr>
              <a:defRPr sz="900"/>
            </a:lvl3pPr>
            <a:lvl4pPr>
              <a:defRPr sz="900"/>
            </a:lvl4pPr>
            <a:lvl5pPr>
              <a:defRPr sz="900"/>
            </a:lvl5pPr>
          </a:lstStyle>
          <a:p>
            <a:pPr lvl="0"/>
            <a:r>
              <a:rPr lang="en-US"/>
              <a:t>Title in Wallace Sans, 14 pt size</a:t>
            </a:r>
          </a:p>
        </p:txBody>
      </p:sp>
      <p:sp>
        <p:nvSpPr>
          <p:cNvPr id="17" name="Text Placeholder 12">
            <a:extLst>
              <a:ext uri="{FF2B5EF4-FFF2-40B4-BE49-F238E27FC236}">
                <a16:creationId xmlns:a16="http://schemas.microsoft.com/office/drawing/2014/main" id="{30843762-3EE1-BCBB-061E-6C13A611B9F6}"/>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2" name="Text Placeholder 22">
            <a:extLst>
              <a:ext uri="{FF2B5EF4-FFF2-40B4-BE49-F238E27FC236}">
                <a16:creationId xmlns:a16="http://schemas.microsoft.com/office/drawing/2014/main" id="{14637D5B-FA7E-7D9C-4A21-8F50222047F9}"/>
              </a:ext>
            </a:extLst>
          </p:cNvPr>
          <p:cNvSpPr>
            <a:spLocks noGrp="1"/>
          </p:cNvSpPr>
          <p:nvPr>
            <p:ph type="body" sz="quarter" idx="37" hasCustomPrompt="1"/>
          </p:nvPr>
        </p:nvSpPr>
        <p:spPr>
          <a:xfrm>
            <a:off x="6469746" y="5667937"/>
            <a:ext cx="4997862" cy="138499"/>
          </a:xfrm>
        </p:spPr>
        <p:txBody>
          <a:bodyPr wrap="square">
            <a:spAutoFit/>
          </a:bodyPr>
          <a:lstStyle>
            <a:lvl1pPr>
              <a:defRPr sz="900">
                <a:latin typeface="+mn-lt"/>
              </a:defRPr>
            </a:lvl1pPr>
            <a:lvl2pPr>
              <a:defRPr sz="900"/>
            </a:lvl2pPr>
            <a:lvl3pPr>
              <a:defRPr sz="900"/>
            </a:lvl3pPr>
            <a:lvl4pPr>
              <a:defRPr sz="900"/>
            </a:lvl4pPr>
            <a:lvl5pPr>
              <a:defRPr sz="900"/>
            </a:lvl5pPr>
          </a:lstStyle>
          <a:p>
            <a:pPr lvl="0"/>
            <a:r>
              <a:rPr lang="en-US"/>
              <a:t>Citation in Wallace Sans Light, 9 pt size, 1 line max </a:t>
            </a:r>
          </a:p>
        </p:txBody>
      </p:sp>
      <p:cxnSp>
        <p:nvCxnSpPr>
          <p:cNvPr id="2" name="Straight Connector 1">
            <a:extLst>
              <a:ext uri="{FF2B5EF4-FFF2-40B4-BE49-F238E27FC236}">
                <a16:creationId xmlns:a16="http://schemas.microsoft.com/office/drawing/2014/main" id="{01EC8052-83B8-35BF-41B2-50C6039D3861}"/>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14595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references01">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0" y="482457"/>
            <a:ext cx="8256607" cy="400821"/>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References</a:t>
            </a:r>
          </a:p>
          <a:p>
            <a:pPr lvl="0"/>
            <a:endParaRPr lang="en-US"/>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1356742"/>
            <a:ext cx="8256607" cy="4649149"/>
          </a:xfrm>
        </p:spPr>
        <p:txBody>
          <a:bodyPr wrap="square">
            <a:noAutofit/>
          </a:bodyPr>
          <a:lstStyle>
            <a:lvl1pPr>
              <a:defRPr b="0" i="0">
                <a:latin typeface="Wallace Sans Light" pitchFamily="2" charset="0"/>
                <a:cs typeface="Wallace Sans Light" pitchFamily="2" charset="0"/>
              </a:defRPr>
            </a:lvl1pPr>
            <a:lvl2pPr marL="242888" indent="0">
              <a:buNone/>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Citation 1</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Citation 2</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Citation 3</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endParaRPr lang="en-US">
              <a:solidFill>
                <a:srgbClr val="303030"/>
              </a:solidFill>
              <a:latin typeface="Wallace Sans BETA Light" pitchFamily="2" charset="77"/>
              <a:cs typeface="Wallace Sans BETA Light" pitchFamily="2" charset="77"/>
            </a:endParaRPr>
          </a:p>
        </p:txBody>
      </p:sp>
      <p:cxnSp>
        <p:nvCxnSpPr>
          <p:cNvPr id="2" name="Straight Connector 1">
            <a:extLst>
              <a:ext uri="{FF2B5EF4-FFF2-40B4-BE49-F238E27FC236}">
                <a16:creationId xmlns:a16="http://schemas.microsoft.com/office/drawing/2014/main" id="{0218B88D-E250-E413-ACB3-27B166EB7E1F}"/>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82221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references02">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0" y="482457"/>
            <a:ext cx="8256607" cy="400821"/>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References</a:t>
            </a:r>
          </a:p>
          <a:p>
            <a:pPr lvl="0"/>
            <a:endParaRPr lang="en-US"/>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1356742"/>
            <a:ext cx="8256607" cy="4649149"/>
          </a:xfrm>
        </p:spPr>
        <p:txBody>
          <a:bodyPr wrap="square">
            <a:noAutofit/>
          </a:bodyPr>
          <a:lstStyle>
            <a:lvl1pPr marL="0" indent="0">
              <a:buNone/>
              <a:defRPr sz="1400" b="0" i="0">
                <a:latin typeface="Wallace Sans Light" pitchFamily="2" charset="0"/>
                <a:cs typeface="Wallace Sans Light" pitchFamily="2" charset="0"/>
              </a:defRPr>
            </a:lvl1pPr>
            <a:lvl2pPr marL="242888" indent="0">
              <a:buNone/>
              <a:defRPr sz="1400"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endParaRPr lang="en-US">
              <a:solidFill>
                <a:srgbClr val="303030"/>
              </a:solidFill>
              <a:latin typeface="Wallace Sans BETA Light" pitchFamily="2" charset="77"/>
              <a:cs typeface="Wallace Sans BETA Light" pitchFamily="2" charset="77"/>
            </a:endParaRPr>
          </a:p>
        </p:txBody>
      </p:sp>
      <p:cxnSp>
        <p:nvCxnSpPr>
          <p:cNvPr id="2" name="Straight Connector 1">
            <a:extLst>
              <a:ext uri="{FF2B5EF4-FFF2-40B4-BE49-F238E27FC236}">
                <a16:creationId xmlns:a16="http://schemas.microsoft.com/office/drawing/2014/main" id="{841C3F38-2B01-01A3-9A05-28E1D208CC71}"/>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502925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ver slide 3 (print friendly)">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5" name="Picture 4">
            <a:extLst>
              <a:ext uri="{FF2B5EF4-FFF2-40B4-BE49-F238E27FC236}">
                <a16:creationId xmlns:a16="http://schemas.microsoft.com/office/drawing/2014/main" id="{6A311962-5871-E2F4-6593-89812207F0AA}"/>
              </a:ext>
            </a:extLst>
          </p:cNvPr>
          <p:cNvPicPr>
            <a:picLocks noChangeAspect="1"/>
          </p:cNvPicPr>
          <p:nvPr userDrawn="1"/>
        </p:nvPicPr>
        <p:blipFill>
          <a:blip r:embed="rId3"/>
          <a:stretch>
            <a:fillRect/>
          </a:stretch>
        </p:blipFill>
        <p:spPr>
          <a:xfrm>
            <a:off x="524256" y="5822676"/>
            <a:ext cx="11153394" cy="539270"/>
          </a:xfrm>
          <a:prstGeom prst="rect">
            <a:avLst/>
          </a:prstGeom>
        </p:spPr>
      </p:pic>
    </p:spTree>
    <p:extLst>
      <p:ext uri="{BB962C8B-B14F-4D97-AF65-F5344CB8AC3E}">
        <p14:creationId xmlns:p14="http://schemas.microsoft.com/office/powerpoint/2010/main" val="4303650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over slide 3 (print friendly)">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B7B30DF0-2221-5E20-E3B8-19764FEACB07}"/>
              </a:ext>
            </a:extLst>
          </p:cNvPr>
          <p:cNvSpPr>
            <a:spLocks noGrp="1"/>
          </p:cNvSpPr>
          <p:nvPr>
            <p:ph type="pic" sz="quarter" idx="21"/>
          </p:nvPr>
        </p:nvSpPr>
        <p:spPr>
          <a:xfrm>
            <a:off x="0" y="0"/>
            <a:ext cx="12192000" cy="4892039"/>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5" name="Picture 4">
            <a:extLst>
              <a:ext uri="{FF2B5EF4-FFF2-40B4-BE49-F238E27FC236}">
                <a16:creationId xmlns:a16="http://schemas.microsoft.com/office/drawing/2014/main" id="{6A311962-5871-E2F4-6593-89812207F0AA}"/>
              </a:ext>
            </a:extLst>
          </p:cNvPr>
          <p:cNvPicPr>
            <a:picLocks noChangeAspect="1"/>
          </p:cNvPicPr>
          <p:nvPr userDrawn="1"/>
        </p:nvPicPr>
        <p:blipFill>
          <a:blip r:embed="rId3"/>
          <a:stretch>
            <a:fillRect/>
          </a:stretch>
        </p:blipFill>
        <p:spPr>
          <a:xfrm>
            <a:off x="524256" y="5822676"/>
            <a:ext cx="11153394" cy="539270"/>
          </a:xfrm>
          <a:prstGeom prst="rect">
            <a:avLst/>
          </a:prstGeom>
        </p:spPr>
      </p:pic>
    </p:spTree>
    <p:extLst>
      <p:ext uri="{BB962C8B-B14F-4D97-AF65-F5344CB8AC3E}">
        <p14:creationId xmlns:p14="http://schemas.microsoft.com/office/powerpoint/2010/main" val="29767251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ver slide (print friendly)">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BC43CE-EC69-84DC-A896-7A408F93E223}"/>
              </a:ext>
            </a:extLst>
          </p:cNvPr>
          <p:cNvPicPr>
            <a:picLocks noChangeAspect="1"/>
          </p:cNvPicPr>
          <p:nvPr userDrawn="1"/>
        </p:nvPicPr>
        <p:blipFill>
          <a:blip r:embed="rId2"/>
          <a:stretch>
            <a:fillRect/>
          </a:stretch>
        </p:blipFill>
        <p:spPr>
          <a:xfrm>
            <a:off x="524256" y="5822676"/>
            <a:ext cx="11153394" cy="539270"/>
          </a:xfrm>
          <a:prstGeom prst="rect">
            <a:avLst/>
          </a:prstGeom>
        </p:spPr>
      </p:pic>
      <p:sp>
        <p:nvSpPr>
          <p:cNvPr id="3" name="Title 5">
            <a:extLst>
              <a:ext uri="{FF2B5EF4-FFF2-40B4-BE49-F238E27FC236}">
                <a16:creationId xmlns:a16="http://schemas.microsoft.com/office/drawing/2014/main" id="{BDD0D6A7-CB17-ADA0-CCC4-D2CA67E210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4" name="Text Placeholder 15">
            <a:extLst>
              <a:ext uri="{FF2B5EF4-FFF2-40B4-BE49-F238E27FC236}">
                <a16:creationId xmlns:a16="http://schemas.microsoft.com/office/drawing/2014/main" id="{2A592962-12AB-BEC6-6E7D-0656E81E9911}"/>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rgbClr val="000075"/>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10588949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losing slide 1 (print friendly)">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DABCE37-7CCB-78D3-DB18-04C7C063E1C8}"/>
              </a:ext>
            </a:extLst>
          </p:cNvPr>
          <p:cNvCxnSpPr>
            <a:cxnSpLocks/>
          </p:cNvCxnSpPr>
          <p:nvPr userDrawn="1"/>
        </p:nvCxnSpPr>
        <p:spPr>
          <a:xfrm>
            <a:off x="511429" y="4167620"/>
            <a:ext cx="11173487" cy="0"/>
          </a:xfrm>
          <a:prstGeom prst="line">
            <a:avLst/>
          </a:prstGeom>
          <a:noFill/>
          <a:ln w="6350" cap="flat">
            <a:solidFill>
              <a:srgbClr val="000075"/>
            </a:solidFill>
            <a:prstDash val="solid"/>
            <a:miter lim="800000"/>
          </a:ln>
          <a:effectLst/>
          <a:sp3d/>
        </p:spPr>
      </p:cxnSp>
      <p:pic>
        <p:nvPicPr>
          <p:cNvPr id="5" name="Picture 4">
            <a:extLst>
              <a:ext uri="{FF2B5EF4-FFF2-40B4-BE49-F238E27FC236}">
                <a16:creationId xmlns:a16="http://schemas.microsoft.com/office/drawing/2014/main" id="{9E35C5B6-3BF0-B2CB-ADDD-1F2181AD7A61}"/>
              </a:ext>
            </a:extLst>
          </p:cNvPr>
          <p:cNvPicPr>
            <a:picLocks noChangeAspect="1"/>
          </p:cNvPicPr>
          <p:nvPr userDrawn="1"/>
        </p:nvPicPr>
        <p:blipFill>
          <a:blip r:embed="rId2"/>
          <a:stretch>
            <a:fillRect/>
          </a:stretch>
        </p:blipFill>
        <p:spPr>
          <a:xfrm>
            <a:off x="523184" y="4642899"/>
            <a:ext cx="11166064" cy="1726545"/>
          </a:xfrm>
          <a:prstGeom prst="rect">
            <a:avLst/>
          </a:prstGeom>
        </p:spPr>
      </p:pic>
      <p:sp>
        <p:nvSpPr>
          <p:cNvPr id="2" name="Title 5">
            <a:extLst>
              <a:ext uri="{FF2B5EF4-FFF2-40B4-BE49-F238E27FC236}">
                <a16:creationId xmlns:a16="http://schemas.microsoft.com/office/drawing/2014/main" id="{C1FD0E27-16FD-06B3-648E-6F66E6721F68}"/>
              </a:ext>
            </a:extLst>
          </p:cNvPr>
          <p:cNvSpPr>
            <a:spLocks noGrp="1"/>
          </p:cNvSpPr>
          <p:nvPr>
            <p:ph type="title" hasCustomPrompt="1"/>
          </p:nvPr>
        </p:nvSpPr>
        <p:spPr>
          <a:xfrm>
            <a:off x="515937" y="3511316"/>
            <a:ext cx="6436191" cy="199285"/>
          </a:xfrm>
        </p:spPr>
        <p:txBody>
          <a:bodyPr vert="horz" wrap="square" lIns="0" tIns="0" rIns="0" bIns="0" rtlCol="0">
            <a:spAutoFit/>
          </a:bodyPr>
          <a:lstStyle>
            <a:lvl1pPr marL="0" indent="0" algn="l" defTabSz="914400" rtl="0" eaLnBrk="1" latinLnBrk="0" hangingPunct="1">
              <a:lnSpc>
                <a:spcPct val="90000"/>
              </a:lnSpc>
              <a:spcBef>
                <a:spcPts val="0"/>
              </a:spcBef>
              <a:buFont typeface="Arial" panose="020B0604020202020204" pitchFamily="34" charset="0"/>
              <a:buNone/>
              <a:defRPr lang="en-US" sz="1400" b="0" i="0" kern="100" spc="0" baseline="0" dirty="0">
                <a:solidFill>
                  <a:schemeClr val="accent1"/>
                </a:solidFill>
                <a:latin typeface="Wallace Sans Light" pitchFamily="2" charset="0"/>
                <a:ea typeface="+mn-ea"/>
                <a:cs typeface="Wallace Sans Light" pitchFamily="2" charset="0"/>
              </a:defRPr>
            </a:lvl1pPr>
          </a:lstStyle>
          <a:p>
            <a:pPr marL="0" lvl="0" indent="0">
              <a:lnSpc>
                <a:spcPct val="90000"/>
              </a:lnSpc>
              <a:spcBef>
                <a:spcPts val="0"/>
              </a:spcBef>
              <a:buFont typeface="Arial" panose="020B0604020202020204" pitchFamily="34" charset="0"/>
            </a:pPr>
            <a:r>
              <a:rPr lang="en-US"/>
              <a:t>Contact information in Wallace Sans, size 14 pt, 1 line only</a:t>
            </a:r>
          </a:p>
        </p:txBody>
      </p:sp>
    </p:spTree>
    <p:extLst>
      <p:ext uri="{BB962C8B-B14F-4D97-AF65-F5344CB8AC3E}">
        <p14:creationId xmlns:p14="http://schemas.microsoft.com/office/powerpoint/2010/main" val="26355338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 2 (print friendly)">
    <p:bg>
      <p:bgPr>
        <a:solidFill>
          <a:schemeClr val="bg1"/>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03C80ED-ECE6-0138-1816-BFECD06081D1}"/>
              </a:ext>
            </a:extLst>
          </p:cNvPr>
          <p:cNvCxnSpPr>
            <a:cxnSpLocks/>
          </p:cNvCxnSpPr>
          <p:nvPr userDrawn="1"/>
        </p:nvCxnSpPr>
        <p:spPr>
          <a:xfrm>
            <a:off x="514350" y="5374024"/>
            <a:ext cx="11155680"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EC7874C-0997-404C-42D8-149C32681D24}"/>
              </a:ext>
            </a:extLst>
          </p:cNvPr>
          <p:cNvPicPr>
            <a:picLocks noChangeAspect="1"/>
          </p:cNvPicPr>
          <p:nvPr userDrawn="1"/>
        </p:nvPicPr>
        <p:blipFill>
          <a:blip r:embed="rId2"/>
          <a:stretch>
            <a:fillRect/>
          </a:stretch>
        </p:blipFill>
        <p:spPr>
          <a:xfrm>
            <a:off x="524256" y="5822676"/>
            <a:ext cx="11153394" cy="539270"/>
          </a:xfrm>
          <a:prstGeom prst="rect">
            <a:avLst/>
          </a:prstGeom>
        </p:spPr>
      </p:pic>
      <p:sp>
        <p:nvSpPr>
          <p:cNvPr id="2" name="Title 5">
            <a:extLst>
              <a:ext uri="{FF2B5EF4-FFF2-40B4-BE49-F238E27FC236}">
                <a16:creationId xmlns:a16="http://schemas.microsoft.com/office/drawing/2014/main" id="{8AF1893C-3760-04B6-847A-552756D78D7E}"/>
              </a:ext>
            </a:extLst>
          </p:cNvPr>
          <p:cNvSpPr>
            <a:spLocks noGrp="1"/>
          </p:cNvSpPr>
          <p:nvPr>
            <p:ph type="title" hasCustomPrompt="1"/>
          </p:nvPr>
        </p:nvSpPr>
        <p:spPr>
          <a:xfrm>
            <a:off x="515937" y="4774245"/>
            <a:ext cx="6436191" cy="199285"/>
          </a:xfrm>
        </p:spPr>
        <p:txBody>
          <a:bodyPr vert="horz" wrap="square" lIns="0" tIns="0" rIns="0" bIns="0" rtlCol="0">
            <a:spAutoFit/>
          </a:bodyPr>
          <a:lstStyle>
            <a:lvl1pPr marL="0" indent="0" algn="l" defTabSz="914400" rtl="0" eaLnBrk="1" latinLnBrk="0" hangingPunct="1">
              <a:lnSpc>
                <a:spcPct val="90000"/>
              </a:lnSpc>
              <a:spcBef>
                <a:spcPts val="0"/>
              </a:spcBef>
              <a:buFont typeface="Arial" panose="020B0604020202020204" pitchFamily="34" charset="0"/>
              <a:buNone/>
              <a:defRPr lang="en-US" sz="1400" b="0" i="0" kern="100" spc="0" baseline="0" dirty="0">
                <a:solidFill>
                  <a:schemeClr val="accent1"/>
                </a:solidFill>
                <a:latin typeface="Wallace Sans Light" pitchFamily="2" charset="0"/>
                <a:ea typeface="+mn-ea"/>
                <a:cs typeface="Wallace Sans Light" pitchFamily="2" charset="0"/>
              </a:defRPr>
            </a:lvl1pPr>
          </a:lstStyle>
          <a:p>
            <a:pPr marL="0" lvl="0" indent="0">
              <a:lnSpc>
                <a:spcPct val="90000"/>
              </a:lnSpc>
              <a:spcBef>
                <a:spcPts val="0"/>
              </a:spcBef>
              <a:buFont typeface="Arial" panose="020B0604020202020204" pitchFamily="34" charset="0"/>
            </a:pPr>
            <a:r>
              <a:rPr lang="en-US"/>
              <a:t>Contact information in Wallace Sans, size 14 pt, 1 line only</a:t>
            </a:r>
          </a:p>
        </p:txBody>
      </p:sp>
    </p:spTree>
    <p:extLst>
      <p:ext uri="{BB962C8B-B14F-4D97-AF65-F5344CB8AC3E}">
        <p14:creationId xmlns:p14="http://schemas.microsoft.com/office/powerpoint/2010/main" val="5604754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losing slide 3 (print friendly)">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39BA03-6F12-1103-F3FC-686634635076}"/>
              </a:ext>
            </a:extLst>
          </p:cNvPr>
          <p:cNvPicPr>
            <a:picLocks noChangeAspect="1"/>
          </p:cNvPicPr>
          <p:nvPr userDrawn="1"/>
        </p:nvPicPr>
        <p:blipFill>
          <a:blip r:embed="rId2"/>
          <a:stretch>
            <a:fillRect/>
          </a:stretch>
        </p:blipFill>
        <p:spPr>
          <a:xfrm>
            <a:off x="524256" y="506114"/>
            <a:ext cx="11153394" cy="539270"/>
          </a:xfrm>
          <a:prstGeom prst="rect">
            <a:avLst/>
          </a:prstGeom>
        </p:spPr>
      </p:pic>
      <p:cxnSp>
        <p:nvCxnSpPr>
          <p:cNvPr id="2" name="Straight Connector 1">
            <a:extLst>
              <a:ext uri="{FF2B5EF4-FFF2-40B4-BE49-F238E27FC236}">
                <a16:creationId xmlns:a16="http://schemas.microsoft.com/office/drawing/2014/main" id="{090B7426-8D4F-3395-0A2B-3F53BAC23B8D}"/>
              </a:ext>
            </a:extLst>
          </p:cNvPr>
          <p:cNvCxnSpPr>
            <a:cxnSpLocks/>
          </p:cNvCxnSpPr>
          <p:nvPr userDrawn="1"/>
        </p:nvCxnSpPr>
        <p:spPr>
          <a:xfrm>
            <a:off x="515937" y="5724926"/>
            <a:ext cx="11155680"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sp>
        <p:nvSpPr>
          <p:cNvPr id="8" name="Text Placeholder 9">
            <a:extLst>
              <a:ext uri="{FF2B5EF4-FFF2-40B4-BE49-F238E27FC236}">
                <a16:creationId xmlns:a16="http://schemas.microsoft.com/office/drawing/2014/main" id="{80567E17-8929-7C6B-40EE-AE69CA0DFA07}"/>
              </a:ext>
            </a:extLst>
          </p:cNvPr>
          <p:cNvSpPr>
            <a:spLocks noGrp="1"/>
          </p:cNvSpPr>
          <p:nvPr>
            <p:ph type="body" sz="quarter" idx="12" hasCustomPrompt="1"/>
          </p:nvPr>
        </p:nvSpPr>
        <p:spPr>
          <a:xfrm>
            <a:off x="515936" y="6068500"/>
            <a:ext cx="8335961" cy="199285"/>
          </a:xfrm>
        </p:spPr>
        <p:txBody>
          <a:bodyPr wrap="square">
            <a:spAutoFit/>
          </a:bodyPr>
          <a:lstStyle>
            <a:lvl1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accent1"/>
                </a:solidFill>
                <a:latin typeface="Wallace Sans Light" pitchFamily="2" charset="0"/>
                <a:ea typeface="+mn-ea"/>
                <a:cs typeface="Wallace Sans Light" pitchFamily="2" charset="0"/>
              </a:defRPr>
            </a:lvl1pPr>
            <a:lvl2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ct val="90000"/>
              </a:lnSpc>
              <a:spcBef>
                <a:spcPts val="0"/>
              </a:spcBef>
              <a:buFont typeface="Arial" panose="020B0604020202020204" pitchFamily="34" charset="0"/>
              <a:buNone/>
              <a:defRPr lang="en-US" sz="1400" b="0" i="0" kern="100" spc="0" baseline="0" dirty="0">
                <a:solidFill>
                  <a:schemeClr val="bg1"/>
                </a:solidFill>
                <a:latin typeface="Abbott Wallace Sans Light" pitchFamily="2" charset="77"/>
                <a:ea typeface="+mn-ea"/>
                <a:cs typeface="Abbott Wallace Sans Light" pitchFamily="2" charset="77"/>
              </a:defRPr>
            </a:lvl5pPr>
          </a:lstStyle>
          <a:p>
            <a:r>
              <a:rPr lang="en-US"/>
              <a:t>Contact information in Wallace Sans, size 14 pt, 1 line only</a:t>
            </a:r>
          </a:p>
        </p:txBody>
      </p:sp>
    </p:spTree>
    <p:extLst>
      <p:ext uri="{BB962C8B-B14F-4D97-AF65-F5344CB8AC3E}">
        <p14:creationId xmlns:p14="http://schemas.microsoft.com/office/powerpoint/2010/main" val="7369492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ID (standard)">
    <p:spTree>
      <p:nvGrpSpPr>
        <p:cNvPr id="1" name=""/>
        <p:cNvGrpSpPr/>
        <p:nvPr/>
      </p:nvGrpSpPr>
      <p:grpSpPr>
        <a:xfrm>
          <a:off x="0" y="0"/>
          <a:ext cx="0" cy="0"/>
          <a:chOff x="0" y="0"/>
          <a:chExt cx="0" cy="0"/>
        </a:xfrm>
      </p:grpSpPr>
      <p:pic>
        <p:nvPicPr>
          <p:cNvPr id="2" name="Picture 1" descr="A blue and white striped background&#10;&#10;AI-generated content may be incorrect.">
            <a:extLst>
              <a:ext uri="{FF2B5EF4-FFF2-40B4-BE49-F238E27FC236}">
                <a16:creationId xmlns:a16="http://schemas.microsoft.com/office/drawing/2014/main" id="{0498760C-BF2F-BB25-0A3A-42D126B033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1999" cy="6857999"/>
          </a:xfrm>
          <a:prstGeom prst="rect">
            <a:avLst/>
          </a:prstGeom>
        </p:spPr>
      </p:pic>
      <p:pic>
        <p:nvPicPr>
          <p:cNvPr id="3" name="Picture 2">
            <a:extLst>
              <a:ext uri="{FF2B5EF4-FFF2-40B4-BE49-F238E27FC236}">
                <a16:creationId xmlns:a16="http://schemas.microsoft.com/office/drawing/2014/main" id="{5355C61F-313A-5F7F-F779-85A7C2D9974E}"/>
              </a:ext>
            </a:extLst>
          </p:cNvPr>
          <p:cNvPicPr>
            <a:picLocks noChangeAspect="1"/>
          </p:cNvPicPr>
          <p:nvPr userDrawn="1"/>
        </p:nvPicPr>
        <p:blipFill>
          <a:blip r:embed="rId3"/>
          <a:stretch>
            <a:fillRect/>
          </a:stretch>
        </p:blipFill>
        <p:spPr>
          <a:xfrm>
            <a:off x="48209" y="0"/>
            <a:ext cx="336722" cy="336722"/>
          </a:xfrm>
          <a:prstGeom prst="rect">
            <a:avLst/>
          </a:prstGeom>
        </p:spPr>
      </p:pic>
      <p:pic>
        <p:nvPicPr>
          <p:cNvPr id="4" name="Picture 3">
            <a:extLst>
              <a:ext uri="{FF2B5EF4-FFF2-40B4-BE49-F238E27FC236}">
                <a16:creationId xmlns:a16="http://schemas.microsoft.com/office/drawing/2014/main" id="{D6BA33F4-E34B-C131-7B08-9A74CCB2AF11}"/>
              </a:ext>
            </a:extLst>
          </p:cNvPr>
          <p:cNvPicPr>
            <a:picLocks noChangeAspect="1"/>
          </p:cNvPicPr>
          <p:nvPr userDrawn="1"/>
        </p:nvPicPr>
        <p:blipFill>
          <a:blip r:embed="rId3"/>
          <a:stretch>
            <a:fillRect/>
          </a:stretch>
        </p:blipFill>
        <p:spPr>
          <a:xfrm>
            <a:off x="-1" y="494674"/>
            <a:ext cx="504635" cy="504635"/>
          </a:xfrm>
          <a:prstGeom prst="rect">
            <a:avLst/>
          </a:prstGeom>
        </p:spPr>
      </p:pic>
      <p:pic>
        <p:nvPicPr>
          <p:cNvPr id="5" name="Picture 4">
            <a:extLst>
              <a:ext uri="{FF2B5EF4-FFF2-40B4-BE49-F238E27FC236}">
                <a16:creationId xmlns:a16="http://schemas.microsoft.com/office/drawing/2014/main" id="{463B5059-9425-1E80-1672-65EDC5DE52B7}"/>
              </a:ext>
            </a:extLst>
          </p:cNvPr>
          <p:cNvPicPr>
            <a:picLocks noChangeAspect="1"/>
          </p:cNvPicPr>
          <p:nvPr userDrawn="1"/>
        </p:nvPicPr>
        <p:blipFill>
          <a:blip r:embed="rId3"/>
          <a:stretch>
            <a:fillRect/>
          </a:stretch>
        </p:blipFill>
        <p:spPr>
          <a:xfrm>
            <a:off x="0" y="1378131"/>
            <a:ext cx="163286" cy="336722"/>
          </a:xfrm>
          <a:prstGeom prst="rect">
            <a:avLst/>
          </a:prstGeom>
        </p:spPr>
      </p:pic>
      <p:pic>
        <p:nvPicPr>
          <p:cNvPr id="6" name="Picture 5">
            <a:extLst>
              <a:ext uri="{FF2B5EF4-FFF2-40B4-BE49-F238E27FC236}">
                <a16:creationId xmlns:a16="http://schemas.microsoft.com/office/drawing/2014/main" id="{35FC86F5-772B-96C7-59FB-92B13D9B25DF}"/>
              </a:ext>
            </a:extLst>
          </p:cNvPr>
          <p:cNvPicPr>
            <a:picLocks noChangeAspect="1"/>
          </p:cNvPicPr>
          <p:nvPr userDrawn="1"/>
        </p:nvPicPr>
        <p:blipFill>
          <a:blip r:embed="rId3"/>
          <a:stretch>
            <a:fillRect/>
          </a:stretch>
        </p:blipFill>
        <p:spPr>
          <a:xfrm>
            <a:off x="170673" y="1963448"/>
            <a:ext cx="163286" cy="173436"/>
          </a:xfrm>
          <a:prstGeom prst="rect">
            <a:avLst/>
          </a:prstGeom>
        </p:spPr>
      </p:pic>
      <p:pic>
        <p:nvPicPr>
          <p:cNvPr id="8" name="Picture 7">
            <a:extLst>
              <a:ext uri="{FF2B5EF4-FFF2-40B4-BE49-F238E27FC236}">
                <a16:creationId xmlns:a16="http://schemas.microsoft.com/office/drawing/2014/main" id="{79108B17-3AA6-9B3C-563D-9E2B54149ADC}"/>
              </a:ext>
            </a:extLst>
          </p:cNvPr>
          <p:cNvPicPr>
            <a:picLocks noChangeAspect="1"/>
          </p:cNvPicPr>
          <p:nvPr userDrawn="1"/>
        </p:nvPicPr>
        <p:blipFill>
          <a:blip r:embed="rId4"/>
          <a:stretch>
            <a:fillRect/>
          </a:stretch>
        </p:blipFill>
        <p:spPr>
          <a:xfrm>
            <a:off x="5640294" y="0"/>
            <a:ext cx="911412" cy="6858000"/>
          </a:xfrm>
          <a:prstGeom prst="rect">
            <a:avLst/>
          </a:prstGeom>
        </p:spPr>
      </p:pic>
    </p:spTree>
    <p:extLst>
      <p:ext uri="{BB962C8B-B14F-4D97-AF65-F5344CB8AC3E}">
        <p14:creationId xmlns:p14="http://schemas.microsoft.com/office/powerpoint/2010/main" val="41681346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354711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FAC207-09BF-1D11-6FD4-0728766CCD70}"/>
              </a:ext>
            </a:extLst>
          </p:cNvPr>
          <p:cNvSpPr>
            <a:spLocks noGrp="1"/>
          </p:cNvSpPr>
          <p:nvPr>
            <p:ph type="title"/>
          </p:nvPr>
        </p:nvSpPr>
        <p:spPr>
          <a:xfrm>
            <a:off x="515937" y="419510"/>
            <a:ext cx="11160125" cy="1098205"/>
          </a:xfrm>
          <a:prstGeom prst="rect">
            <a:avLst/>
          </a:prstGeom>
        </p:spPr>
        <p:txBody>
          <a:bodyPr vert="horz" lIns="0" tIns="0" rIns="0" bIns="0" rtlCol="0" anchor="t">
            <a:normAutofit/>
          </a:bodyPr>
          <a:lstStyle/>
          <a:p>
            <a:r>
              <a:rPr lang="en-US"/>
              <a:t>Heading set in Wallace Sans Regular,</a:t>
            </a:r>
            <a:br>
              <a:rPr lang="en-US"/>
            </a:br>
            <a:r>
              <a:rPr lang="en-US"/>
              <a:t>28 points, max 2 lines</a:t>
            </a:r>
          </a:p>
        </p:txBody>
      </p:sp>
      <p:sp>
        <p:nvSpPr>
          <p:cNvPr id="7" name="Text Placeholder 6">
            <a:extLst>
              <a:ext uri="{FF2B5EF4-FFF2-40B4-BE49-F238E27FC236}">
                <a16:creationId xmlns:a16="http://schemas.microsoft.com/office/drawing/2014/main" id="{4CFAC9E3-5B4A-B4A5-5CA8-B481062250AB}"/>
              </a:ext>
            </a:extLst>
          </p:cNvPr>
          <p:cNvSpPr>
            <a:spLocks noGrp="1"/>
          </p:cNvSpPr>
          <p:nvPr>
            <p:ph type="body" idx="1"/>
          </p:nvPr>
        </p:nvSpPr>
        <p:spPr>
          <a:xfrm>
            <a:off x="515938" y="1628774"/>
            <a:ext cx="11160124"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85662234"/>
      </p:ext>
    </p:extLst>
  </p:cSld>
  <p:clrMap bg1="lt1" tx1="dk1" bg2="lt2" tx2="dk2" accent1="accent1" accent2="accent2" accent3="accent3" accent4="accent4" accent5="accent5" accent6="accent6" hlink="hlink" folHlink="folHlink"/>
  <p:sldLayoutIdLst>
    <p:sldLayoutId id="2147483986" r:id="rId1"/>
    <p:sldLayoutId id="2147484048" r:id="rId2"/>
    <p:sldLayoutId id="2147484034" r:id="rId3"/>
    <p:sldLayoutId id="2147484132" r:id="rId4"/>
    <p:sldLayoutId id="2147484131" r:id="rId5"/>
    <p:sldLayoutId id="2147484069" r:id="rId6"/>
    <p:sldLayoutId id="2147484070" r:id="rId7"/>
    <p:sldLayoutId id="2147484072" r:id="rId8"/>
    <p:sldLayoutId id="2147484059" r:id="rId9"/>
    <p:sldLayoutId id="2147484057" r:id="rId10"/>
    <p:sldLayoutId id="2147484056" r:id="rId11"/>
    <p:sldLayoutId id="2147484055" r:id="rId12"/>
    <p:sldLayoutId id="2147483972" r:id="rId13"/>
    <p:sldLayoutId id="2147484073" r:id="rId14"/>
    <p:sldLayoutId id="2147484139" r:id="rId15"/>
    <p:sldLayoutId id="2147484074" r:id="rId16"/>
    <p:sldLayoutId id="2147484075" r:id="rId17"/>
    <p:sldLayoutId id="2147484078" r:id="rId18"/>
    <p:sldLayoutId id="2147484079" r:id="rId19"/>
    <p:sldLayoutId id="2147484080" r:id="rId20"/>
    <p:sldLayoutId id="2147484081" r:id="rId21"/>
    <p:sldLayoutId id="2147484082" r:id="rId22"/>
    <p:sldLayoutId id="2147484083" r:id="rId23"/>
    <p:sldLayoutId id="2147484084" r:id="rId24"/>
    <p:sldLayoutId id="2147484085" r:id="rId25"/>
    <p:sldLayoutId id="2147484128" r:id="rId26"/>
    <p:sldLayoutId id="2147484086" r:id="rId27"/>
    <p:sldLayoutId id="2147484140" r:id="rId28"/>
    <p:sldLayoutId id="2147484087" r:id="rId29"/>
    <p:sldLayoutId id="2147484138" r:id="rId30"/>
    <p:sldLayoutId id="2147484137" r:id="rId31"/>
    <p:sldLayoutId id="2147484136" r:id="rId32"/>
    <p:sldLayoutId id="2147484135" r:id="rId33"/>
    <p:sldLayoutId id="2147484088" r:id="rId34"/>
    <p:sldLayoutId id="2147484089" r:id="rId35"/>
    <p:sldLayoutId id="2147484090" r:id="rId36"/>
    <p:sldLayoutId id="2147484077" r:id="rId37"/>
    <p:sldLayoutId id="2147484060" r:id="rId38"/>
    <p:sldLayoutId id="2147484061" r:id="rId39"/>
    <p:sldLayoutId id="2147484111" r:id="rId40"/>
    <p:sldLayoutId id="2147484062" r:id="rId41"/>
    <p:sldLayoutId id="2147484063" r:id="rId42"/>
    <p:sldLayoutId id="2147484112" r:id="rId43"/>
    <p:sldLayoutId id="2147484113" r:id="rId44"/>
    <p:sldLayoutId id="2147484114" r:id="rId45"/>
    <p:sldLayoutId id="2147484115" r:id="rId46"/>
    <p:sldLayoutId id="2147484116" r:id="rId47"/>
    <p:sldLayoutId id="2147484126" r:id="rId48"/>
    <p:sldLayoutId id="2147484127" r:id="rId49"/>
    <p:sldLayoutId id="2147484125" r:id="rId50"/>
    <p:sldLayoutId id="2147484124" r:id="rId51"/>
    <p:sldLayoutId id="2147484117" r:id="rId52"/>
    <p:sldLayoutId id="2147484118" r:id="rId53"/>
    <p:sldLayoutId id="2147484119" r:id="rId54"/>
    <p:sldLayoutId id="2147484120" r:id="rId55"/>
    <p:sldLayoutId id="2147484121" r:id="rId56"/>
    <p:sldLayoutId id="2147484122" r:id="rId57"/>
    <p:sldLayoutId id="2147484123" r:id="rId58"/>
    <p:sldLayoutId id="2147484129" r:id="rId59"/>
    <p:sldLayoutId id="2147484130" r:id="rId60"/>
    <p:sldLayoutId id="2147484071" r:id="rId61"/>
    <p:sldLayoutId id="2147484133" r:id="rId62"/>
    <p:sldLayoutId id="2147484050" r:id="rId63"/>
    <p:sldLayoutId id="2147484051" r:id="rId64"/>
    <p:sldLayoutId id="2147484053" r:id="rId65"/>
    <p:sldLayoutId id="2147484054" r:id="rId66"/>
    <p:sldLayoutId id="2147483700" r:id="rId67"/>
    <p:sldLayoutId id="2147484141" r:id="rId68"/>
  </p:sldLayoutIdLst>
  <p:hf hdr="0" ftr="0" dt="0"/>
  <p:txStyles>
    <p:titleStyle>
      <a:lvl1pPr marL="0" algn="l" defTabSz="914400" rtl="0" eaLnBrk="1" latinLnBrk="0" hangingPunct="1">
        <a:lnSpc>
          <a:spcPts val="3000"/>
        </a:lnSpc>
        <a:spcBef>
          <a:spcPts val="0"/>
        </a:spcBef>
        <a:buNone/>
        <a:defRPr lang="en-US" sz="2600" b="0" i="0" kern="1200" spc="-100" baseline="0" dirty="0">
          <a:solidFill>
            <a:srgbClr val="303030"/>
          </a:solidFill>
          <a:latin typeface="Wallace Serif" pitchFamily="2" charset="0"/>
          <a:ea typeface="+mj-ea"/>
          <a:cs typeface="Wallace Serif" pitchFamily="2" charset="0"/>
        </a:defRPr>
      </a:lvl1pPr>
    </p:titleStyle>
    <p:bodyStyle>
      <a:lvl1pPr marL="0"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sz="1600" b="0" i="0" kern="1200">
          <a:solidFill>
            <a:schemeClr val="tx1"/>
          </a:solidFill>
          <a:latin typeface="Wallace Sans Light" pitchFamily="2" charset="0"/>
          <a:ea typeface="+mn-ea"/>
          <a:cs typeface="Wallace Sans Light" pitchFamily="2" charset="0"/>
        </a:defRPr>
      </a:lvl1pPr>
      <a:lvl2pPr marL="219456" indent="-219456" algn="l" defTabSz="914400" rtl="0" eaLnBrk="1" latinLnBrk="0" hangingPunct="1">
        <a:lnSpc>
          <a:spcPct val="100000"/>
        </a:lnSpc>
        <a:spcBef>
          <a:spcPts val="1200"/>
        </a:spcBef>
        <a:buFont typeface="Arial" panose="020B0604020202020204" pitchFamily="34" charset="0"/>
        <a:buChar char="•"/>
        <a:defRPr sz="1400" b="0" i="0" kern="1200">
          <a:solidFill>
            <a:schemeClr val="tx1"/>
          </a:solidFill>
          <a:latin typeface="Wallace Sans Light" pitchFamily="2" charset="0"/>
          <a:ea typeface="+mn-ea"/>
          <a:cs typeface="Wallace Sans Light" pitchFamily="2" charset="0"/>
        </a:defRPr>
      </a:lvl2pPr>
      <a:lvl3pPr marL="414000" indent="-192024" algn="l" defTabSz="914400" rtl="0" eaLnBrk="1" latinLnBrk="0" hangingPunct="1">
        <a:lnSpc>
          <a:spcPct val="100000"/>
        </a:lnSpc>
        <a:spcBef>
          <a:spcPts val="900"/>
        </a:spcBef>
        <a:buFont typeface="Abbott Wallace Sans" pitchFamily="50" charset="0"/>
        <a:buChar char="−"/>
        <a:tabLst>
          <a:tab pos="357188" algn="l"/>
        </a:tabLst>
        <a:defRPr sz="1200" b="0" i="0" kern="1200">
          <a:solidFill>
            <a:schemeClr val="tx1"/>
          </a:solidFill>
          <a:latin typeface="Wallace Sans Light" pitchFamily="2" charset="0"/>
          <a:ea typeface="+mn-ea"/>
          <a:cs typeface="Wallace Sans Light" pitchFamily="2" charset="0"/>
        </a:defRPr>
      </a:lvl3pPr>
      <a:lvl4pPr marL="576000" indent="-164592" algn="l" defTabSz="914400" rtl="0" eaLnBrk="1" latinLnBrk="0" hangingPunct="1">
        <a:lnSpc>
          <a:spcPct val="100000"/>
        </a:lnSpc>
        <a:spcBef>
          <a:spcPts val="600"/>
        </a:spcBef>
        <a:buFont typeface="Abbott Wallace Sans" pitchFamily="50" charset="0"/>
        <a:buChar char="−"/>
        <a:defRPr sz="1100" b="0" i="0" kern="1200">
          <a:solidFill>
            <a:schemeClr val="tx1"/>
          </a:solidFill>
          <a:latin typeface="Wallace Sans Light" pitchFamily="2" charset="0"/>
          <a:ea typeface="+mn-ea"/>
          <a:cs typeface="Wallace Sans Light" pitchFamily="2" charset="0"/>
        </a:defRPr>
      </a:lvl4pPr>
      <a:lvl5pPr marL="738000" indent="-164592" algn="l" defTabSz="914400" rtl="0" eaLnBrk="1" latinLnBrk="0" hangingPunct="1">
        <a:lnSpc>
          <a:spcPct val="100000"/>
        </a:lnSpc>
        <a:spcBef>
          <a:spcPts val="600"/>
        </a:spcBef>
        <a:buFont typeface="Abbott Wallace Sans" pitchFamily="50" charset="0"/>
        <a:buChar char="−"/>
        <a:defRPr sz="1100" b="0" i="0" kern="1200">
          <a:solidFill>
            <a:schemeClr val="tx1"/>
          </a:solidFill>
          <a:latin typeface="Wallace Sans Light" pitchFamily="2" charset="0"/>
          <a:ea typeface="+mn-ea"/>
          <a:cs typeface="Wallace Sans Light"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7355" userDrawn="1">
          <p15:clr>
            <a:srgbClr val="F26B43"/>
          </p15:clr>
        </p15:guide>
        <p15:guide id="4" orient="horz" pos="3997" userDrawn="1">
          <p15:clr>
            <a:srgbClr val="F26B43"/>
          </p15:clr>
        </p15:guide>
        <p15:guide id="9" orient="horz" pos="1026" userDrawn="1">
          <p15:clr>
            <a:srgbClr val="F26B43"/>
          </p15:clr>
        </p15:guide>
        <p15:guide id="10" pos="3840" userDrawn="1">
          <p15:clr>
            <a:srgbClr val="F26B43"/>
          </p15:clr>
        </p15:guide>
        <p15:guide id="11" orient="horz" pos="754" userDrawn="1">
          <p15:clr>
            <a:srgbClr val="F26B43"/>
          </p15:clr>
        </p15:guide>
        <p15:guide id="12" orient="horz" pos="127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BABA-578F-298C-E5E7-D47341E62D9D}"/>
              </a:ext>
            </a:extLst>
          </p:cNvPr>
          <p:cNvSpPr>
            <a:spLocks noGrp="1"/>
          </p:cNvSpPr>
          <p:nvPr>
            <p:ph type="title"/>
          </p:nvPr>
        </p:nvSpPr>
        <p:spPr>
          <a:xfrm>
            <a:off x="598672" y="1824946"/>
            <a:ext cx="11349487" cy="3550331"/>
          </a:xfrm>
        </p:spPr>
        <p:txBody>
          <a:bodyPr/>
          <a:lstStyle/>
          <a:p>
            <a:r>
              <a:rPr lang="en-US" dirty="0"/>
              <a:t>The Hidden Balance Sheet </a:t>
            </a:r>
            <a:br>
              <a:rPr lang="en-US" dirty="0"/>
            </a:br>
            <a:r>
              <a:rPr lang="en-US" sz="2800" i="1" dirty="0"/>
              <a:t>Cultural Debt with AI &amp; what it can Cost You</a:t>
            </a:r>
            <a:br>
              <a:rPr lang="en-US" sz="2800" i="1" dirty="0"/>
            </a:br>
            <a:r>
              <a:rPr lang="en-US" sz="2800" i="1" dirty="0"/>
              <a:t> </a:t>
            </a:r>
            <a:br>
              <a:rPr lang="en-US" dirty="0"/>
            </a:br>
            <a:br>
              <a:rPr lang="en-US" dirty="0"/>
            </a:br>
            <a:endParaRPr lang="en-US" dirty="0"/>
          </a:p>
        </p:txBody>
      </p:sp>
      <p:sp>
        <p:nvSpPr>
          <p:cNvPr id="3" name="Text Placeholder 2">
            <a:extLst>
              <a:ext uri="{FF2B5EF4-FFF2-40B4-BE49-F238E27FC236}">
                <a16:creationId xmlns:a16="http://schemas.microsoft.com/office/drawing/2014/main" id="{AEE91B18-078F-5120-5552-36F3F64E2856}"/>
              </a:ext>
            </a:extLst>
          </p:cNvPr>
          <p:cNvSpPr>
            <a:spLocks noGrp="1"/>
          </p:cNvSpPr>
          <p:nvPr>
            <p:ph type="body" sz="quarter" idx="20"/>
          </p:nvPr>
        </p:nvSpPr>
        <p:spPr>
          <a:xfrm>
            <a:off x="598673" y="4117614"/>
            <a:ext cx="5497327" cy="215444"/>
          </a:xfrm>
        </p:spPr>
        <p:txBody>
          <a:bodyPr/>
          <a:lstStyle/>
          <a:p>
            <a:r>
              <a:rPr lang="en-US" i="1" dirty="0"/>
              <a:t>A case for treating culture as infrastructure</a:t>
            </a:r>
          </a:p>
        </p:txBody>
      </p:sp>
    </p:spTree>
    <p:extLst>
      <p:ext uri="{BB962C8B-B14F-4D97-AF65-F5344CB8AC3E}">
        <p14:creationId xmlns:p14="http://schemas.microsoft.com/office/powerpoint/2010/main" val="31818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mj-lt"/>
              </a:rPr>
              <a:t>Executive Summary</a:t>
            </a:r>
          </a:p>
        </p:txBody>
      </p:sp>
      <p:sp>
        <p:nvSpPr>
          <p:cNvPr id="3" name="TextBox 2"/>
          <p:cNvSpPr txBox="1"/>
          <p:nvPr/>
        </p:nvSpPr>
        <p:spPr>
          <a:xfrm>
            <a:off x="375920" y="1190506"/>
            <a:ext cx="11440160" cy="338554"/>
          </a:xfrm>
          <a:prstGeom prst="rect">
            <a:avLst/>
          </a:prstGeom>
          <a:noFill/>
        </p:spPr>
        <p:txBody>
          <a:bodyPr wrap="square">
            <a:spAutoFit/>
          </a:bodyPr>
          <a:lstStyle/>
          <a:p>
            <a:pPr algn="l">
              <a:defRPr sz="1400" b="0" i="0">
                <a:solidFill>
                  <a:srgbClr val="1A1A1A"/>
                </a:solidFill>
                <a:latin typeface="Helvetica Neue"/>
              </a:defRPr>
            </a:pPr>
            <a:r>
              <a:rPr sz="1600" dirty="0">
                <a:latin typeface="+mj-lt"/>
              </a:rPr>
              <a:t>AI initiatives </a:t>
            </a:r>
            <a:r>
              <a:rPr lang="en-US" sz="1600" dirty="0">
                <a:latin typeface="+mj-lt"/>
              </a:rPr>
              <a:t>stall</a:t>
            </a:r>
            <a:r>
              <a:rPr sz="1600" dirty="0">
                <a:latin typeface="+mj-lt"/>
              </a:rPr>
              <a:t> at 70-85%</a:t>
            </a:r>
            <a:r>
              <a:rPr lang="en-US" sz="1600" dirty="0">
                <a:latin typeface="+mj-lt"/>
              </a:rPr>
              <a:t>, </a:t>
            </a:r>
            <a:r>
              <a:rPr sz="1600" dirty="0">
                <a:latin typeface="+mj-lt"/>
              </a:rPr>
              <a:t>not from bad technology, but from cultural debt that compounds with every </a:t>
            </a:r>
            <a:r>
              <a:rPr lang="en-US" sz="1600" dirty="0">
                <a:latin typeface="+mj-lt"/>
              </a:rPr>
              <a:t>mis-step </a:t>
            </a:r>
            <a:r>
              <a:rPr sz="1600" dirty="0">
                <a:latin typeface="+mj-lt"/>
              </a:rPr>
              <a:t>attempt.</a:t>
            </a:r>
          </a:p>
        </p:txBody>
      </p:sp>
      <p:graphicFrame>
        <p:nvGraphicFramePr>
          <p:cNvPr id="4" name="Table 3"/>
          <p:cNvGraphicFramePr>
            <a:graphicFrameLocks noGrp="1"/>
          </p:cNvGraphicFramePr>
          <p:nvPr>
            <p:extLst>
              <p:ext uri="{D42A27DB-BD31-4B8C-83A1-F6EECF244321}">
                <p14:modId xmlns:p14="http://schemas.microsoft.com/office/powerpoint/2010/main" val="307334947"/>
              </p:ext>
            </p:extLst>
          </p:nvPr>
        </p:nvGraphicFramePr>
        <p:xfrm>
          <a:off x="609600" y="2040842"/>
          <a:ext cx="10972800" cy="307979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82319">
                <a:tc>
                  <a:txBody>
                    <a:bodyPr/>
                    <a:lstStyle/>
                    <a:p>
                      <a:pPr>
                        <a:spcAft>
                          <a:spcPts val="200"/>
                        </a:spcAft>
                        <a:defRPr sz="1100" b="1">
                          <a:solidFill>
                            <a:srgbClr val="000050"/>
                          </a:solidFill>
                          <a:latin typeface="Helvetica Neue"/>
                        </a:defRPr>
                      </a:pPr>
                      <a:r>
                        <a:rPr sz="2000" dirty="0">
                          <a:latin typeface="+mn-lt"/>
                        </a:rPr>
                        <a:t>The Problem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DDF8"/>
                    </a:solidFill>
                  </a:tcPr>
                </a:tc>
                <a:tc>
                  <a:txBody>
                    <a:bodyPr/>
                    <a:lstStyle/>
                    <a:p>
                      <a:pPr>
                        <a:spcAft>
                          <a:spcPts val="200"/>
                        </a:spcAft>
                        <a:defRPr sz="1100" b="1">
                          <a:solidFill>
                            <a:srgbClr val="000050"/>
                          </a:solidFill>
                          <a:latin typeface="Helvetica Neue"/>
                        </a:defRPr>
                      </a:pPr>
                      <a:r>
                        <a:rPr sz="2000" dirty="0">
                          <a:latin typeface="+mn-lt"/>
                        </a:rPr>
                        <a:t>The Hidden Cost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DDF8"/>
                    </a:solidFill>
                  </a:tcPr>
                </a:tc>
                <a:tc>
                  <a:txBody>
                    <a:bodyPr/>
                    <a:lstStyle/>
                    <a:p>
                      <a:pPr>
                        <a:spcAft>
                          <a:spcPts val="200"/>
                        </a:spcAft>
                        <a:defRPr sz="1100" b="1">
                          <a:solidFill>
                            <a:srgbClr val="000050"/>
                          </a:solidFill>
                          <a:latin typeface="Helvetica Neue"/>
                        </a:defRPr>
                      </a:pPr>
                      <a:r>
                        <a:rPr sz="2000" dirty="0">
                          <a:latin typeface="+mn-lt"/>
                        </a:rPr>
                        <a:t>The Path Forward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DDF8"/>
                    </a:solidFill>
                  </a:tcPr>
                </a:tc>
                <a:extLst>
                  <a:ext uri="{0D108BD9-81ED-4DB2-BD59-A6C34878D82A}">
                    <a16:rowId xmlns:a16="http://schemas.microsoft.com/office/drawing/2014/main" val="10000"/>
                  </a:ext>
                </a:extLst>
              </a:tr>
              <a:tr h="582319">
                <a:tc>
                  <a:txBody>
                    <a:bodyPr/>
                    <a:lstStyle/>
                    <a:p>
                      <a:pPr>
                        <a:spcAft>
                          <a:spcPts val="200"/>
                        </a:spcAft>
                        <a:defRPr sz="1100">
                          <a:solidFill>
                            <a:srgbClr val="1A1A1A"/>
                          </a:solidFill>
                          <a:latin typeface="Helvetica Neue"/>
                        </a:defRPr>
                      </a:pPr>
                      <a:r>
                        <a:rPr sz="1600" dirty="0">
                          <a:solidFill>
                            <a:schemeClr val="accent1"/>
                          </a:solidFill>
                          <a:latin typeface="+mn-lt"/>
                        </a:rPr>
                        <a:t>70-85%</a:t>
                      </a:r>
                      <a:r>
                        <a:rPr lang="en-US" sz="1600" dirty="0">
                          <a:solidFill>
                            <a:schemeClr val="accent1"/>
                          </a:solidFill>
                          <a:latin typeface="+mn-lt"/>
                        </a:rPr>
                        <a:t> </a:t>
                      </a:r>
                      <a:r>
                        <a:rPr lang="en-US" sz="1600" dirty="0">
                          <a:latin typeface="+mn-lt"/>
                        </a:rPr>
                        <a:t>Failure rate</a:t>
                      </a: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sz="1600" dirty="0">
                          <a:solidFill>
                            <a:schemeClr val="accent1"/>
                          </a:solidFill>
                          <a:latin typeface="+mn-lt"/>
                        </a:rPr>
                        <a:t>3x</a:t>
                      </a:r>
                      <a:r>
                        <a:rPr lang="en-US" sz="1600" dirty="0">
                          <a:latin typeface="+mn-lt"/>
                        </a:rPr>
                        <a:t> the initial cost</a:t>
                      </a: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lang="en-US" sz="1600" dirty="0">
                          <a:solidFill>
                            <a:schemeClr val="accent1"/>
                          </a:solidFill>
                          <a:latin typeface="+mn-lt"/>
                        </a:rPr>
                        <a:t>Invest in </a:t>
                      </a:r>
                      <a:r>
                        <a:rPr sz="1600" dirty="0">
                          <a:solidFill>
                            <a:schemeClr val="accent1"/>
                          </a:solidFill>
                          <a:latin typeface="+mn-lt"/>
                        </a:rPr>
                        <a:t>Culture </a:t>
                      </a:r>
                      <a:r>
                        <a:rPr sz="1600" dirty="0">
                          <a:latin typeface="+mn-lt"/>
                        </a:rPr>
                        <a:t>before code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23913">
                <a:tc>
                  <a:txBody>
                    <a:bodyPr/>
                    <a:lstStyle/>
                    <a:p>
                      <a:pPr>
                        <a:spcAft>
                          <a:spcPts val="200"/>
                        </a:spcAft>
                        <a:defRPr sz="1100">
                          <a:solidFill>
                            <a:srgbClr val="1A1A1A"/>
                          </a:solidFill>
                          <a:latin typeface="Helvetica Neue"/>
                        </a:defRPr>
                      </a:pPr>
                      <a:r>
                        <a:rPr sz="1600" dirty="0">
                          <a:latin typeface="+mn-lt"/>
                        </a:rPr>
                        <a:t>AI initiative failure rate across industries. </a:t>
                      </a:r>
                      <a:r>
                        <a:rPr sz="1600" b="0" dirty="0">
                          <a:latin typeface="+mn-lt"/>
                        </a:rPr>
                        <a:t>Technology</a:t>
                      </a:r>
                      <a:r>
                        <a:rPr sz="1600" dirty="0">
                          <a:latin typeface="+mn-lt"/>
                        </a:rPr>
                        <a:t> is rarely the cause.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lang="en-US" sz="1600" dirty="0">
                          <a:latin typeface="+mn-lt"/>
                        </a:rPr>
                        <a:t>Research reveals h</a:t>
                      </a:r>
                      <a:r>
                        <a:rPr sz="1600" dirty="0">
                          <a:latin typeface="+mn-lt"/>
                        </a:rPr>
                        <a:t>igher failure rate on second attempt when cultural debt is unaddressed.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sz="1600" dirty="0">
                          <a:latin typeface="+mn-lt"/>
                        </a:rPr>
                        <a:t>Organizations that invest in cultural readiness see 2-3x higher adoption.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28032">
                <a:tc>
                  <a:txBody>
                    <a:bodyPr/>
                    <a:lstStyle/>
                    <a:p>
                      <a:pPr marL="0" marR="0" lvl="0" indent="0" algn="l" defTabSz="457200" rtl="0" eaLnBrk="1" fontAlgn="auto" latinLnBrk="0" hangingPunct="1">
                        <a:lnSpc>
                          <a:spcPct val="100000"/>
                        </a:lnSpc>
                        <a:spcBef>
                          <a:spcPts val="0"/>
                        </a:spcBef>
                        <a:spcAft>
                          <a:spcPts val="200"/>
                        </a:spcAft>
                        <a:buClrTx/>
                        <a:buSzTx/>
                        <a:buFontTx/>
                        <a:buNone/>
                        <a:tabLst/>
                        <a:defRPr sz="1100">
                          <a:solidFill>
                            <a:srgbClr val="1A1A1A"/>
                          </a:solidFill>
                          <a:latin typeface="Helvetica Neue"/>
                        </a:defRPr>
                      </a:pPr>
                      <a:r>
                        <a:rPr sz="1600" b="1" dirty="0">
                          <a:latin typeface="+mn-lt"/>
                        </a:rPr>
                        <a:t>What's failing</a:t>
                      </a:r>
                      <a:r>
                        <a:rPr lang="en-US" sz="1600" b="1" dirty="0">
                          <a:latin typeface="+mn-lt"/>
                        </a:rPr>
                        <a:t> </a:t>
                      </a:r>
                      <a:r>
                        <a:rPr lang="en-US" sz="1600" dirty="0">
                          <a:latin typeface="+mn-lt"/>
                        </a:rPr>
                        <a:t>: Not the models, not the data, not the platforms , but the organization itself.</a:t>
                      </a:r>
                    </a:p>
                    <a:p>
                      <a:pPr>
                        <a:spcAft>
                          <a:spcPts val="200"/>
                        </a:spcAft>
                        <a:defRPr sz="1100">
                          <a:solidFill>
                            <a:srgbClr val="1A1A1A"/>
                          </a:solidFill>
                          <a:latin typeface="Helvetica Neue"/>
                        </a:defRPr>
                      </a:pP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sz="1600" dirty="0">
                          <a:latin typeface="+mn-lt"/>
                        </a:rPr>
                        <a:t>What's compounding</a:t>
                      </a:r>
                      <a:r>
                        <a:rPr lang="en-US" sz="1600" dirty="0">
                          <a:latin typeface="+mn-lt"/>
                        </a:rPr>
                        <a:t>: Each failure breeds cynicism, shadow processes, and passive resistance</a:t>
                      </a: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200"/>
                        </a:spcAft>
                        <a:buClrTx/>
                        <a:buSzTx/>
                        <a:buFontTx/>
                        <a:buNone/>
                        <a:tabLst/>
                        <a:defRPr sz="1100">
                          <a:solidFill>
                            <a:srgbClr val="1A1A1A"/>
                          </a:solidFill>
                          <a:latin typeface="Helvetica Neue"/>
                        </a:defRPr>
                      </a:pPr>
                      <a:r>
                        <a:rPr sz="1600" dirty="0">
                          <a:latin typeface="+mn-lt"/>
                        </a:rPr>
                        <a:t>What works</a:t>
                      </a:r>
                      <a:r>
                        <a:rPr lang="en-US" sz="1600" dirty="0">
                          <a:latin typeface="+mn-lt"/>
                        </a:rPr>
                        <a:t>: Psychological safety, aligned incentives, and visible leadership commitment.</a:t>
                      </a:r>
                    </a:p>
                    <a:p>
                      <a:pPr>
                        <a:spcAft>
                          <a:spcPts val="200"/>
                        </a:spcAft>
                        <a:defRPr sz="1100">
                          <a:solidFill>
                            <a:srgbClr val="1A1A1A"/>
                          </a:solidFill>
                          <a:latin typeface="Helvetica Neue"/>
                        </a:defRPr>
                      </a:pP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5577840"/>
            <a:ext cx="10972800" cy="230832"/>
          </a:xfrm>
          <a:prstGeom prst="rect">
            <a:avLst/>
          </a:prstGeom>
          <a:noFill/>
        </p:spPr>
        <p:txBody>
          <a:bodyPr wrap="square">
            <a:spAutoFit/>
          </a:bodyPr>
          <a:lstStyle/>
          <a:p>
            <a:pPr algn="l">
              <a:defRPr sz="900" b="0" i="1">
                <a:solidFill>
                  <a:srgbClr val="888888"/>
                </a:solidFill>
                <a:latin typeface="Helvetica Neue"/>
              </a:defRPr>
            </a:pPr>
            <a:r>
              <a:rPr dirty="0">
                <a:latin typeface="Wallace Sans Light" pitchFamily="2" charset="0"/>
              </a:rPr>
              <a:t>Sources: McKinsey Global Institute (2023); Gartner AI in the Enterprise (2024); MIT CISR (2024)</a:t>
            </a:r>
          </a:p>
        </p:txBody>
      </p:sp>
      <p:sp>
        <p:nvSpPr>
          <p:cNvPr id="6" name="TextBox 5"/>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mj-lt"/>
              </a:rPr>
              <a:t>What We'll Explore Today</a:t>
            </a:r>
          </a:p>
        </p:txBody>
      </p:sp>
      <p:sp>
        <p:nvSpPr>
          <p:cNvPr id="3" name="TextBox 2"/>
          <p:cNvSpPr txBox="1"/>
          <p:nvPr/>
        </p:nvSpPr>
        <p:spPr>
          <a:xfrm>
            <a:off x="1280160" y="18405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01</a:t>
            </a:r>
          </a:p>
        </p:txBody>
      </p:sp>
      <p:sp>
        <p:nvSpPr>
          <p:cNvPr id="4" name="TextBox 3"/>
          <p:cNvSpPr txBox="1"/>
          <p:nvPr/>
        </p:nvSpPr>
        <p:spPr>
          <a:xfrm>
            <a:off x="2743200" y="18405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Numbers</a:t>
            </a:r>
          </a:p>
        </p:txBody>
      </p:sp>
      <p:sp>
        <p:nvSpPr>
          <p:cNvPr id="5" name="TextBox 4"/>
          <p:cNvSpPr txBox="1"/>
          <p:nvPr/>
        </p:nvSpPr>
        <p:spPr>
          <a:xfrm>
            <a:off x="2743200" y="2160557"/>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Why 70-85% of AI initiatives fail </a:t>
            </a:r>
            <a:r>
              <a:rPr lang="en-US" dirty="0">
                <a:latin typeface="Wallace Sans Light" pitchFamily="2" charset="0"/>
              </a:rPr>
              <a:t>, </a:t>
            </a:r>
            <a:r>
              <a:rPr dirty="0">
                <a:latin typeface="Wallace Sans Light" pitchFamily="2" charset="0"/>
              </a:rPr>
              <a:t>and technology isn't the reason</a:t>
            </a:r>
          </a:p>
        </p:txBody>
      </p:sp>
      <p:sp>
        <p:nvSpPr>
          <p:cNvPr id="6" name="Rectangle 5"/>
          <p:cNvSpPr/>
          <p:nvPr/>
        </p:nvSpPr>
        <p:spPr>
          <a:xfrm>
            <a:off x="1280160" y="25720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27549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02</a:t>
            </a:r>
          </a:p>
        </p:txBody>
      </p:sp>
      <p:sp>
        <p:nvSpPr>
          <p:cNvPr id="8" name="TextBox 7"/>
          <p:cNvSpPr txBox="1"/>
          <p:nvPr/>
        </p:nvSpPr>
        <p:spPr>
          <a:xfrm>
            <a:off x="2743200" y="27549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Root Cause</a:t>
            </a:r>
          </a:p>
        </p:txBody>
      </p:sp>
      <p:sp>
        <p:nvSpPr>
          <p:cNvPr id="9" name="TextBox 8"/>
          <p:cNvSpPr txBox="1"/>
          <p:nvPr/>
        </p:nvSpPr>
        <p:spPr>
          <a:xfrm>
            <a:off x="2743200" y="3074957"/>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What cultural debt is, how it compounds, and why no one tracks it</a:t>
            </a:r>
          </a:p>
        </p:txBody>
      </p:sp>
      <p:sp>
        <p:nvSpPr>
          <p:cNvPr id="10" name="Rectangle 9"/>
          <p:cNvSpPr/>
          <p:nvPr/>
        </p:nvSpPr>
        <p:spPr>
          <a:xfrm>
            <a:off x="1280160" y="34864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36693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03</a:t>
            </a:r>
          </a:p>
        </p:txBody>
      </p:sp>
      <p:sp>
        <p:nvSpPr>
          <p:cNvPr id="12" name="TextBox 11"/>
          <p:cNvSpPr txBox="1"/>
          <p:nvPr/>
        </p:nvSpPr>
        <p:spPr>
          <a:xfrm>
            <a:off x="2743200" y="36693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Diagnosis</a:t>
            </a:r>
          </a:p>
        </p:txBody>
      </p:sp>
      <p:sp>
        <p:nvSpPr>
          <p:cNvPr id="13" name="TextBox 12"/>
          <p:cNvSpPr txBox="1"/>
          <p:nvPr/>
        </p:nvSpPr>
        <p:spPr>
          <a:xfrm>
            <a:off x="2743200" y="3989357"/>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Five cultural patterns </a:t>
            </a:r>
            <a:r>
              <a:rPr lang="en-US" dirty="0">
                <a:latin typeface="Wallace Sans Light" pitchFamily="2" charset="0"/>
              </a:rPr>
              <a:t>to monitor</a:t>
            </a:r>
            <a:endParaRPr dirty="0">
              <a:latin typeface="Wallace Sans Light" pitchFamily="2" charset="0"/>
            </a:endParaRPr>
          </a:p>
        </p:txBody>
      </p:sp>
      <p:sp>
        <p:nvSpPr>
          <p:cNvPr id="14" name="Rectangle 13"/>
          <p:cNvSpPr/>
          <p:nvPr/>
        </p:nvSpPr>
        <p:spPr>
          <a:xfrm>
            <a:off x="1280160" y="44008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45837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04</a:t>
            </a:r>
          </a:p>
        </p:txBody>
      </p:sp>
      <p:sp>
        <p:nvSpPr>
          <p:cNvPr id="16" name="TextBox 15"/>
          <p:cNvSpPr txBox="1"/>
          <p:nvPr/>
        </p:nvSpPr>
        <p:spPr>
          <a:xfrm>
            <a:off x="2743200" y="45837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Path Forward</a:t>
            </a:r>
          </a:p>
        </p:txBody>
      </p:sp>
      <p:sp>
        <p:nvSpPr>
          <p:cNvPr id="17" name="TextBox 16"/>
          <p:cNvSpPr txBox="1"/>
          <p:nvPr/>
        </p:nvSpPr>
        <p:spPr>
          <a:xfrm>
            <a:off x="2743200" y="4903757"/>
            <a:ext cx="8229600" cy="292388"/>
          </a:xfrm>
          <a:prstGeom prst="rect">
            <a:avLst/>
          </a:prstGeom>
          <a:noFill/>
        </p:spPr>
        <p:txBody>
          <a:bodyPr wrap="square">
            <a:spAutoFit/>
          </a:bodyPr>
          <a:lstStyle/>
          <a:p>
            <a:pPr algn="l">
              <a:defRPr sz="1300" b="0" i="0">
                <a:solidFill>
                  <a:srgbClr val="1A1A1A"/>
                </a:solidFill>
                <a:latin typeface="Helvetica Neue"/>
              </a:defRPr>
            </a:pPr>
            <a:r>
              <a:rPr lang="en-US" dirty="0">
                <a:latin typeface="Wallace Sans Light" pitchFamily="2" charset="0"/>
              </a:rPr>
              <a:t>How</a:t>
            </a:r>
            <a:r>
              <a:rPr dirty="0">
                <a:latin typeface="Wallace Sans Light" pitchFamily="2" charset="0"/>
              </a:rPr>
              <a:t> organizations </a:t>
            </a:r>
            <a:r>
              <a:rPr lang="en-US" dirty="0">
                <a:latin typeface="Wallace Sans Light" pitchFamily="2" charset="0"/>
              </a:rPr>
              <a:t>can break the cultural debt Jam</a:t>
            </a:r>
            <a:endParaRPr dirty="0">
              <a:latin typeface="Wallace Sans Light" pitchFamily="2" charset="0"/>
            </a:endParaRPr>
          </a:p>
        </p:txBody>
      </p:sp>
      <p:sp>
        <p:nvSpPr>
          <p:cNvPr id="18" name="Rectangle 17"/>
          <p:cNvSpPr/>
          <p:nvPr/>
        </p:nvSpPr>
        <p:spPr>
          <a:xfrm>
            <a:off x="1280160" y="53152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3" name="TextBox 22"/>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lang="en-US" dirty="0">
                <a:latin typeface="Wallace Sans Light" pitchFamily="2" charset="0"/>
              </a:rPr>
              <a:t>State of Metrics &amp; Gaps</a:t>
            </a:r>
            <a:endParaRPr dirty="0">
              <a:latin typeface="Wallace Sans Light" pitchFamily="2" charset="0"/>
            </a:endParaRPr>
          </a:p>
        </p:txBody>
      </p:sp>
      <p:sp>
        <p:nvSpPr>
          <p:cNvPr id="3" name="TextBox 2"/>
          <p:cNvSpPr txBox="1"/>
          <p:nvPr/>
        </p:nvSpPr>
        <p:spPr>
          <a:xfrm>
            <a:off x="548640" y="1010615"/>
            <a:ext cx="10972800" cy="307777"/>
          </a:xfrm>
          <a:prstGeom prst="rect">
            <a:avLst/>
          </a:prstGeom>
          <a:noFill/>
        </p:spPr>
        <p:txBody>
          <a:bodyPr wrap="square">
            <a:spAutoFit/>
          </a:bodyPr>
          <a:lstStyle/>
          <a:p>
            <a:pPr algn="ctr">
              <a:defRPr sz="1400" b="0" i="0">
                <a:solidFill>
                  <a:srgbClr val="1A1A1A"/>
                </a:solidFill>
                <a:latin typeface="Helvetica Neue"/>
              </a:defRPr>
            </a:pPr>
            <a:r>
              <a:rPr b="1" dirty="0">
                <a:latin typeface="Wallace Sans Light" pitchFamily="2" charset="0"/>
              </a:rPr>
              <a:t>The technology works. The organization doesn’t change.</a:t>
            </a:r>
          </a:p>
        </p:txBody>
      </p:sp>
      <p:sp>
        <p:nvSpPr>
          <p:cNvPr id="4" name="TextBox 3"/>
          <p:cNvSpPr txBox="1"/>
          <p:nvPr/>
        </p:nvSpPr>
        <p:spPr>
          <a:xfrm>
            <a:off x="54864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70-85%</a:t>
            </a:r>
          </a:p>
        </p:txBody>
      </p:sp>
      <p:sp>
        <p:nvSpPr>
          <p:cNvPr id="5" name="TextBox 4"/>
          <p:cNvSpPr txBox="1"/>
          <p:nvPr/>
        </p:nvSpPr>
        <p:spPr>
          <a:xfrm>
            <a:off x="54864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 to deliver</a:t>
            </a:r>
            <a:br>
              <a:rPr dirty="0">
                <a:latin typeface="Wallace Sans Light" pitchFamily="2" charset="0"/>
              </a:rPr>
            </a:br>
            <a:r>
              <a:rPr dirty="0">
                <a:latin typeface="Wallace Sans Light" pitchFamily="2" charset="0"/>
              </a:rPr>
              <a:t>expected value</a:t>
            </a:r>
          </a:p>
        </p:txBody>
      </p:sp>
      <p:sp>
        <p:nvSpPr>
          <p:cNvPr id="6" name="TextBox 5"/>
          <p:cNvSpPr txBox="1"/>
          <p:nvPr/>
        </p:nvSpPr>
        <p:spPr>
          <a:xfrm>
            <a:off x="54864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latin typeface="Wallace Sans Light" pitchFamily="2" charset="0"/>
              </a:rPr>
              <a:t>Consistent across industries,</a:t>
            </a:r>
            <a:br>
              <a:rPr sz="1400" dirty="0">
                <a:latin typeface="Wallace Sans Light" pitchFamily="2" charset="0"/>
              </a:rPr>
            </a:br>
            <a:r>
              <a:rPr sz="1400" dirty="0">
                <a:latin typeface="Wallace Sans Light" pitchFamily="2" charset="0"/>
              </a:rPr>
              <a:t>company sizes, and geographies</a:t>
            </a:r>
          </a:p>
        </p:txBody>
      </p:sp>
      <p:sp>
        <p:nvSpPr>
          <p:cNvPr id="7" name="TextBox 6"/>
          <p:cNvSpPr txBox="1"/>
          <p:nvPr/>
        </p:nvSpPr>
        <p:spPr>
          <a:xfrm>
            <a:off x="338328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&lt;15%</a:t>
            </a:r>
          </a:p>
        </p:txBody>
      </p:sp>
      <p:sp>
        <p:nvSpPr>
          <p:cNvPr id="8" name="TextBox 7"/>
          <p:cNvSpPr txBox="1"/>
          <p:nvPr/>
        </p:nvSpPr>
        <p:spPr>
          <a:xfrm>
            <a:off x="338328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Failures attributed</a:t>
            </a:r>
            <a:br>
              <a:rPr dirty="0">
                <a:latin typeface="Wallace Sans Light" pitchFamily="2" charset="0"/>
              </a:rPr>
            </a:br>
            <a:r>
              <a:rPr dirty="0">
                <a:latin typeface="Wallace Sans Light" pitchFamily="2" charset="0"/>
              </a:rPr>
              <a:t>to technology</a:t>
            </a:r>
          </a:p>
        </p:txBody>
      </p:sp>
      <p:sp>
        <p:nvSpPr>
          <p:cNvPr id="9" name="TextBox 8"/>
          <p:cNvSpPr txBox="1"/>
          <p:nvPr/>
        </p:nvSpPr>
        <p:spPr>
          <a:xfrm>
            <a:off x="3383280" y="3383280"/>
            <a:ext cx="2560320" cy="954107"/>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Models work. Infrastructure works.</a:t>
            </a:r>
            <a:br>
              <a:rPr sz="1400" dirty="0">
                <a:solidFill>
                  <a:srgbClr val="1A1A1A"/>
                </a:solidFill>
                <a:latin typeface="Wallace Sans Light" pitchFamily="2" charset="0"/>
              </a:rPr>
            </a:br>
            <a:r>
              <a:rPr sz="1400" dirty="0">
                <a:solidFill>
                  <a:srgbClr val="1A1A1A"/>
                </a:solidFill>
                <a:latin typeface="Wallace Sans Light" pitchFamily="2" charset="0"/>
              </a:rPr>
              <a:t>The organization doesn’t adopt</a:t>
            </a:r>
            <a:r>
              <a:rPr dirty="0">
                <a:latin typeface="Wallace Sans Light" pitchFamily="2" charset="0"/>
              </a:rPr>
              <a:t>.</a:t>
            </a:r>
          </a:p>
        </p:txBody>
      </p:sp>
      <p:sp>
        <p:nvSpPr>
          <p:cNvPr id="10" name="TextBox 9"/>
          <p:cNvSpPr txBox="1"/>
          <p:nvPr/>
        </p:nvSpPr>
        <p:spPr>
          <a:xfrm>
            <a:off x="6248402" y="1588693"/>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#1 Cause</a:t>
            </a:r>
          </a:p>
        </p:txBody>
      </p:sp>
      <p:sp>
        <p:nvSpPr>
          <p:cNvPr id="11" name="TextBox 10"/>
          <p:cNvSpPr txBox="1"/>
          <p:nvPr/>
        </p:nvSpPr>
        <p:spPr>
          <a:xfrm>
            <a:off x="621792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Organizational and</a:t>
            </a:r>
            <a:br>
              <a:rPr dirty="0">
                <a:latin typeface="Wallace Sans Light" pitchFamily="2" charset="0"/>
              </a:rPr>
            </a:br>
            <a:r>
              <a:rPr dirty="0">
                <a:latin typeface="Wallace Sans Light" pitchFamily="2" charset="0"/>
              </a:rPr>
              <a:t>cultural resistance</a:t>
            </a:r>
          </a:p>
        </p:txBody>
      </p:sp>
      <p:sp>
        <p:nvSpPr>
          <p:cNvPr id="12" name="TextBox 11"/>
          <p:cNvSpPr txBox="1"/>
          <p:nvPr/>
        </p:nvSpPr>
        <p:spPr>
          <a:xfrm>
            <a:off x="621792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Change resistance, skill gaps,</a:t>
            </a:r>
            <a:br>
              <a:rPr sz="1400" dirty="0">
                <a:solidFill>
                  <a:srgbClr val="1A1A1A"/>
                </a:solidFill>
                <a:latin typeface="Wallace Sans Light" pitchFamily="2" charset="0"/>
              </a:rPr>
            </a:br>
            <a:r>
              <a:rPr sz="1400" dirty="0">
                <a:solidFill>
                  <a:srgbClr val="1A1A1A"/>
                </a:solidFill>
                <a:latin typeface="Wallace Sans Light" pitchFamily="2" charset="0"/>
              </a:rPr>
              <a:t>misaligned incentives, lack of trust</a:t>
            </a:r>
          </a:p>
        </p:txBody>
      </p:sp>
      <p:sp>
        <p:nvSpPr>
          <p:cNvPr id="13" name="TextBox 12"/>
          <p:cNvSpPr txBox="1"/>
          <p:nvPr/>
        </p:nvSpPr>
        <p:spPr>
          <a:xfrm>
            <a:off x="905256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$4.6T</a:t>
            </a:r>
          </a:p>
        </p:txBody>
      </p:sp>
      <p:sp>
        <p:nvSpPr>
          <p:cNvPr id="14" name="TextBox 13"/>
          <p:cNvSpPr txBox="1"/>
          <p:nvPr/>
        </p:nvSpPr>
        <p:spPr>
          <a:xfrm>
            <a:off x="905256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Projected global AI</a:t>
            </a:r>
            <a:br>
              <a:rPr dirty="0">
                <a:latin typeface="Wallace Sans Light" pitchFamily="2" charset="0"/>
              </a:rPr>
            </a:br>
            <a:r>
              <a:rPr dirty="0">
                <a:latin typeface="Wallace Sans Light" pitchFamily="2" charset="0"/>
              </a:rPr>
              <a:t>investment by 2027</a:t>
            </a:r>
          </a:p>
        </p:txBody>
      </p:sp>
      <p:sp>
        <p:nvSpPr>
          <p:cNvPr id="15" name="TextBox 14"/>
          <p:cNvSpPr txBox="1"/>
          <p:nvPr/>
        </p:nvSpPr>
        <p:spPr>
          <a:xfrm>
            <a:off x="9052560" y="3503369"/>
            <a:ext cx="2560320" cy="523220"/>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The majority at risk of</a:t>
            </a:r>
            <a:br>
              <a:rPr sz="1400" dirty="0">
                <a:solidFill>
                  <a:srgbClr val="1A1A1A"/>
                </a:solidFill>
                <a:latin typeface="Wallace Sans Light" pitchFamily="2" charset="0"/>
              </a:rPr>
            </a:br>
            <a:r>
              <a:rPr sz="1400" dirty="0">
                <a:solidFill>
                  <a:srgbClr val="1A1A1A"/>
                </a:solidFill>
                <a:latin typeface="Wallace Sans Light" pitchFamily="2" charset="0"/>
              </a:rPr>
              <a:t>delivering no return</a:t>
            </a:r>
          </a:p>
        </p:txBody>
      </p:sp>
      <p:sp>
        <p:nvSpPr>
          <p:cNvPr id="16" name="Rectangle 15"/>
          <p:cNvSpPr/>
          <p:nvPr/>
        </p:nvSpPr>
        <p:spPr>
          <a:xfrm>
            <a:off x="548640" y="461384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33600" y="470528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The gap between AI capability and organizational readiness is where value dies.</a:t>
            </a:r>
          </a:p>
        </p:txBody>
      </p:sp>
      <p:sp>
        <p:nvSpPr>
          <p:cNvPr id="18" name="TextBox 17"/>
          <p:cNvSpPr txBox="1"/>
          <p:nvPr/>
        </p:nvSpPr>
        <p:spPr>
          <a:xfrm>
            <a:off x="548640" y="5669280"/>
            <a:ext cx="10972800" cy="230832"/>
          </a:xfrm>
          <a:prstGeom prst="rect">
            <a:avLst/>
          </a:prstGeom>
          <a:noFill/>
        </p:spPr>
        <p:txBody>
          <a:bodyPr wrap="square">
            <a:spAutoFit/>
          </a:bodyPr>
          <a:lstStyle/>
          <a:p>
            <a:pPr algn="l">
              <a:defRPr sz="900" b="0" i="1">
                <a:solidFill>
                  <a:srgbClr val="888888"/>
                </a:solidFill>
                <a:latin typeface="Helvetica Neue"/>
              </a:defRPr>
            </a:pPr>
            <a:r>
              <a:rPr dirty="0">
                <a:latin typeface="Wallace Sans Light" pitchFamily="2" charset="0"/>
              </a:rPr>
              <a:t>Sources: McKinsey (2023); BCG AI Adoption Survey (2024); IDC AI Spending Guide (2025)</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Cultural Debt Compounds Like Technical Debt</a:t>
            </a:r>
            <a:r>
              <a:rPr lang="en-US" dirty="0">
                <a:latin typeface="Wallace Sans Light" pitchFamily="2" charset="0"/>
              </a:rPr>
              <a:t>; </a:t>
            </a:r>
            <a:r>
              <a:rPr dirty="0">
                <a:latin typeface="Wallace Sans Light" pitchFamily="2" charset="0"/>
              </a:rPr>
              <a:t>But No One Tracks It</a:t>
            </a:r>
          </a:p>
        </p:txBody>
      </p:sp>
      <p:sp>
        <p:nvSpPr>
          <p:cNvPr id="3" name="Rectangle 2"/>
          <p:cNvSpPr/>
          <p:nvPr/>
        </p:nvSpPr>
        <p:spPr>
          <a:xfrm>
            <a:off x="548640" y="1188720"/>
            <a:ext cx="5303520" cy="3474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80160"/>
            <a:ext cx="4754880" cy="461665"/>
          </a:xfrm>
          <a:prstGeom prst="rect">
            <a:avLst/>
          </a:prstGeom>
          <a:noFill/>
        </p:spPr>
        <p:txBody>
          <a:bodyPr wrap="square">
            <a:spAutoFit/>
          </a:bodyPr>
          <a:lstStyle/>
          <a:p>
            <a:pPr algn="l">
              <a:defRPr sz="2000" b="1" i="0">
                <a:solidFill>
                  <a:srgbClr val="000050"/>
                </a:solidFill>
                <a:latin typeface="Helvetica Neue"/>
              </a:defRPr>
            </a:pPr>
            <a:r>
              <a:rPr sz="2400" dirty="0">
                <a:latin typeface="Wallace Sans Light" pitchFamily="2" charset="0"/>
              </a:rPr>
              <a:t>Technical Debt</a:t>
            </a:r>
          </a:p>
        </p:txBody>
      </p:sp>
      <p:sp>
        <p:nvSpPr>
          <p:cNvPr id="5" name="TextBox 4"/>
          <p:cNvSpPr txBox="1"/>
          <p:nvPr/>
        </p:nvSpPr>
        <p:spPr>
          <a:xfrm>
            <a:off x="822960" y="18288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code that create future rework</a:t>
            </a:r>
          </a:p>
        </p:txBody>
      </p:sp>
      <p:sp>
        <p:nvSpPr>
          <p:cNvPr id="6" name="TextBox 5"/>
          <p:cNvSpPr txBox="1"/>
          <p:nvPr/>
        </p:nvSpPr>
        <p:spPr>
          <a:xfrm>
            <a:off x="82296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Visible in code reviews, build times, bug rates</a:t>
            </a:r>
          </a:p>
        </p:txBody>
      </p:sp>
      <p:sp>
        <p:nvSpPr>
          <p:cNvPr id="7" name="TextBox 6"/>
          <p:cNvSpPr txBox="1"/>
          <p:nvPr/>
        </p:nvSpPr>
        <p:spPr>
          <a:xfrm>
            <a:off x="82296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Tracked, measured, budgeted for</a:t>
            </a:r>
          </a:p>
        </p:txBody>
      </p:sp>
      <p:sp>
        <p:nvSpPr>
          <p:cNvPr id="8" name="TextBox 7"/>
          <p:cNvSpPr txBox="1"/>
          <p:nvPr/>
        </p:nvSpPr>
        <p:spPr>
          <a:xfrm>
            <a:off x="82296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system complexity grows</a:t>
            </a:r>
          </a:p>
        </p:txBody>
      </p:sp>
      <p:sp>
        <p:nvSpPr>
          <p:cNvPr id="9" name="TextBox 8"/>
          <p:cNvSpPr txBox="1"/>
          <p:nvPr/>
        </p:nvSpPr>
        <p:spPr>
          <a:xfrm>
            <a:off x="82296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refactor the code</a:t>
            </a:r>
          </a:p>
        </p:txBody>
      </p:sp>
      <p:sp>
        <p:nvSpPr>
          <p:cNvPr id="10" name="Rectangle 9"/>
          <p:cNvSpPr/>
          <p:nvPr/>
        </p:nvSpPr>
        <p:spPr>
          <a:xfrm>
            <a:off x="6217920" y="1188720"/>
            <a:ext cx="5303520" cy="347472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280160"/>
            <a:ext cx="4754880" cy="461665"/>
          </a:xfrm>
          <a:prstGeom prst="rect">
            <a:avLst/>
          </a:prstGeom>
          <a:noFill/>
        </p:spPr>
        <p:txBody>
          <a:bodyPr wrap="square">
            <a:spAutoFit/>
          </a:bodyPr>
          <a:lstStyle/>
          <a:p>
            <a:pPr algn="l">
              <a:defRPr sz="2000" b="1" i="0">
                <a:solidFill>
                  <a:srgbClr val="000050"/>
                </a:solidFill>
                <a:latin typeface="Helvetica Neue"/>
              </a:defRPr>
            </a:pPr>
            <a:r>
              <a:rPr sz="2400" dirty="0">
                <a:latin typeface="Wallace Sans Light" pitchFamily="2" charset="0"/>
              </a:rPr>
              <a:t>Cultural Debt</a:t>
            </a:r>
          </a:p>
        </p:txBody>
      </p:sp>
      <p:sp>
        <p:nvSpPr>
          <p:cNvPr id="12" name="TextBox 11"/>
          <p:cNvSpPr txBox="1"/>
          <p:nvPr/>
        </p:nvSpPr>
        <p:spPr>
          <a:xfrm>
            <a:off x="6492240" y="1828800"/>
            <a:ext cx="4754880" cy="492443"/>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change management that create future resistance</a:t>
            </a:r>
          </a:p>
        </p:txBody>
      </p:sp>
      <p:sp>
        <p:nvSpPr>
          <p:cNvPr id="13" name="TextBox 12"/>
          <p:cNvSpPr txBox="1"/>
          <p:nvPr/>
        </p:nvSpPr>
        <p:spPr>
          <a:xfrm>
            <a:off x="649224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Invisible until the next initiative stalls</a:t>
            </a:r>
          </a:p>
        </p:txBody>
      </p:sp>
      <p:sp>
        <p:nvSpPr>
          <p:cNvPr id="14" name="TextBox 13"/>
          <p:cNvSpPr txBox="1"/>
          <p:nvPr/>
        </p:nvSpPr>
        <p:spPr>
          <a:xfrm>
            <a:off x="649224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Untracked, unmeasured, unbudgeted</a:t>
            </a:r>
          </a:p>
        </p:txBody>
      </p:sp>
      <p:sp>
        <p:nvSpPr>
          <p:cNvPr id="15" name="TextBox 14"/>
          <p:cNvSpPr txBox="1"/>
          <p:nvPr/>
        </p:nvSpPr>
        <p:spPr>
          <a:xfrm>
            <a:off x="649224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organizational cynicism grows</a:t>
            </a:r>
          </a:p>
        </p:txBody>
      </p:sp>
      <p:sp>
        <p:nvSpPr>
          <p:cNvPr id="16" name="TextBox 15"/>
          <p:cNvSpPr txBox="1"/>
          <p:nvPr/>
        </p:nvSpPr>
        <p:spPr>
          <a:xfrm>
            <a:off x="649224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rebuild trust, realign incentives, invest in people</a:t>
            </a:r>
          </a:p>
        </p:txBody>
      </p:sp>
      <p:sp>
        <p:nvSpPr>
          <p:cNvPr id="17" name="Rectangle 16"/>
          <p:cNvSpPr/>
          <p:nvPr/>
        </p:nvSpPr>
        <p:spPr>
          <a:xfrm>
            <a:off x="548640" y="5085397"/>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Wallace Sans Light" pitchFamily="2" charset="0"/>
              </a:rPr>
              <a:t>Cultural debt accrues every time an organization deploys technology without investing in the humans who must adopt it</a:t>
            </a:r>
            <a:endParaRPr dirty="0"/>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Cultural </a:t>
            </a:r>
            <a:r>
              <a:rPr lang="en-US" dirty="0">
                <a:latin typeface="Wallace Sans Light" pitchFamily="2" charset="0"/>
              </a:rPr>
              <a:t>Debt </a:t>
            </a:r>
            <a:r>
              <a:rPr dirty="0">
                <a:latin typeface="Wallace Sans Light" pitchFamily="2" charset="0"/>
              </a:rPr>
              <a:t>Patterns </a:t>
            </a:r>
            <a:r>
              <a:rPr lang="en-US" dirty="0">
                <a:latin typeface="Wallace Sans Light" pitchFamily="2" charset="0"/>
              </a:rPr>
              <a:t>&amp; their Implications</a:t>
            </a:r>
            <a:endParaRPr dirty="0">
              <a:latin typeface="Wallace Sans Light" pitchFamily="2"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03988812"/>
              </p:ext>
            </p:extLst>
          </p:nvPr>
        </p:nvGraphicFramePr>
        <p:xfrm>
          <a:off x="548640" y="1322592"/>
          <a:ext cx="10972800" cy="3921762"/>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53627">
                <a:tc>
                  <a:txBody>
                    <a:bodyPr/>
                    <a:lstStyle/>
                    <a:p>
                      <a:pPr>
                        <a:spcAft>
                          <a:spcPts val="200"/>
                        </a:spcAft>
                        <a:defRPr sz="1200" b="1">
                          <a:solidFill>
                            <a:srgbClr val="000050"/>
                          </a:solidFill>
                          <a:latin typeface="Helvetica Neue"/>
                        </a:defRPr>
                      </a:pPr>
                      <a:r>
                        <a:rPr sz="1400" b="1" i="0" dirty="0">
                          <a:latin typeface="Wallace Sans Light" pitchFamily="2" charset="0"/>
                        </a:rPr>
                        <a:t>Pattern</a:t>
                      </a:r>
                    </a:p>
                  </a:txBody>
                  <a:tcPr>
                    <a:solidFill>
                      <a:srgbClr val="DDDDF8"/>
                    </a:solidFill>
                  </a:tcPr>
                </a:tc>
                <a:tc>
                  <a:txBody>
                    <a:bodyPr/>
                    <a:lstStyle/>
                    <a:p>
                      <a:pPr>
                        <a:spcAft>
                          <a:spcPts val="200"/>
                        </a:spcAft>
                        <a:defRPr sz="1200" b="1">
                          <a:solidFill>
                            <a:srgbClr val="000050"/>
                          </a:solidFill>
                          <a:latin typeface="Helvetica Neue"/>
                        </a:defRPr>
                      </a:pPr>
                      <a:r>
                        <a:rPr sz="1400" b="1" i="0" dirty="0">
                          <a:latin typeface="Wallace Sans Light" pitchFamily="2" charset="0"/>
                        </a:rPr>
                        <a:t>What It Looks Like</a:t>
                      </a:r>
                    </a:p>
                  </a:txBody>
                  <a:tcPr>
                    <a:solidFill>
                      <a:srgbClr val="DDDDF8"/>
                    </a:solidFill>
                  </a:tcPr>
                </a:tc>
                <a:tc>
                  <a:txBody>
                    <a:bodyPr/>
                    <a:lstStyle/>
                    <a:p>
                      <a:pPr>
                        <a:spcAft>
                          <a:spcPts val="200"/>
                        </a:spcAft>
                        <a:defRPr sz="1200" b="1">
                          <a:solidFill>
                            <a:srgbClr val="000050"/>
                          </a:solidFill>
                          <a:latin typeface="Helvetica Neue"/>
                        </a:defRPr>
                      </a:pPr>
                      <a:r>
                        <a:rPr sz="1400" b="1" i="0" dirty="0">
                          <a:latin typeface="Wallace Sans Light" pitchFamily="2" charset="0"/>
                        </a:rPr>
                        <a:t>What It Costs</a:t>
                      </a:r>
                    </a:p>
                  </a:txBody>
                  <a:tcPr>
                    <a:solidFill>
                      <a:srgbClr val="DDDDF8"/>
                    </a:solidFill>
                  </a:tcPr>
                </a:tc>
                <a:extLst>
                  <a:ext uri="{0D108BD9-81ED-4DB2-BD59-A6C34878D82A}">
                    <a16:rowId xmlns:a16="http://schemas.microsoft.com/office/drawing/2014/main" val="10000"/>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Permission Culture</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Teams wait for approval before experimenting</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Innovation dies in committee; competitors move faster</a:t>
                      </a:r>
                    </a:p>
                  </a:txBody>
                  <a:tcPr>
                    <a:noFill/>
                  </a:tcPr>
                </a:tc>
                <a:extLst>
                  <a:ext uri="{0D108BD9-81ED-4DB2-BD59-A6C34878D82A}">
                    <a16:rowId xmlns:a16="http://schemas.microsoft.com/office/drawing/2014/main" val="10001"/>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Metric Misalignment</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AI success measured by deployment, not adoption</a:t>
                      </a:r>
                      <a:r>
                        <a:rPr lang="en-US" sz="1400" b="0" i="0" dirty="0">
                          <a:latin typeface="Wallace Sans Light" pitchFamily="2" charset="0"/>
                        </a:rPr>
                        <a:t>, value</a:t>
                      </a:r>
                      <a:endParaRPr sz="1400" b="0" i="0" dirty="0">
                        <a:latin typeface="Wallace Sans Light" pitchFamily="2" charset="0"/>
                      </a:endParaRP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Teams ship models no one uses; declare victory anyway</a:t>
                      </a:r>
                    </a:p>
                  </a:txBody>
                  <a:tcPr>
                    <a:noFill/>
                  </a:tcPr>
                </a:tc>
                <a:extLst>
                  <a:ext uri="{0D108BD9-81ED-4DB2-BD59-A6C34878D82A}">
                    <a16:rowId xmlns:a16="http://schemas.microsoft.com/office/drawing/2014/main" val="10002"/>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Invisible Middle</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Middle management neither sponsors nor blocks</a:t>
                      </a:r>
                      <a:r>
                        <a:rPr lang="en-US" sz="1400" b="0" i="0" dirty="0">
                          <a:latin typeface="Wallace Sans Light" pitchFamily="2" charset="0"/>
                        </a:rPr>
                        <a:t>;</a:t>
                      </a:r>
                      <a:r>
                        <a:rPr sz="1400" b="0" i="0" dirty="0">
                          <a:latin typeface="Wallace Sans Light" pitchFamily="2" charset="0"/>
                        </a:rPr>
                        <a:t> they wait</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Initiatives lose momentum in the layer that controls execution</a:t>
                      </a:r>
                    </a:p>
                  </a:txBody>
                  <a:tcPr>
                    <a:noFill/>
                  </a:tcPr>
                </a:tc>
                <a:extLst>
                  <a:ext uri="{0D108BD9-81ED-4DB2-BD59-A6C34878D82A}">
                    <a16:rowId xmlns:a16="http://schemas.microsoft.com/office/drawing/2014/main" val="10003"/>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Skills Theater</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Training programs check boxes but don’t build capability</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Teams attend workshops, return to old workflows Monday morning</a:t>
                      </a:r>
                    </a:p>
                  </a:txBody>
                  <a:tcPr>
                    <a:noFill/>
                  </a:tcPr>
                </a:tc>
                <a:extLst>
                  <a:ext uri="{0D108BD9-81ED-4DB2-BD59-A6C34878D82A}">
                    <a16:rowId xmlns:a16="http://schemas.microsoft.com/office/drawing/2014/main" val="10004"/>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Trust Deficit</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“AI will replace us” narrative goes unaddressed</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Best talent disengages or leaves; adoption becomes coercion</a:t>
                      </a:r>
                    </a:p>
                  </a:txBody>
                  <a:tcPr>
                    <a:no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629920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6</a:t>
            </a:r>
          </a:p>
        </p:txBody>
      </p:sp>
      <p:sp>
        <p:nvSpPr>
          <p:cNvPr id="8" name="Rectangle 7">
            <a:extLst>
              <a:ext uri="{FF2B5EF4-FFF2-40B4-BE49-F238E27FC236}">
                <a16:creationId xmlns:a16="http://schemas.microsoft.com/office/drawing/2014/main" id="{45CBC60C-28B1-538E-69E3-F1FB4A2D1B42}"/>
              </a:ext>
            </a:extLst>
          </p:cNvPr>
          <p:cNvSpPr/>
          <p:nvPr/>
        </p:nvSpPr>
        <p:spPr>
          <a:xfrm>
            <a:off x="548640" y="5120640"/>
            <a:ext cx="10972800" cy="1188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E009815-B448-6612-327F-C96D3D279400}"/>
              </a:ext>
            </a:extLst>
          </p:cNvPr>
          <p:cNvSpPr txBox="1"/>
          <p:nvPr/>
        </p:nvSpPr>
        <p:spPr>
          <a:xfrm>
            <a:off x="914400" y="5212080"/>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1:</a:t>
            </a:r>
          </a:p>
        </p:txBody>
      </p:sp>
      <p:sp>
        <p:nvSpPr>
          <p:cNvPr id="10" name="TextBox 9">
            <a:extLst>
              <a:ext uri="{FF2B5EF4-FFF2-40B4-BE49-F238E27FC236}">
                <a16:creationId xmlns:a16="http://schemas.microsoft.com/office/drawing/2014/main" id="{C9973553-233C-908A-ECBB-EE94258BA341}"/>
              </a:ext>
            </a:extLst>
          </p:cNvPr>
          <p:cNvSpPr txBox="1"/>
          <p:nvPr/>
        </p:nvSpPr>
        <p:spPr>
          <a:xfrm>
            <a:off x="2286000" y="5244354"/>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Healthy skepticism — “Let’s see if this works”</a:t>
            </a:r>
          </a:p>
        </p:txBody>
      </p:sp>
      <p:sp>
        <p:nvSpPr>
          <p:cNvPr id="11" name="TextBox 10">
            <a:extLst>
              <a:ext uri="{FF2B5EF4-FFF2-40B4-BE49-F238E27FC236}">
                <a16:creationId xmlns:a16="http://schemas.microsoft.com/office/drawing/2014/main" id="{791D1557-CDA5-51E1-90EB-04E9F23404D6}"/>
              </a:ext>
            </a:extLst>
          </p:cNvPr>
          <p:cNvSpPr txBox="1"/>
          <p:nvPr/>
        </p:nvSpPr>
        <p:spPr>
          <a:xfrm>
            <a:off x="914400" y="5468112"/>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2:</a:t>
            </a:r>
          </a:p>
        </p:txBody>
      </p:sp>
      <p:sp>
        <p:nvSpPr>
          <p:cNvPr id="12" name="TextBox 11">
            <a:extLst>
              <a:ext uri="{FF2B5EF4-FFF2-40B4-BE49-F238E27FC236}">
                <a16:creationId xmlns:a16="http://schemas.microsoft.com/office/drawing/2014/main" id="{0C569D95-C474-274E-BD0A-22BEBB1AF0B6}"/>
              </a:ext>
            </a:extLst>
          </p:cNvPr>
          <p:cNvSpPr txBox="1"/>
          <p:nvPr/>
        </p:nvSpPr>
        <p:spPr>
          <a:xfrm>
            <a:off x="2286000" y="5468112"/>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Active resistance — “We tried this before”</a:t>
            </a:r>
          </a:p>
        </p:txBody>
      </p:sp>
      <p:sp>
        <p:nvSpPr>
          <p:cNvPr id="13" name="TextBox 12">
            <a:extLst>
              <a:ext uri="{FF2B5EF4-FFF2-40B4-BE49-F238E27FC236}">
                <a16:creationId xmlns:a16="http://schemas.microsoft.com/office/drawing/2014/main" id="{856D7A0F-0B98-67F3-2BF2-D7A420EBEF33}"/>
              </a:ext>
            </a:extLst>
          </p:cNvPr>
          <p:cNvSpPr txBox="1"/>
          <p:nvPr/>
        </p:nvSpPr>
        <p:spPr>
          <a:xfrm>
            <a:off x="914400" y="5724144"/>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3:</a:t>
            </a:r>
          </a:p>
        </p:txBody>
      </p:sp>
      <p:sp>
        <p:nvSpPr>
          <p:cNvPr id="14" name="TextBox 13">
            <a:extLst>
              <a:ext uri="{FF2B5EF4-FFF2-40B4-BE49-F238E27FC236}">
                <a16:creationId xmlns:a16="http://schemas.microsoft.com/office/drawing/2014/main" id="{7BF01A85-4F5B-EF23-8518-FBAE4F566706}"/>
              </a:ext>
            </a:extLst>
          </p:cNvPr>
          <p:cNvSpPr txBox="1"/>
          <p:nvPr/>
        </p:nvSpPr>
        <p:spPr>
          <a:xfrm>
            <a:off x="2286000" y="5724144"/>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Organizational antibodies — “AI doesn’t work here”</a:t>
            </a:r>
          </a:p>
        </p:txBody>
      </p:sp>
      <p:sp>
        <p:nvSpPr>
          <p:cNvPr id="15" name="TextBox 14">
            <a:extLst>
              <a:ext uri="{FF2B5EF4-FFF2-40B4-BE49-F238E27FC236}">
                <a16:creationId xmlns:a16="http://schemas.microsoft.com/office/drawing/2014/main" id="{09D9E1B8-523B-E091-52DE-E0CB514D93B3}"/>
              </a:ext>
            </a:extLst>
          </p:cNvPr>
          <p:cNvSpPr txBox="1"/>
          <p:nvPr/>
        </p:nvSpPr>
        <p:spPr>
          <a:xfrm>
            <a:off x="914400" y="5980176"/>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4:</a:t>
            </a:r>
          </a:p>
        </p:txBody>
      </p:sp>
      <p:sp>
        <p:nvSpPr>
          <p:cNvPr id="16" name="TextBox 15">
            <a:extLst>
              <a:ext uri="{FF2B5EF4-FFF2-40B4-BE49-F238E27FC236}">
                <a16:creationId xmlns:a16="http://schemas.microsoft.com/office/drawing/2014/main" id="{FC067FF7-D7BB-BA90-7D4B-4B9416720142}"/>
              </a:ext>
            </a:extLst>
          </p:cNvPr>
          <p:cNvSpPr txBox="1"/>
          <p:nvPr/>
        </p:nvSpPr>
        <p:spPr>
          <a:xfrm>
            <a:off x="2286000" y="5980176"/>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Structural inability — the best people have stopped engaging</a:t>
            </a:r>
          </a:p>
        </p:txBody>
      </p:sp>
      <p:sp>
        <p:nvSpPr>
          <p:cNvPr id="17" name="TextBox 16">
            <a:extLst>
              <a:ext uri="{FF2B5EF4-FFF2-40B4-BE49-F238E27FC236}">
                <a16:creationId xmlns:a16="http://schemas.microsoft.com/office/drawing/2014/main" id="{FEB505C5-D3E4-7283-92F5-3079DF499EBB}"/>
              </a:ext>
            </a:extLst>
          </p:cNvPr>
          <p:cNvSpPr txBox="1"/>
          <p:nvPr/>
        </p:nvSpPr>
        <p:spPr>
          <a:xfrm>
            <a:off x="8971280" y="612590"/>
            <a:ext cx="3027680" cy="584775"/>
          </a:xfrm>
          <a:prstGeom prst="rect">
            <a:avLst/>
          </a:prstGeom>
          <a:noFill/>
        </p:spPr>
        <p:txBody>
          <a:bodyPr wrap="square">
            <a:spAutoFit/>
          </a:bodyPr>
          <a:lstStyle/>
          <a:p>
            <a:pPr algn="ctr">
              <a:defRPr sz="1400" b="1" i="0">
                <a:solidFill>
                  <a:srgbClr val="000050"/>
                </a:solidFill>
                <a:latin typeface="Helvetica Neue"/>
              </a:defRPr>
            </a:pPr>
            <a:r>
              <a:rPr sz="1600" i="1" dirty="0">
                <a:latin typeface="Wallace Sans Light" pitchFamily="2" charset="0"/>
              </a:rPr>
              <a:t>If even two of these patterns are present, the initiative is at risk.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Organizations That Break the Cycle Invest in Culture Before Code</a:t>
            </a:r>
          </a:p>
        </p:txBody>
      </p:sp>
      <p:graphicFrame>
        <p:nvGraphicFramePr>
          <p:cNvPr id="3" name="Table 2"/>
          <p:cNvGraphicFramePr>
            <a:graphicFrameLocks noGrp="1"/>
          </p:cNvGraphicFramePr>
          <p:nvPr>
            <p:extLst>
              <p:ext uri="{D42A27DB-BD31-4B8C-83A1-F6EECF244321}">
                <p14:modId xmlns:p14="http://schemas.microsoft.com/office/powerpoint/2010/main" val="2114466892"/>
              </p:ext>
            </p:extLst>
          </p:nvPr>
        </p:nvGraphicFramePr>
        <p:xfrm>
          <a:off x="548640" y="1097280"/>
          <a:ext cx="10972800" cy="34747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pPr>
                        <a:spcAft>
                          <a:spcPts val="200"/>
                        </a:spcAft>
                        <a:defRPr sz="1100" b="1">
                          <a:solidFill>
                            <a:srgbClr val="000050"/>
                          </a:solidFill>
                          <a:latin typeface="Helvetica Neue"/>
                        </a:defRPr>
                      </a:pPr>
                      <a:r>
                        <a:rPr sz="2000" b="1" i="0" dirty="0">
                          <a:latin typeface="Wallace Sans Light" pitchFamily="2" charset="0"/>
                        </a:rPr>
                        <a:t>What They Do</a:t>
                      </a:r>
                    </a:p>
                  </a:txBody>
                  <a:tcPr>
                    <a:solidFill>
                      <a:srgbClr val="DDDDF8"/>
                    </a:solidFill>
                  </a:tcPr>
                </a:tc>
                <a:tc>
                  <a:txBody>
                    <a:bodyPr/>
                    <a:lstStyle/>
                    <a:p>
                      <a:pPr>
                        <a:spcAft>
                          <a:spcPts val="200"/>
                        </a:spcAft>
                        <a:defRPr sz="1100" b="1">
                          <a:solidFill>
                            <a:srgbClr val="000050"/>
                          </a:solidFill>
                          <a:latin typeface="Helvetica Neue"/>
                        </a:defRPr>
                      </a:pPr>
                      <a:r>
                        <a:rPr sz="2000" b="1" i="0" dirty="0">
                          <a:latin typeface="Wallace Sans Light" pitchFamily="2" charset="0"/>
                        </a:rPr>
                        <a:t>Why It Works</a:t>
                      </a:r>
                    </a:p>
                  </a:txBody>
                  <a:tcPr>
                    <a:solidFill>
                      <a:srgbClr val="DDDDF8"/>
                    </a:solidFill>
                  </a:tcPr>
                </a:tc>
                <a:tc>
                  <a:txBody>
                    <a:bodyPr/>
                    <a:lstStyle/>
                    <a:p>
                      <a:pPr>
                        <a:spcAft>
                          <a:spcPts val="200"/>
                        </a:spcAft>
                        <a:defRPr sz="1100" b="1">
                          <a:solidFill>
                            <a:srgbClr val="000050"/>
                          </a:solidFill>
                          <a:latin typeface="Helvetica Neue"/>
                        </a:defRPr>
                      </a:pPr>
                      <a:r>
                        <a:rPr sz="2000" b="1" i="0" dirty="0">
                          <a:latin typeface="Wallace Sans Light" pitchFamily="2" charset="0"/>
                        </a:rPr>
                        <a:t>Evidence</a:t>
                      </a:r>
                    </a:p>
                  </a:txBody>
                  <a:tcPr>
                    <a:solidFill>
                      <a:srgbClr val="DDDDF8"/>
                    </a:solidFill>
                  </a:tcPr>
                </a:tc>
                <a:extLst>
                  <a:ext uri="{0D108BD9-81ED-4DB2-BD59-A6C34878D82A}">
                    <a16:rowId xmlns:a16="http://schemas.microsoft.com/office/drawing/2014/main" val="10000"/>
                  </a:ext>
                </a:extLst>
              </a:tr>
              <a:tr h="868680">
                <a:tc>
                  <a:txBody>
                    <a:bodyPr/>
                    <a:lstStyle/>
                    <a:p>
                      <a:pPr>
                        <a:spcAft>
                          <a:spcPts val="200"/>
                        </a:spcAft>
                        <a:defRPr sz="1100">
                          <a:solidFill>
                            <a:srgbClr val="1A1A1A"/>
                          </a:solidFill>
                          <a:latin typeface="Helvetica Neue"/>
                        </a:defRPr>
                      </a:pPr>
                      <a:r>
                        <a:rPr sz="1400" b="0" i="0" dirty="0">
                          <a:latin typeface="Wallace Sans Light" pitchFamily="2" charset="0"/>
                        </a:rPr>
                        <a:t>Psychological safety first</a:t>
                      </a:r>
                      <a:r>
                        <a:rPr lang="en-US" sz="1400" b="0" i="0" dirty="0">
                          <a:latin typeface="Wallace Sans Light" pitchFamily="2" charset="0"/>
                        </a:rPr>
                        <a:t>;</a:t>
                      </a:r>
                      <a:endParaRPr sz="1400" b="0" i="0" dirty="0">
                        <a:latin typeface="Wallace Sans Light" pitchFamily="2" charset="0"/>
                      </a:endParaRPr>
                    </a:p>
                    <a:p>
                      <a:pPr>
                        <a:spcAft>
                          <a:spcPts val="200"/>
                        </a:spcAft>
                        <a:defRPr sz="1100">
                          <a:solidFill>
                            <a:srgbClr val="1A1A1A"/>
                          </a:solidFill>
                          <a:latin typeface="Helvetica Neue"/>
                        </a:defRPr>
                      </a:pPr>
                      <a:r>
                        <a:rPr sz="1400" b="0" i="0" dirty="0">
                          <a:latin typeface="Wallace Sans Light" pitchFamily="2" charset="0"/>
                        </a:rPr>
                        <a:t>create space for experimentation</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People adopt what they help build; fear</a:t>
                      </a:r>
                    </a:p>
                    <a:p>
                      <a:pPr>
                        <a:spcAft>
                          <a:spcPts val="200"/>
                        </a:spcAft>
                        <a:defRPr sz="1100">
                          <a:solidFill>
                            <a:srgbClr val="1A1A1A"/>
                          </a:solidFill>
                          <a:latin typeface="Helvetica Neue"/>
                        </a:defRPr>
                      </a:pPr>
                      <a:r>
                        <a:rPr sz="1400" b="0" i="0" dirty="0">
                          <a:latin typeface="Wallace Sans Light" pitchFamily="2" charset="0"/>
                        </a:rPr>
                        <a:t>of failure kills adoption faster than bad tech</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Google Project Aristotle: psychological</a:t>
                      </a:r>
                    </a:p>
                    <a:p>
                      <a:pPr>
                        <a:spcAft>
                          <a:spcPts val="200"/>
                        </a:spcAft>
                        <a:defRPr sz="1100">
                          <a:solidFill>
                            <a:srgbClr val="1A1A1A"/>
                          </a:solidFill>
                          <a:latin typeface="Helvetica Neue"/>
                        </a:defRPr>
                      </a:pPr>
                      <a:r>
                        <a:rPr sz="1400" b="0" i="0" dirty="0">
                          <a:latin typeface="Wallace Sans Light" pitchFamily="2" charset="0"/>
                        </a:rPr>
                        <a:t>safety is #1 predictor of team effectiveness</a:t>
                      </a:r>
                    </a:p>
                  </a:txBody>
                  <a:tcPr>
                    <a:noFill/>
                  </a:tcPr>
                </a:tc>
                <a:extLst>
                  <a:ext uri="{0D108BD9-81ED-4DB2-BD59-A6C34878D82A}">
                    <a16:rowId xmlns:a16="http://schemas.microsoft.com/office/drawing/2014/main" val="10001"/>
                  </a:ext>
                </a:extLst>
              </a:tr>
              <a:tr h="868680">
                <a:tc>
                  <a:txBody>
                    <a:bodyPr/>
                    <a:lstStyle/>
                    <a:p>
                      <a:pPr>
                        <a:spcAft>
                          <a:spcPts val="200"/>
                        </a:spcAft>
                        <a:defRPr sz="1100">
                          <a:solidFill>
                            <a:srgbClr val="1A1A1A"/>
                          </a:solidFill>
                          <a:latin typeface="Helvetica Neue"/>
                        </a:defRPr>
                      </a:pPr>
                      <a:r>
                        <a:rPr sz="1400" b="0" i="0" dirty="0">
                          <a:latin typeface="Wallace Sans Light" pitchFamily="2" charset="0"/>
                        </a:rPr>
                        <a:t>Aligned incentives</a:t>
                      </a:r>
                      <a:r>
                        <a:rPr lang="en-US" sz="1400" b="0" i="0" dirty="0">
                          <a:latin typeface="Wallace Sans Light" pitchFamily="2" charset="0"/>
                        </a:rPr>
                        <a:t>, </a:t>
                      </a:r>
                      <a:r>
                        <a:rPr sz="1400" b="0" i="0" dirty="0">
                          <a:latin typeface="Wallace Sans Light" pitchFamily="2" charset="0"/>
                        </a:rPr>
                        <a:t> measure</a:t>
                      </a:r>
                    </a:p>
                    <a:p>
                      <a:pPr>
                        <a:spcAft>
                          <a:spcPts val="200"/>
                        </a:spcAft>
                        <a:defRPr sz="1100">
                          <a:solidFill>
                            <a:srgbClr val="1A1A1A"/>
                          </a:solidFill>
                          <a:latin typeface="Helvetica Neue"/>
                        </a:defRPr>
                      </a:pPr>
                      <a:r>
                        <a:rPr sz="1400" b="0" i="0" dirty="0">
                          <a:latin typeface="Wallace Sans Light" pitchFamily="2" charset="0"/>
                        </a:rPr>
                        <a:t>adoption and impact, not deployment</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What gets measured gets done; if the metric</a:t>
                      </a:r>
                    </a:p>
                    <a:p>
                      <a:pPr>
                        <a:spcAft>
                          <a:spcPts val="200"/>
                        </a:spcAft>
                        <a:defRPr sz="1100">
                          <a:solidFill>
                            <a:srgbClr val="1A1A1A"/>
                          </a:solidFill>
                          <a:latin typeface="Helvetica Neue"/>
                        </a:defRPr>
                      </a:pPr>
                      <a:r>
                        <a:rPr sz="1400" b="0" i="0" dirty="0">
                          <a:latin typeface="Wallace Sans Light" pitchFamily="2" charset="0"/>
                        </a:rPr>
                        <a:t>is “model deployed” nobody owns adoption</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Microsoft AI transformation: shifted KPIs</a:t>
                      </a:r>
                    </a:p>
                    <a:p>
                      <a:pPr>
                        <a:spcAft>
                          <a:spcPts val="200"/>
                        </a:spcAft>
                        <a:defRPr sz="1100">
                          <a:solidFill>
                            <a:srgbClr val="1A1A1A"/>
                          </a:solidFill>
                          <a:latin typeface="Helvetica Neue"/>
                        </a:defRPr>
                      </a:pPr>
                      <a:r>
                        <a:rPr sz="1400" b="0" i="0" dirty="0">
                          <a:latin typeface="Wallace Sans Light" pitchFamily="2" charset="0"/>
                        </a:rPr>
                        <a:t>from deployment to outcome</a:t>
                      </a:r>
                      <a:r>
                        <a:rPr lang="en-US" sz="1400" b="0" i="0" dirty="0">
                          <a:latin typeface="Wallace Sans Light" pitchFamily="2" charset="0"/>
                        </a:rPr>
                        <a:t>, </a:t>
                      </a:r>
                      <a:r>
                        <a:rPr sz="1400" b="0" i="0" dirty="0">
                          <a:latin typeface="Wallace Sans Light" pitchFamily="2" charset="0"/>
                        </a:rPr>
                        <a:t> adoption +40%</a:t>
                      </a:r>
                    </a:p>
                  </a:txBody>
                  <a:tcPr>
                    <a:noFill/>
                  </a:tcPr>
                </a:tc>
                <a:extLst>
                  <a:ext uri="{0D108BD9-81ED-4DB2-BD59-A6C34878D82A}">
                    <a16:rowId xmlns:a16="http://schemas.microsoft.com/office/drawing/2014/main" val="10002"/>
                  </a:ext>
                </a:extLst>
              </a:tr>
              <a:tr h="868680">
                <a:tc>
                  <a:txBody>
                    <a:bodyPr/>
                    <a:lstStyle/>
                    <a:p>
                      <a:pPr>
                        <a:spcAft>
                          <a:spcPts val="200"/>
                        </a:spcAft>
                        <a:defRPr sz="1100">
                          <a:solidFill>
                            <a:srgbClr val="1A1A1A"/>
                          </a:solidFill>
                          <a:latin typeface="Helvetica Neue"/>
                        </a:defRPr>
                      </a:pPr>
                      <a:r>
                        <a:rPr sz="1400" b="0" i="0" dirty="0">
                          <a:latin typeface="Wallace Sans Light" pitchFamily="2" charset="0"/>
                        </a:rPr>
                        <a:t>Visible leadership commitment</a:t>
                      </a:r>
                      <a:r>
                        <a:rPr lang="en-US" sz="1400" b="0" i="0" dirty="0">
                          <a:latin typeface="Wallace Sans Light" pitchFamily="2" charset="0"/>
                        </a:rPr>
                        <a:t>, </a:t>
                      </a:r>
                      <a:endParaRPr sz="1400" b="0" i="0" dirty="0">
                        <a:latin typeface="Wallace Sans Light" pitchFamily="2" charset="0"/>
                      </a:endParaRPr>
                    </a:p>
                    <a:p>
                      <a:pPr>
                        <a:spcAft>
                          <a:spcPts val="200"/>
                        </a:spcAft>
                        <a:defRPr sz="1100">
                          <a:solidFill>
                            <a:srgbClr val="1A1A1A"/>
                          </a:solidFill>
                          <a:latin typeface="Helvetica Neue"/>
                        </a:defRPr>
                      </a:pPr>
                      <a:r>
                        <a:rPr sz="1400" b="0" i="0" dirty="0">
                          <a:latin typeface="Wallace Sans Light" pitchFamily="2" charset="0"/>
                        </a:rPr>
                        <a:t>leaders use the tools publicly</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Permission flows downward; if the VP doesn’t</a:t>
                      </a:r>
                    </a:p>
                    <a:p>
                      <a:pPr>
                        <a:spcAft>
                          <a:spcPts val="200"/>
                        </a:spcAft>
                        <a:defRPr sz="1100">
                          <a:solidFill>
                            <a:srgbClr val="1A1A1A"/>
                          </a:solidFill>
                          <a:latin typeface="Helvetica Neue"/>
                        </a:defRPr>
                      </a:pPr>
                      <a:r>
                        <a:rPr sz="1400" b="0" i="0" dirty="0">
                          <a:latin typeface="Wallace Sans Light" pitchFamily="2" charset="0"/>
                        </a:rPr>
                        <a:t>use it, the team won’t either</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MIT CISR: executive engagement is the</a:t>
                      </a:r>
                    </a:p>
                    <a:p>
                      <a:pPr>
                        <a:spcAft>
                          <a:spcPts val="200"/>
                        </a:spcAft>
                        <a:defRPr sz="1100">
                          <a:solidFill>
                            <a:srgbClr val="1A1A1A"/>
                          </a:solidFill>
                          <a:latin typeface="Helvetica Neue"/>
                        </a:defRPr>
                      </a:pPr>
                      <a:r>
                        <a:rPr sz="1400" b="0" i="0" dirty="0">
                          <a:latin typeface="Wallace Sans Light" pitchFamily="2" charset="0"/>
                        </a:rPr>
                        <a:t>strongest predictor of transformation success</a:t>
                      </a:r>
                    </a:p>
                  </a:txBody>
                  <a:tcPr>
                    <a:noFill/>
                  </a:tcPr>
                </a:tc>
                <a:extLst>
                  <a:ext uri="{0D108BD9-81ED-4DB2-BD59-A6C34878D82A}">
                    <a16:rowId xmlns:a16="http://schemas.microsoft.com/office/drawing/2014/main" val="10003"/>
                  </a:ext>
                </a:extLst>
              </a:tr>
            </a:tbl>
          </a:graphicData>
        </a:graphic>
      </p:graphicFrame>
      <p:sp>
        <p:nvSpPr>
          <p:cNvPr id="4" name="Rectangle 3"/>
          <p:cNvSpPr/>
          <p:nvPr/>
        </p:nvSpPr>
        <p:spPr>
          <a:xfrm>
            <a:off x="548640" y="4846320"/>
            <a:ext cx="10972800" cy="109728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937760"/>
            <a:ext cx="10058400" cy="292388"/>
          </a:xfrm>
          <a:prstGeom prst="rect">
            <a:avLst/>
          </a:prstGeom>
          <a:noFill/>
        </p:spPr>
        <p:txBody>
          <a:bodyPr wrap="square">
            <a:spAutoFit/>
          </a:bodyPr>
          <a:lstStyle/>
          <a:p>
            <a:pPr algn="l">
              <a:defRPr sz="1300" b="0" i="0">
                <a:solidFill>
                  <a:srgbClr val="9999CC"/>
                </a:solidFill>
                <a:latin typeface="Helvetica Neue"/>
              </a:defRPr>
            </a:pPr>
            <a:r>
              <a:rPr dirty="0">
                <a:latin typeface="Wallace Sans Light" pitchFamily="2" charset="0"/>
              </a:rPr>
              <a:t>The common thread:</a:t>
            </a:r>
          </a:p>
        </p:txBody>
      </p:sp>
      <p:sp>
        <p:nvSpPr>
          <p:cNvPr id="6" name="TextBox 5"/>
          <p:cNvSpPr txBox="1"/>
          <p:nvPr/>
        </p:nvSpPr>
        <p:spPr>
          <a:xfrm>
            <a:off x="914400" y="530352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They treat culture as infrastructure </a:t>
            </a:r>
            <a:r>
              <a:rPr lang="en-US" dirty="0">
                <a:latin typeface="Wallace Sans Light" pitchFamily="2" charset="0"/>
              </a:rPr>
              <a:t>, </a:t>
            </a:r>
            <a:r>
              <a:rPr dirty="0">
                <a:latin typeface="Wallace Sans Light" pitchFamily="2" charset="0"/>
              </a:rPr>
              <a:t>something you build and maintain</a:t>
            </a:r>
            <a:r>
              <a:rPr lang="en-US" dirty="0">
                <a:latin typeface="Wallace Sans Light" pitchFamily="2" charset="0"/>
              </a:rPr>
              <a:t>, </a:t>
            </a:r>
            <a:r>
              <a:rPr dirty="0">
                <a:latin typeface="Wallace Sans Light" pitchFamily="2" charset="0"/>
              </a:rPr>
              <a:t>not as a side effect of technology deployment.</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5D259-D846-9FA8-8D19-04AA256583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693DBF-F6EB-2CC7-3AC9-4512A8BB29F4}"/>
              </a:ext>
            </a:extLst>
          </p:cNvPr>
          <p:cNvSpPr txBox="1"/>
          <p:nvPr/>
        </p:nvSpPr>
        <p:spPr>
          <a:xfrm>
            <a:off x="548640" y="274320"/>
            <a:ext cx="10972800" cy="461665"/>
          </a:xfrm>
          <a:prstGeom prst="rect">
            <a:avLst/>
          </a:prstGeom>
          <a:noFill/>
        </p:spPr>
        <p:txBody>
          <a:bodyPr wrap="square">
            <a:spAutoFit/>
          </a:bodyPr>
          <a:lstStyle/>
          <a:p>
            <a:pPr algn="l">
              <a:defRPr sz="2400" b="0" i="0">
                <a:solidFill>
                  <a:srgbClr val="000050"/>
                </a:solidFill>
                <a:latin typeface="Helvetica Neue"/>
              </a:defRPr>
            </a:pPr>
            <a:r>
              <a:rPr dirty="0">
                <a:latin typeface="Wallace Sans Light" pitchFamily="2" charset="0"/>
              </a:rPr>
              <a:t>The Shift Requires People, Process, and Technology</a:t>
            </a:r>
            <a:r>
              <a:rPr lang="en-US" dirty="0">
                <a:latin typeface="Wallace Sans Light" pitchFamily="2" charset="0"/>
              </a:rPr>
              <a:t> -&gt; </a:t>
            </a:r>
            <a:r>
              <a:rPr dirty="0">
                <a:latin typeface="Wallace Sans Light" pitchFamily="2" charset="0"/>
              </a:rPr>
              <a:t>In That Order</a:t>
            </a:r>
          </a:p>
        </p:txBody>
      </p:sp>
      <p:sp>
        <p:nvSpPr>
          <p:cNvPr id="3" name="TextBox 2">
            <a:extLst>
              <a:ext uri="{FF2B5EF4-FFF2-40B4-BE49-F238E27FC236}">
                <a16:creationId xmlns:a16="http://schemas.microsoft.com/office/drawing/2014/main" id="{2C821691-5D98-34D2-E824-05DA199CE39B}"/>
              </a:ext>
            </a:extLst>
          </p:cNvPr>
          <p:cNvSpPr txBox="1"/>
          <p:nvPr/>
        </p:nvSpPr>
        <p:spPr>
          <a:xfrm>
            <a:off x="548640" y="1330488"/>
            <a:ext cx="10972800" cy="338554"/>
          </a:xfrm>
          <a:prstGeom prst="rect">
            <a:avLst/>
          </a:prstGeom>
          <a:noFill/>
        </p:spPr>
        <p:txBody>
          <a:bodyPr wrap="square">
            <a:spAutoFit/>
          </a:bodyPr>
          <a:lstStyle/>
          <a:p>
            <a:pPr algn="ctr">
              <a:defRPr sz="1400" b="1" i="0">
                <a:solidFill>
                  <a:srgbClr val="3333AA"/>
                </a:solidFill>
                <a:latin typeface="Helvetica Neue"/>
              </a:defRPr>
            </a:pPr>
            <a:r>
              <a:rPr sz="1600" dirty="0">
                <a:latin typeface="Wallace Sans Light" pitchFamily="2" charset="0"/>
              </a:rPr>
              <a:t>Most organizations invest in reverse order. That sequence is the source of cultural debt.</a:t>
            </a:r>
          </a:p>
        </p:txBody>
      </p:sp>
      <p:sp>
        <p:nvSpPr>
          <p:cNvPr id="22" name="Rectangle 21">
            <a:extLst>
              <a:ext uri="{FF2B5EF4-FFF2-40B4-BE49-F238E27FC236}">
                <a16:creationId xmlns:a16="http://schemas.microsoft.com/office/drawing/2014/main" id="{15FE6B12-D55B-AC0E-FD64-E9FECDD211D0}"/>
              </a:ext>
            </a:extLst>
          </p:cNvPr>
          <p:cNvSpPr/>
          <p:nvPr/>
        </p:nvSpPr>
        <p:spPr>
          <a:xfrm>
            <a:off x="548640" y="5669280"/>
            <a:ext cx="10972800" cy="4572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647E8F2-FC38-20F6-5C38-D69E34F1D539}"/>
              </a:ext>
            </a:extLst>
          </p:cNvPr>
          <p:cNvSpPr txBox="1"/>
          <p:nvPr/>
        </p:nvSpPr>
        <p:spPr>
          <a:xfrm>
            <a:off x="914400" y="5715000"/>
            <a:ext cx="10058400" cy="292388"/>
          </a:xfrm>
          <a:prstGeom prst="rect">
            <a:avLst/>
          </a:prstGeom>
          <a:noFill/>
        </p:spPr>
        <p:txBody>
          <a:bodyPr wrap="square">
            <a:spAutoFit/>
          </a:bodyPr>
          <a:lstStyle/>
          <a:p>
            <a:pPr algn="ctr">
              <a:defRPr sz="1300" b="1" i="0">
                <a:solidFill>
                  <a:srgbClr val="FFFFFF"/>
                </a:solidFill>
                <a:latin typeface="Helvetica Neue"/>
              </a:defRPr>
            </a:pPr>
            <a:r>
              <a:rPr dirty="0">
                <a:latin typeface="Wallace Sans Light" pitchFamily="2" charset="0"/>
              </a:rPr>
              <a:t>Start with People </a:t>
            </a:r>
            <a:r>
              <a:rPr lang="en-US" dirty="0">
                <a:latin typeface="Wallace Sans Light" pitchFamily="2" charset="0"/>
              </a:rPr>
              <a:t>|</a:t>
            </a:r>
            <a:r>
              <a:rPr dirty="0">
                <a:latin typeface="Wallace Sans Light" pitchFamily="2" charset="0"/>
              </a:rPr>
              <a:t> Redesign Process around adoption |  Then select Technology</a:t>
            </a:r>
          </a:p>
        </p:txBody>
      </p:sp>
      <p:sp>
        <p:nvSpPr>
          <p:cNvPr id="24" name="TextBox 23">
            <a:extLst>
              <a:ext uri="{FF2B5EF4-FFF2-40B4-BE49-F238E27FC236}">
                <a16:creationId xmlns:a16="http://schemas.microsoft.com/office/drawing/2014/main" id="{96922801-3782-376E-4F0D-4FDF873E17B7}"/>
              </a:ext>
            </a:extLst>
          </p:cNvPr>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5" name="TextBox 24">
            <a:extLst>
              <a:ext uri="{FF2B5EF4-FFF2-40B4-BE49-F238E27FC236}">
                <a16:creationId xmlns:a16="http://schemas.microsoft.com/office/drawing/2014/main" id="{C20147D0-2ED4-0CBE-4DE4-88723588BED6}"/>
              </a:ext>
            </a:extLst>
          </p:cNvPr>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8</a:t>
            </a:r>
          </a:p>
        </p:txBody>
      </p:sp>
      <p:sp>
        <p:nvSpPr>
          <p:cNvPr id="26" name="Rectangle 25">
            <a:extLst>
              <a:ext uri="{FF2B5EF4-FFF2-40B4-BE49-F238E27FC236}">
                <a16:creationId xmlns:a16="http://schemas.microsoft.com/office/drawing/2014/main" id="{33285CFC-22B0-5BD2-587D-BADBF6B7290E}"/>
              </a:ext>
            </a:extLst>
          </p:cNvPr>
          <p:cNvSpPr/>
          <p:nvPr/>
        </p:nvSpPr>
        <p:spPr>
          <a:xfrm>
            <a:off x="548640" y="1788134"/>
            <a:ext cx="3474720" cy="3216235"/>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C0511C92-2412-745A-4E19-E8C51C5AA016}"/>
              </a:ext>
            </a:extLst>
          </p:cNvPr>
          <p:cNvSpPr txBox="1"/>
          <p:nvPr/>
        </p:nvSpPr>
        <p:spPr>
          <a:xfrm>
            <a:off x="731520" y="1879574"/>
            <a:ext cx="3108960" cy="365760"/>
          </a:xfrm>
          <a:prstGeom prst="rect">
            <a:avLst/>
          </a:prstGeom>
          <a:noFill/>
        </p:spPr>
        <p:txBody>
          <a:bodyPr wrap="square">
            <a:spAutoFit/>
          </a:bodyPr>
          <a:lstStyle/>
          <a:p>
            <a:pPr algn="ctr">
              <a:defRPr sz="1800" b="1" i="0">
                <a:solidFill>
                  <a:srgbClr val="000050"/>
                </a:solidFill>
                <a:latin typeface="Helvetica Neue"/>
              </a:defRPr>
            </a:pPr>
            <a:r>
              <a:rPr dirty="0">
                <a:latin typeface="+mj-lt"/>
              </a:rPr>
              <a:t>People</a:t>
            </a:r>
          </a:p>
        </p:txBody>
      </p:sp>
      <p:sp>
        <p:nvSpPr>
          <p:cNvPr id="28" name="TextBox 27">
            <a:extLst>
              <a:ext uri="{FF2B5EF4-FFF2-40B4-BE49-F238E27FC236}">
                <a16:creationId xmlns:a16="http://schemas.microsoft.com/office/drawing/2014/main" id="{4F9B47B2-12B8-E689-FAAB-D715187AFC0F}"/>
              </a:ext>
            </a:extLst>
          </p:cNvPr>
          <p:cNvSpPr txBox="1"/>
          <p:nvPr/>
        </p:nvSpPr>
        <p:spPr>
          <a:xfrm>
            <a:off x="731520" y="2382494"/>
            <a:ext cx="3108960" cy="276999"/>
          </a:xfrm>
          <a:prstGeom prst="rect">
            <a:avLst/>
          </a:prstGeom>
          <a:noFill/>
        </p:spPr>
        <p:txBody>
          <a:bodyPr wrap="square">
            <a:spAutoFit/>
          </a:bodyPr>
          <a:lstStyle/>
          <a:p>
            <a:pPr algn="l">
              <a:defRPr sz="1000" b="1" i="0">
                <a:solidFill>
                  <a:srgbClr val="000050"/>
                </a:solidFill>
                <a:latin typeface="Helvetica Neue"/>
              </a:defRPr>
            </a:pPr>
            <a:r>
              <a:rPr sz="1200" dirty="0">
                <a:latin typeface="+mj-lt"/>
              </a:rPr>
              <a:t>From: AI as threat → To: AI as multiplier</a:t>
            </a:r>
          </a:p>
        </p:txBody>
      </p:sp>
      <p:sp>
        <p:nvSpPr>
          <p:cNvPr id="29" name="TextBox 28">
            <a:extLst>
              <a:ext uri="{FF2B5EF4-FFF2-40B4-BE49-F238E27FC236}">
                <a16:creationId xmlns:a16="http://schemas.microsoft.com/office/drawing/2014/main" id="{464E7102-4287-8CCD-E892-4E72366AF8C6}"/>
              </a:ext>
            </a:extLst>
          </p:cNvPr>
          <p:cNvSpPr txBox="1"/>
          <p:nvPr/>
        </p:nvSpPr>
        <p:spPr>
          <a:xfrm>
            <a:off x="731520" y="2917741"/>
            <a:ext cx="3108960" cy="461665"/>
          </a:xfrm>
          <a:prstGeom prst="rect">
            <a:avLst/>
          </a:prstGeom>
          <a:noFill/>
        </p:spPr>
        <p:txBody>
          <a:bodyPr wrap="square">
            <a:spAutoFit/>
          </a:bodyPr>
          <a:lstStyle/>
          <a:p>
            <a:pPr algn="l">
              <a:defRPr sz="1000" b="0" i="0">
                <a:solidFill>
                  <a:srgbClr val="1A1A1A"/>
                </a:solidFill>
                <a:latin typeface="Helvetica Neue"/>
              </a:defRPr>
            </a:pPr>
            <a:r>
              <a:rPr dirty="0"/>
              <a:t>  </a:t>
            </a:r>
            <a:r>
              <a:rPr sz="1200" dirty="0">
                <a:latin typeface="+mj-lt"/>
              </a:rPr>
              <a:t>Invest in capability, not just training. Redefine roles around Human + AI.</a:t>
            </a:r>
            <a:endParaRPr dirty="0">
              <a:latin typeface="+mj-lt"/>
            </a:endParaRPr>
          </a:p>
        </p:txBody>
      </p:sp>
      <p:sp>
        <p:nvSpPr>
          <p:cNvPr id="30" name="TextBox 29">
            <a:extLst>
              <a:ext uri="{FF2B5EF4-FFF2-40B4-BE49-F238E27FC236}">
                <a16:creationId xmlns:a16="http://schemas.microsoft.com/office/drawing/2014/main" id="{0D5BFC7F-8B0B-3648-F12C-4B2AEF362914}"/>
              </a:ext>
            </a:extLst>
          </p:cNvPr>
          <p:cNvSpPr txBox="1"/>
          <p:nvPr/>
        </p:nvSpPr>
        <p:spPr>
          <a:xfrm>
            <a:off x="731520" y="3556065"/>
            <a:ext cx="3108960" cy="261610"/>
          </a:xfrm>
          <a:prstGeom prst="rect">
            <a:avLst/>
          </a:prstGeom>
          <a:noFill/>
        </p:spPr>
        <p:txBody>
          <a:bodyPr wrap="square">
            <a:spAutoFit/>
          </a:bodyPr>
          <a:lstStyle/>
          <a:p>
            <a:pPr algn="l">
              <a:defRPr sz="1000" b="1" i="0">
                <a:solidFill>
                  <a:srgbClr val="000050"/>
                </a:solidFill>
                <a:latin typeface="Helvetica Neue"/>
              </a:defRPr>
            </a:pPr>
            <a:r>
              <a:rPr sz="1100" dirty="0">
                <a:latin typeface="+mj-lt"/>
              </a:rPr>
              <a:t>From: Skills theater → To: Apprenticeship</a:t>
            </a:r>
          </a:p>
        </p:txBody>
      </p:sp>
      <p:sp>
        <p:nvSpPr>
          <p:cNvPr id="31" name="TextBox 30">
            <a:extLst>
              <a:ext uri="{FF2B5EF4-FFF2-40B4-BE49-F238E27FC236}">
                <a16:creationId xmlns:a16="http://schemas.microsoft.com/office/drawing/2014/main" id="{833F495D-301A-37D1-14A5-29721B4FC7FD}"/>
              </a:ext>
            </a:extLst>
          </p:cNvPr>
          <p:cNvSpPr txBox="1"/>
          <p:nvPr/>
        </p:nvSpPr>
        <p:spPr>
          <a:xfrm>
            <a:off x="731520" y="3914114"/>
            <a:ext cx="3108960" cy="461665"/>
          </a:xfrm>
          <a:prstGeom prst="rect">
            <a:avLst/>
          </a:prstGeom>
          <a:noFill/>
        </p:spPr>
        <p:txBody>
          <a:bodyPr wrap="square">
            <a:spAutoFit/>
          </a:bodyPr>
          <a:lstStyle/>
          <a:p>
            <a:pPr algn="l">
              <a:defRPr sz="1000" b="0" i="0">
                <a:solidFill>
                  <a:srgbClr val="1A1A1A"/>
                </a:solidFill>
                <a:latin typeface="Helvetica Neue"/>
              </a:defRPr>
            </a:pPr>
            <a:r>
              <a:rPr dirty="0"/>
              <a:t>  </a:t>
            </a:r>
            <a:r>
              <a:rPr sz="1200" dirty="0">
                <a:latin typeface="+mj-lt"/>
              </a:rPr>
              <a:t>Learn by doing, not by </a:t>
            </a:r>
            <a:r>
              <a:rPr lang="en-US" sz="1200" dirty="0">
                <a:latin typeface="+mj-lt"/>
              </a:rPr>
              <a:t>watching, reading </a:t>
            </a:r>
            <a:r>
              <a:rPr sz="1200" dirty="0">
                <a:latin typeface="+mj-lt"/>
              </a:rPr>
              <a:t>slide deck. Build internal multipliers.</a:t>
            </a:r>
            <a:endParaRPr dirty="0">
              <a:latin typeface="+mj-lt"/>
            </a:endParaRPr>
          </a:p>
        </p:txBody>
      </p:sp>
      <p:sp>
        <p:nvSpPr>
          <p:cNvPr id="32" name="Rectangle 31">
            <a:extLst>
              <a:ext uri="{FF2B5EF4-FFF2-40B4-BE49-F238E27FC236}">
                <a16:creationId xmlns:a16="http://schemas.microsoft.com/office/drawing/2014/main" id="{60F7D12A-9E5F-7849-F61A-6487D8361E5F}"/>
              </a:ext>
            </a:extLst>
          </p:cNvPr>
          <p:cNvSpPr/>
          <p:nvPr/>
        </p:nvSpPr>
        <p:spPr>
          <a:xfrm>
            <a:off x="4206240" y="1820882"/>
            <a:ext cx="3474720" cy="3216235"/>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BF725C18-29AA-B9E8-B9E5-213EEB1797BC}"/>
              </a:ext>
            </a:extLst>
          </p:cNvPr>
          <p:cNvSpPr txBox="1"/>
          <p:nvPr/>
        </p:nvSpPr>
        <p:spPr>
          <a:xfrm>
            <a:off x="4389120" y="1912322"/>
            <a:ext cx="3108960" cy="365760"/>
          </a:xfrm>
          <a:prstGeom prst="rect">
            <a:avLst/>
          </a:prstGeom>
          <a:noFill/>
        </p:spPr>
        <p:txBody>
          <a:bodyPr wrap="square">
            <a:spAutoFit/>
          </a:bodyPr>
          <a:lstStyle/>
          <a:p>
            <a:pPr algn="ctr">
              <a:defRPr sz="1800" b="1" i="0">
                <a:solidFill>
                  <a:srgbClr val="000050"/>
                </a:solidFill>
                <a:latin typeface="Helvetica Neue"/>
              </a:defRPr>
            </a:pPr>
            <a:r>
              <a:rPr dirty="0">
                <a:latin typeface="+mj-lt"/>
              </a:rPr>
              <a:t>Process</a:t>
            </a:r>
          </a:p>
        </p:txBody>
      </p:sp>
      <p:sp>
        <p:nvSpPr>
          <p:cNvPr id="34" name="TextBox 33">
            <a:extLst>
              <a:ext uri="{FF2B5EF4-FFF2-40B4-BE49-F238E27FC236}">
                <a16:creationId xmlns:a16="http://schemas.microsoft.com/office/drawing/2014/main" id="{E833A2FF-D5F7-74F4-045C-B43E1C5CE40B}"/>
              </a:ext>
            </a:extLst>
          </p:cNvPr>
          <p:cNvSpPr txBox="1"/>
          <p:nvPr/>
        </p:nvSpPr>
        <p:spPr>
          <a:xfrm>
            <a:off x="4389120" y="2415242"/>
            <a:ext cx="3108960" cy="461665"/>
          </a:xfrm>
          <a:prstGeom prst="rect">
            <a:avLst/>
          </a:prstGeom>
          <a:noFill/>
        </p:spPr>
        <p:txBody>
          <a:bodyPr wrap="square">
            <a:spAutoFit/>
          </a:bodyPr>
          <a:lstStyle/>
          <a:p>
            <a:pPr>
              <a:defRPr sz="1000" b="1" i="0">
                <a:solidFill>
                  <a:srgbClr val="000050"/>
                </a:solidFill>
                <a:latin typeface="Helvetica Neue"/>
              </a:defRPr>
            </a:pPr>
            <a:r>
              <a:rPr sz="1200" b="1" dirty="0">
                <a:solidFill>
                  <a:srgbClr val="000050"/>
                </a:solidFill>
                <a:latin typeface="+mj-lt"/>
              </a:rPr>
              <a:t>From: Deploy then adopt → To: Co-design then deploy</a:t>
            </a:r>
          </a:p>
        </p:txBody>
      </p:sp>
      <p:sp>
        <p:nvSpPr>
          <p:cNvPr id="35" name="TextBox 34">
            <a:extLst>
              <a:ext uri="{FF2B5EF4-FFF2-40B4-BE49-F238E27FC236}">
                <a16:creationId xmlns:a16="http://schemas.microsoft.com/office/drawing/2014/main" id="{54BF2288-F2E3-8337-41E8-218BF12C57D9}"/>
              </a:ext>
            </a:extLst>
          </p:cNvPr>
          <p:cNvSpPr txBox="1"/>
          <p:nvPr/>
        </p:nvSpPr>
        <p:spPr>
          <a:xfrm>
            <a:off x="4389120" y="2985099"/>
            <a:ext cx="3108960" cy="430887"/>
          </a:xfrm>
          <a:prstGeom prst="rect">
            <a:avLst/>
          </a:prstGeom>
          <a:noFill/>
        </p:spPr>
        <p:txBody>
          <a:bodyPr wrap="square">
            <a:spAutoFit/>
          </a:bodyPr>
          <a:lstStyle/>
          <a:p>
            <a:pPr algn="l">
              <a:defRPr sz="1000" b="0" i="0">
                <a:solidFill>
                  <a:srgbClr val="1A1A1A"/>
                </a:solidFill>
                <a:latin typeface="Helvetica Neue"/>
              </a:defRPr>
            </a:pPr>
            <a:r>
              <a:rPr dirty="0"/>
              <a:t>  </a:t>
            </a:r>
            <a:r>
              <a:rPr sz="1100" dirty="0">
                <a:latin typeface="+mj-lt"/>
              </a:rPr>
              <a:t>Embed adoption into delivery. Measure outcomes, not outputs.</a:t>
            </a:r>
            <a:endParaRPr dirty="0">
              <a:latin typeface="+mj-lt"/>
            </a:endParaRPr>
          </a:p>
        </p:txBody>
      </p:sp>
      <p:sp>
        <p:nvSpPr>
          <p:cNvPr id="36" name="TextBox 35">
            <a:extLst>
              <a:ext uri="{FF2B5EF4-FFF2-40B4-BE49-F238E27FC236}">
                <a16:creationId xmlns:a16="http://schemas.microsoft.com/office/drawing/2014/main" id="{28EF9938-76E1-C122-32EE-5EB0C8B3D0CD}"/>
              </a:ext>
            </a:extLst>
          </p:cNvPr>
          <p:cNvSpPr txBox="1"/>
          <p:nvPr/>
        </p:nvSpPr>
        <p:spPr>
          <a:xfrm>
            <a:off x="4389120" y="3583924"/>
            <a:ext cx="3108960" cy="261610"/>
          </a:xfrm>
          <a:prstGeom prst="rect">
            <a:avLst/>
          </a:prstGeom>
          <a:noFill/>
        </p:spPr>
        <p:txBody>
          <a:bodyPr wrap="square">
            <a:spAutoFit/>
          </a:bodyPr>
          <a:lstStyle/>
          <a:p>
            <a:pPr algn="l">
              <a:defRPr sz="1000" b="1" i="0">
                <a:solidFill>
                  <a:srgbClr val="000050"/>
                </a:solidFill>
                <a:latin typeface="Helvetica Neue"/>
              </a:defRPr>
            </a:pPr>
            <a:r>
              <a:rPr sz="1100" b="1" dirty="0">
                <a:solidFill>
                  <a:srgbClr val="000050"/>
                </a:solidFill>
                <a:latin typeface="+mj-lt"/>
              </a:rPr>
              <a:t>From: IT-led → To: Business-led, IT-enabled</a:t>
            </a:r>
          </a:p>
        </p:txBody>
      </p:sp>
      <p:sp>
        <p:nvSpPr>
          <p:cNvPr id="37" name="TextBox 36">
            <a:extLst>
              <a:ext uri="{FF2B5EF4-FFF2-40B4-BE49-F238E27FC236}">
                <a16:creationId xmlns:a16="http://schemas.microsoft.com/office/drawing/2014/main" id="{DB6D426D-8CF2-1CDB-0BE1-CB37BA93A3AA}"/>
              </a:ext>
            </a:extLst>
          </p:cNvPr>
          <p:cNvSpPr txBox="1"/>
          <p:nvPr/>
        </p:nvSpPr>
        <p:spPr>
          <a:xfrm>
            <a:off x="4389120" y="3949237"/>
            <a:ext cx="3108960" cy="461665"/>
          </a:xfrm>
          <a:prstGeom prst="rect">
            <a:avLst/>
          </a:prstGeom>
          <a:noFill/>
        </p:spPr>
        <p:txBody>
          <a:bodyPr wrap="square">
            <a:spAutoFit/>
          </a:bodyPr>
          <a:lstStyle/>
          <a:p>
            <a:pPr algn="l">
              <a:defRPr sz="1000" b="0" i="0">
                <a:solidFill>
                  <a:srgbClr val="1A1A1A"/>
                </a:solidFill>
                <a:latin typeface="Helvetica Neue"/>
              </a:defRPr>
            </a:pPr>
            <a:r>
              <a:rPr dirty="0"/>
              <a:t>  </a:t>
            </a:r>
            <a:r>
              <a:rPr sz="1200" dirty="0">
                <a:solidFill>
                  <a:srgbClr val="1A1A1A"/>
                </a:solidFill>
                <a:latin typeface="+mj-lt"/>
              </a:rPr>
              <a:t>Business owns the outcome. Technology teams enable.</a:t>
            </a:r>
          </a:p>
        </p:txBody>
      </p:sp>
      <p:sp>
        <p:nvSpPr>
          <p:cNvPr id="38" name="Rectangle 37">
            <a:extLst>
              <a:ext uri="{FF2B5EF4-FFF2-40B4-BE49-F238E27FC236}">
                <a16:creationId xmlns:a16="http://schemas.microsoft.com/office/drawing/2014/main" id="{6CA5951C-42AD-7743-8636-B7DCF31BB6E3}"/>
              </a:ext>
            </a:extLst>
          </p:cNvPr>
          <p:cNvSpPr/>
          <p:nvPr/>
        </p:nvSpPr>
        <p:spPr>
          <a:xfrm>
            <a:off x="7863840" y="1820882"/>
            <a:ext cx="3474720" cy="3216235"/>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4BB902AB-4CDB-23E2-9BD4-849D37C464FF}"/>
              </a:ext>
            </a:extLst>
          </p:cNvPr>
          <p:cNvSpPr txBox="1"/>
          <p:nvPr/>
        </p:nvSpPr>
        <p:spPr>
          <a:xfrm>
            <a:off x="8046720" y="1912322"/>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mj-lt"/>
              </a:rPr>
              <a:t>Technology</a:t>
            </a:r>
          </a:p>
        </p:txBody>
      </p:sp>
      <p:sp>
        <p:nvSpPr>
          <p:cNvPr id="40" name="TextBox 39">
            <a:extLst>
              <a:ext uri="{FF2B5EF4-FFF2-40B4-BE49-F238E27FC236}">
                <a16:creationId xmlns:a16="http://schemas.microsoft.com/office/drawing/2014/main" id="{E2FB214F-26BB-EB9E-F9C8-105777FD73CE}"/>
              </a:ext>
            </a:extLst>
          </p:cNvPr>
          <p:cNvSpPr txBox="1"/>
          <p:nvPr/>
        </p:nvSpPr>
        <p:spPr>
          <a:xfrm>
            <a:off x="8046720" y="2415242"/>
            <a:ext cx="3108960" cy="430887"/>
          </a:xfrm>
          <a:prstGeom prst="rect">
            <a:avLst/>
          </a:prstGeom>
          <a:noFill/>
        </p:spPr>
        <p:txBody>
          <a:bodyPr wrap="square">
            <a:spAutoFit/>
          </a:bodyPr>
          <a:lstStyle/>
          <a:p>
            <a:pPr algn="l">
              <a:defRPr sz="1000" b="1" i="0">
                <a:solidFill>
                  <a:srgbClr val="000050"/>
                </a:solidFill>
                <a:latin typeface="Helvetica Neue"/>
              </a:defRPr>
            </a:pPr>
            <a:r>
              <a:rPr sz="1100" b="1">
                <a:solidFill>
                  <a:srgbClr val="000050"/>
                </a:solidFill>
                <a:latin typeface="+mj-lt"/>
              </a:rPr>
              <a:t>From</a:t>
            </a:r>
            <a:r>
              <a:rPr sz="1100" b="1" dirty="0">
                <a:solidFill>
                  <a:srgbClr val="000050"/>
                </a:solidFill>
                <a:latin typeface="+mj-lt"/>
              </a:rPr>
              <a:t>: Build it, they will come → To: Build what they asked for</a:t>
            </a:r>
          </a:p>
        </p:txBody>
      </p:sp>
      <p:sp>
        <p:nvSpPr>
          <p:cNvPr id="41" name="TextBox 40">
            <a:extLst>
              <a:ext uri="{FF2B5EF4-FFF2-40B4-BE49-F238E27FC236}">
                <a16:creationId xmlns:a16="http://schemas.microsoft.com/office/drawing/2014/main" id="{852D5334-47C5-0443-6746-8FDA5BBEF265}"/>
              </a:ext>
            </a:extLst>
          </p:cNvPr>
          <p:cNvSpPr txBox="1"/>
          <p:nvPr/>
        </p:nvSpPr>
        <p:spPr>
          <a:xfrm>
            <a:off x="8046720" y="2826722"/>
            <a:ext cx="3108960" cy="430887"/>
          </a:xfrm>
          <a:prstGeom prst="rect">
            <a:avLst/>
          </a:prstGeom>
          <a:noFill/>
        </p:spPr>
        <p:txBody>
          <a:bodyPr wrap="square">
            <a:spAutoFit/>
          </a:bodyPr>
          <a:lstStyle/>
          <a:p>
            <a:pPr algn="l">
              <a:defRPr sz="1000" b="0" i="0">
                <a:solidFill>
                  <a:srgbClr val="1A1A1A"/>
                </a:solidFill>
                <a:latin typeface="Helvetica Neue"/>
              </a:defRPr>
            </a:pPr>
            <a:r>
              <a:rPr dirty="0"/>
              <a:t>  </a:t>
            </a:r>
            <a:r>
              <a:rPr sz="1100" dirty="0">
                <a:solidFill>
                  <a:srgbClr val="1A1A1A"/>
                </a:solidFill>
                <a:latin typeface="+mj-lt"/>
              </a:rPr>
              <a:t>Meet people where they are. Integrate into existing workflows</a:t>
            </a:r>
            <a:r>
              <a:rPr dirty="0"/>
              <a:t>.</a:t>
            </a:r>
          </a:p>
        </p:txBody>
      </p:sp>
      <p:sp>
        <p:nvSpPr>
          <p:cNvPr id="42" name="TextBox 41">
            <a:extLst>
              <a:ext uri="{FF2B5EF4-FFF2-40B4-BE49-F238E27FC236}">
                <a16:creationId xmlns:a16="http://schemas.microsoft.com/office/drawing/2014/main" id="{780C137A-A33E-B1B8-D718-04582AF307F4}"/>
              </a:ext>
            </a:extLst>
          </p:cNvPr>
          <p:cNvSpPr txBox="1"/>
          <p:nvPr/>
        </p:nvSpPr>
        <p:spPr>
          <a:xfrm>
            <a:off x="8046720" y="3565149"/>
            <a:ext cx="3108960" cy="430887"/>
          </a:xfrm>
          <a:prstGeom prst="rect">
            <a:avLst/>
          </a:prstGeom>
          <a:noFill/>
        </p:spPr>
        <p:txBody>
          <a:bodyPr wrap="square">
            <a:spAutoFit/>
          </a:bodyPr>
          <a:lstStyle/>
          <a:p>
            <a:pPr algn="l">
              <a:defRPr sz="1000" b="1" i="0">
                <a:solidFill>
                  <a:srgbClr val="000050"/>
                </a:solidFill>
                <a:latin typeface="Helvetica Neue"/>
              </a:defRPr>
            </a:pPr>
            <a:r>
              <a:rPr sz="1100" b="1" dirty="0">
                <a:solidFill>
                  <a:srgbClr val="000050"/>
                </a:solidFill>
                <a:latin typeface="+mj-lt"/>
              </a:rPr>
              <a:t>From: Centralized tools → To: Contextual guardrails</a:t>
            </a:r>
          </a:p>
        </p:txBody>
      </p:sp>
      <p:sp>
        <p:nvSpPr>
          <p:cNvPr id="43" name="TextBox 42">
            <a:extLst>
              <a:ext uri="{FF2B5EF4-FFF2-40B4-BE49-F238E27FC236}">
                <a16:creationId xmlns:a16="http://schemas.microsoft.com/office/drawing/2014/main" id="{435D686A-8BDE-80A0-FF3F-F41C0BFD3681}"/>
              </a:ext>
            </a:extLst>
          </p:cNvPr>
          <p:cNvSpPr txBox="1"/>
          <p:nvPr/>
        </p:nvSpPr>
        <p:spPr>
          <a:xfrm>
            <a:off x="8046720" y="3996036"/>
            <a:ext cx="3108960" cy="430887"/>
          </a:xfrm>
          <a:prstGeom prst="rect">
            <a:avLst/>
          </a:prstGeom>
          <a:noFill/>
        </p:spPr>
        <p:txBody>
          <a:bodyPr wrap="square">
            <a:spAutoFit/>
          </a:bodyPr>
          <a:lstStyle/>
          <a:p>
            <a:pPr algn="l">
              <a:defRPr sz="1000" b="0" i="0">
                <a:solidFill>
                  <a:srgbClr val="1A1A1A"/>
                </a:solidFill>
                <a:latin typeface="Helvetica Neue"/>
              </a:defRPr>
            </a:pPr>
            <a:r>
              <a:rPr dirty="0"/>
              <a:t>  </a:t>
            </a:r>
            <a:r>
              <a:rPr sz="1100" dirty="0">
                <a:solidFill>
                  <a:srgbClr val="1A1A1A"/>
                </a:solidFill>
                <a:latin typeface="+mj-lt"/>
              </a:rPr>
              <a:t>Responsible AI at platform level. Teams focus on value.</a:t>
            </a:r>
          </a:p>
        </p:txBody>
      </p:sp>
    </p:spTree>
    <p:extLst>
      <p:ext uri="{BB962C8B-B14F-4D97-AF65-F5344CB8AC3E}">
        <p14:creationId xmlns:p14="http://schemas.microsoft.com/office/powerpoint/2010/main" val="643699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FE04E-628B-586E-6C9C-DE476318D997}"/>
              </a:ext>
            </a:extLst>
          </p:cNvPr>
          <p:cNvSpPr>
            <a:spLocks noGrp="1"/>
          </p:cNvSpPr>
          <p:nvPr>
            <p:ph type="title"/>
          </p:nvPr>
        </p:nvSpPr>
        <p:spPr>
          <a:xfrm>
            <a:off x="494333" y="453346"/>
            <a:ext cx="8322120" cy="729046"/>
          </a:xfrm>
        </p:spPr>
        <p:txBody>
          <a:bodyPr/>
          <a:lstStyle/>
          <a:p>
            <a:r>
              <a:rPr lang="en-US" dirty="0"/>
              <a:t>Take Aways</a:t>
            </a:r>
          </a:p>
        </p:txBody>
      </p:sp>
      <p:sp>
        <p:nvSpPr>
          <p:cNvPr id="4" name="TextBox 3">
            <a:extLst>
              <a:ext uri="{FF2B5EF4-FFF2-40B4-BE49-F238E27FC236}">
                <a16:creationId xmlns:a16="http://schemas.microsoft.com/office/drawing/2014/main" id="{4C83677D-06EE-5B40-A3C6-8B41D06041BB}"/>
              </a:ext>
            </a:extLst>
          </p:cNvPr>
          <p:cNvSpPr txBox="1"/>
          <p:nvPr/>
        </p:nvSpPr>
        <p:spPr>
          <a:xfrm>
            <a:off x="624180" y="1534694"/>
            <a:ext cx="10943639" cy="4154984"/>
          </a:xfrm>
          <a:prstGeom prst="rect">
            <a:avLst/>
          </a:prstGeom>
          <a:noFill/>
        </p:spPr>
        <p:txBody>
          <a:bodyPr wrap="square">
            <a:spAutoFit/>
          </a:bodyPr>
          <a:lstStyle/>
          <a:p>
            <a:pPr marL="342900" indent="-342900">
              <a:buFont typeface="Arial" panose="020B0604020202020204" pitchFamily="34" charset="0"/>
              <a:buChar char="•"/>
            </a:pPr>
            <a:r>
              <a:rPr lang="en-US" sz="2400" dirty="0"/>
              <a:t>Build adaptive learning ecosystems that are personalized for real-time reskilling</a:t>
            </a:r>
          </a:p>
          <a:p>
            <a:endParaRPr lang="en-US" sz="2400" dirty="0"/>
          </a:p>
          <a:p>
            <a:pPr marL="342900" indent="-342900">
              <a:buFont typeface="Arial" panose="020B0604020202020204" pitchFamily="34" charset="0"/>
              <a:buChar char="•"/>
            </a:pPr>
            <a:r>
              <a:rPr lang="en-US" sz="2400" dirty="0"/>
              <a:t>Design for human to agent collaboration where UX evolving for autonomous agent experiences</a:t>
            </a:r>
          </a:p>
          <a:p>
            <a:endParaRPr lang="en-US" sz="2400" dirty="0"/>
          </a:p>
          <a:p>
            <a:pPr marL="342900" indent="-342900">
              <a:buFont typeface="Arial" panose="020B0604020202020204" pitchFamily="34" charset="0"/>
              <a:buChar char="•"/>
            </a:pPr>
            <a:r>
              <a:rPr lang="en-US" sz="2400" dirty="0"/>
              <a:t>Lead the talent remix in the AI-First world to avoid gaps with new roles, skills, structure partnering with HR</a:t>
            </a:r>
          </a:p>
          <a:p>
            <a:endParaRPr lang="en-US" sz="2400" dirty="0"/>
          </a:p>
          <a:p>
            <a:pPr marL="342900" indent="-342900">
              <a:buFont typeface="Arial" panose="020B0604020202020204" pitchFamily="34" charset="0"/>
              <a:buChar char="•"/>
            </a:pPr>
            <a:r>
              <a:rPr lang="en-US" sz="2400" dirty="0"/>
              <a:t>Establish governance for AI, data, and digital identity and IT leads the way</a:t>
            </a:r>
          </a:p>
          <a:p>
            <a:endParaRPr lang="en-US" sz="2400" dirty="0"/>
          </a:p>
        </p:txBody>
      </p:sp>
      <p:sp>
        <p:nvSpPr>
          <p:cNvPr id="5" name="TextBox 4">
            <a:extLst>
              <a:ext uri="{FF2B5EF4-FFF2-40B4-BE49-F238E27FC236}">
                <a16:creationId xmlns:a16="http://schemas.microsoft.com/office/drawing/2014/main" id="{9592F6C2-5DC5-A9A5-4C5F-3C844F839F77}"/>
              </a:ext>
            </a:extLst>
          </p:cNvPr>
          <p:cNvSpPr txBox="1"/>
          <p:nvPr/>
        </p:nvSpPr>
        <p:spPr>
          <a:xfrm>
            <a:off x="955436" y="6041980"/>
            <a:ext cx="10943638" cy="369332"/>
          </a:xfrm>
          <a:prstGeom prst="rect">
            <a:avLst/>
          </a:prstGeom>
          <a:solidFill>
            <a:schemeClr val="tx2"/>
          </a:solidFill>
        </p:spPr>
        <p:txBody>
          <a:bodyPr wrap="square" rtlCol="0">
            <a:spAutoFit/>
          </a:bodyPr>
          <a:lstStyle/>
          <a:p>
            <a:pPr algn="ctr"/>
            <a:r>
              <a:rPr lang="en-US" dirty="0"/>
              <a:t>Goal: humans + AI amplifying each other</a:t>
            </a:r>
            <a:endParaRPr lang="en-US" sz="1050" dirty="0"/>
          </a:p>
        </p:txBody>
      </p:sp>
    </p:spTree>
    <p:extLst>
      <p:ext uri="{BB962C8B-B14F-4D97-AF65-F5344CB8AC3E}">
        <p14:creationId xmlns:p14="http://schemas.microsoft.com/office/powerpoint/2010/main" val="1818345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85834-5B36-E3F9-24FC-4F36CFC76498}"/>
              </a:ext>
            </a:extLst>
          </p:cNvPr>
          <p:cNvSpPr>
            <a:spLocks noGrp="1"/>
          </p:cNvSpPr>
          <p:nvPr>
            <p:ph type="title"/>
          </p:nvPr>
        </p:nvSpPr>
        <p:spPr>
          <a:xfrm>
            <a:off x="708088" y="3327175"/>
            <a:ext cx="8322120" cy="729046"/>
          </a:xfrm>
        </p:spPr>
        <p:txBody>
          <a:bodyPr/>
          <a:lstStyle/>
          <a:p>
            <a:r>
              <a:rPr lang="en-US" dirty="0"/>
              <a:t>Appendix</a:t>
            </a:r>
          </a:p>
        </p:txBody>
      </p:sp>
    </p:spTree>
    <p:extLst>
      <p:ext uri="{BB962C8B-B14F-4D97-AF65-F5344CB8AC3E}">
        <p14:creationId xmlns:p14="http://schemas.microsoft.com/office/powerpoint/2010/main" val="4283900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Cultural Debt Grows Quarterly — Every Delay Compounds the Cost</a:t>
            </a:r>
          </a:p>
        </p:txBody>
      </p:sp>
      <p:sp>
        <p:nvSpPr>
          <p:cNvPr id="3" name="Rectangle 2"/>
          <p:cNvSpPr/>
          <p:nvPr/>
        </p:nvSpPr>
        <p:spPr>
          <a:xfrm>
            <a:off x="548640" y="1371600"/>
            <a:ext cx="2560320" cy="32004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1</a:t>
            </a:r>
          </a:p>
        </p:txBody>
      </p:sp>
      <p:sp>
        <p:nvSpPr>
          <p:cNvPr id="5" name="TextBox 4"/>
          <p:cNvSpPr txBox="1"/>
          <p:nvPr/>
        </p:nvSpPr>
        <p:spPr>
          <a:xfrm>
            <a:off x="73152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Skepticism</a:t>
            </a:r>
          </a:p>
        </p:txBody>
      </p:sp>
      <p:sp>
        <p:nvSpPr>
          <p:cNvPr id="6" name="TextBox 5"/>
          <p:cNvSpPr txBox="1"/>
          <p:nvPr/>
        </p:nvSpPr>
        <p:spPr>
          <a:xfrm>
            <a:off x="73152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“Let’s wait and see”</a:t>
            </a:r>
          </a:p>
        </p:txBody>
      </p:sp>
      <p:sp>
        <p:nvSpPr>
          <p:cNvPr id="7" name="TextBox 6"/>
          <p:cNvSpPr txBox="1"/>
          <p:nvPr/>
        </p:nvSpPr>
        <p:spPr>
          <a:xfrm>
            <a:off x="73152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Low cost to address</a:t>
            </a:r>
          </a:p>
        </p:txBody>
      </p:sp>
      <p:sp>
        <p:nvSpPr>
          <p:cNvPr id="8" name="Rectangle 7"/>
          <p:cNvSpPr/>
          <p:nvPr/>
        </p:nvSpPr>
        <p:spPr>
          <a:xfrm>
            <a:off x="3383280" y="1371600"/>
            <a:ext cx="2560320" cy="320040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2</a:t>
            </a:r>
          </a:p>
        </p:txBody>
      </p:sp>
      <p:sp>
        <p:nvSpPr>
          <p:cNvPr id="10" name="TextBox 9"/>
          <p:cNvSpPr txBox="1"/>
          <p:nvPr/>
        </p:nvSpPr>
        <p:spPr>
          <a:xfrm>
            <a:off x="356616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Resistance</a:t>
            </a:r>
          </a:p>
        </p:txBody>
      </p:sp>
      <p:sp>
        <p:nvSpPr>
          <p:cNvPr id="11" name="TextBox 10"/>
          <p:cNvSpPr txBox="1"/>
          <p:nvPr/>
        </p:nvSpPr>
        <p:spPr>
          <a:xfrm>
            <a:off x="356616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“This didn’t work last time”</a:t>
            </a:r>
          </a:p>
        </p:txBody>
      </p:sp>
      <p:sp>
        <p:nvSpPr>
          <p:cNvPr id="12" name="TextBox 11"/>
          <p:cNvSpPr txBox="1"/>
          <p:nvPr/>
        </p:nvSpPr>
        <p:spPr>
          <a:xfrm>
            <a:off x="356616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Moderate cost</a:t>
            </a:r>
          </a:p>
        </p:txBody>
      </p:sp>
      <p:sp>
        <p:nvSpPr>
          <p:cNvPr id="13" name="Rectangle 12"/>
          <p:cNvSpPr/>
          <p:nvPr/>
        </p:nvSpPr>
        <p:spPr>
          <a:xfrm>
            <a:off x="6217920" y="1371600"/>
            <a:ext cx="2560320" cy="3200400"/>
          </a:xfrm>
          <a:prstGeom prst="rect">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4</a:t>
            </a:r>
          </a:p>
        </p:txBody>
      </p:sp>
      <p:sp>
        <p:nvSpPr>
          <p:cNvPr id="15" name="TextBox 14"/>
          <p:cNvSpPr txBox="1"/>
          <p:nvPr/>
        </p:nvSpPr>
        <p:spPr>
          <a:xfrm>
            <a:off x="640080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Antibodies</a:t>
            </a:r>
          </a:p>
        </p:txBody>
      </p:sp>
      <p:sp>
        <p:nvSpPr>
          <p:cNvPr id="16" name="TextBox 15"/>
          <p:cNvSpPr txBox="1"/>
          <p:nvPr/>
        </p:nvSpPr>
        <p:spPr>
          <a:xfrm>
            <a:off x="640080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“AI isn’t for us”</a:t>
            </a:r>
          </a:p>
        </p:txBody>
      </p:sp>
      <p:sp>
        <p:nvSpPr>
          <p:cNvPr id="17" name="TextBox 16"/>
          <p:cNvSpPr txBox="1"/>
          <p:nvPr/>
        </p:nvSpPr>
        <p:spPr>
          <a:xfrm>
            <a:off x="6400800" y="3291840"/>
            <a:ext cx="2194560" cy="430887"/>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High cost — requires visible reset</a:t>
            </a:r>
          </a:p>
        </p:txBody>
      </p:sp>
      <p:sp>
        <p:nvSpPr>
          <p:cNvPr id="18" name="Rectangle 17"/>
          <p:cNvSpPr/>
          <p:nvPr/>
        </p:nvSpPr>
        <p:spPr>
          <a:xfrm>
            <a:off x="9052560" y="1371600"/>
            <a:ext cx="2560320" cy="3200400"/>
          </a:xfrm>
          <a:prstGeom prst="rect">
            <a:avLst/>
          </a:prstGeom>
          <a:solidFill>
            <a:srgbClr val="FFC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Year 2</a:t>
            </a:r>
          </a:p>
        </p:txBody>
      </p:sp>
      <p:sp>
        <p:nvSpPr>
          <p:cNvPr id="20" name="TextBox 19"/>
          <p:cNvSpPr txBox="1"/>
          <p:nvPr/>
        </p:nvSpPr>
        <p:spPr>
          <a:xfrm>
            <a:off x="9235440" y="1920240"/>
            <a:ext cx="2194560" cy="769441"/>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Structural Lock-in</a:t>
            </a:r>
          </a:p>
        </p:txBody>
      </p:sp>
      <p:sp>
        <p:nvSpPr>
          <p:cNvPr id="21" name="TextBox 20"/>
          <p:cNvSpPr txBox="1"/>
          <p:nvPr/>
        </p:nvSpPr>
        <p:spPr>
          <a:xfrm>
            <a:off x="9235440" y="2560320"/>
            <a:ext cx="2194560" cy="457200"/>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The best people stopped engaging</a:t>
            </a:r>
          </a:p>
        </p:txBody>
      </p:sp>
      <p:sp>
        <p:nvSpPr>
          <p:cNvPr id="22" name="TextBox 21"/>
          <p:cNvSpPr txBox="1"/>
          <p:nvPr/>
        </p:nvSpPr>
        <p:spPr>
          <a:xfrm>
            <a:off x="923544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Requires org redesign</a:t>
            </a:r>
          </a:p>
        </p:txBody>
      </p:sp>
      <p:sp>
        <p:nvSpPr>
          <p:cNvPr id="23" name="TextBox 22"/>
          <p:cNvSpPr txBox="1"/>
          <p:nvPr/>
        </p:nvSpPr>
        <p:spPr>
          <a:xfrm>
            <a:off x="310896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4" name="TextBox 23"/>
          <p:cNvSpPr txBox="1"/>
          <p:nvPr/>
        </p:nvSpPr>
        <p:spPr>
          <a:xfrm>
            <a:off x="594360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5" name="TextBox 24"/>
          <p:cNvSpPr txBox="1"/>
          <p:nvPr/>
        </p:nvSpPr>
        <p:spPr>
          <a:xfrm>
            <a:off x="877824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6" name="Rectangle 25"/>
          <p:cNvSpPr/>
          <p:nvPr/>
        </p:nvSpPr>
        <p:spPr>
          <a:xfrm>
            <a:off x="548640" y="4937760"/>
            <a:ext cx="10972800" cy="9144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029200"/>
            <a:ext cx="10058400" cy="320040"/>
          </a:xfrm>
          <a:prstGeom prst="rect">
            <a:avLst/>
          </a:prstGeom>
          <a:noFill/>
        </p:spPr>
        <p:txBody>
          <a:bodyPr wrap="square">
            <a:spAutoFit/>
          </a:bodyPr>
          <a:lstStyle/>
          <a:p>
            <a:pPr algn="l">
              <a:defRPr sz="1400" b="0" i="0">
                <a:solidFill>
                  <a:srgbClr val="9999CC"/>
                </a:solidFill>
                <a:latin typeface="Helvetica Neue"/>
              </a:defRPr>
            </a:pPr>
            <a:r>
              <a:rPr dirty="0">
                <a:latin typeface="Wallace Sans Light" pitchFamily="2" charset="0"/>
              </a:rPr>
              <a:t>The math is simple:</a:t>
            </a:r>
          </a:p>
        </p:txBody>
      </p:sp>
      <p:sp>
        <p:nvSpPr>
          <p:cNvPr id="28" name="TextBox 27"/>
          <p:cNvSpPr txBox="1"/>
          <p:nvPr/>
        </p:nvSpPr>
        <p:spPr>
          <a:xfrm>
            <a:off x="914400" y="539496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Addressing cultural debt in Q1 costs a leadership conversation. Addressing it in Year 2 costs a transformation program.</a:t>
            </a:r>
          </a:p>
        </p:txBody>
      </p:sp>
      <p:sp>
        <p:nvSpPr>
          <p:cNvPr id="29" name="TextBox 2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0" name="TextBox 2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Three Actions to Start Paying Down Cultural Debt Today</a:t>
            </a:r>
          </a:p>
        </p:txBody>
      </p:sp>
      <p:sp>
        <p:nvSpPr>
          <p:cNvPr id="3" name="Rectangle 2"/>
          <p:cNvSpPr/>
          <p:nvPr/>
        </p:nvSpPr>
        <p:spPr>
          <a:xfrm>
            <a:off x="548640" y="109728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14300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1. Audit the Cultural Balance Sheet</a:t>
            </a:r>
          </a:p>
        </p:txBody>
      </p:sp>
      <p:sp>
        <p:nvSpPr>
          <p:cNvPr id="5" name="TextBox 4"/>
          <p:cNvSpPr txBox="1"/>
          <p:nvPr/>
        </p:nvSpPr>
        <p:spPr>
          <a:xfrm>
            <a:off x="914400" y="146304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Run a cultural readiness assessment before the next AI investment. Name the debt.</a:t>
            </a:r>
          </a:p>
        </p:txBody>
      </p:sp>
      <p:sp>
        <p:nvSpPr>
          <p:cNvPr id="6" name="TextBox 5"/>
          <p:cNvSpPr txBox="1"/>
          <p:nvPr/>
        </p:nvSpPr>
        <p:spPr>
          <a:xfrm>
            <a:off x="914400" y="178308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Survey team sentiment on AI. Map the last 3 failed initiatives. Identify failure patterns.</a:t>
            </a:r>
          </a:p>
        </p:txBody>
      </p:sp>
      <p:sp>
        <p:nvSpPr>
          <p:cNvPr id="7" name="TextBox 6"/>
          <p:cNvSpPr txBox="1"/>
          <p:nvPr/>
        </p:nvSpPr>
        <p:spPr>
          <a:xfrm>
            <a:off x="914400" y="210312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Executive Sponsor + HR  |  Within 30 days</a:t>
            </a:r>
          </a:p>
        </p:txBody>
      </p:sp>
      <p:sp>
        <p:nvSpPr>
          <p:cNvPr id="8" name="Rectangle 7"/>
          <p:cNvSpPr/>
          <p:nvPr/>
        </p:nvSpPr>
        <p:spPr>
          <a:xfrm>
            <a:off x="548640" y="2606040"/>
            <a:ext cx="10972800" cy="132588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65176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2. Realign the Scorecard</a:t>
            </a:r>
          </a:p>
        </p:txBody>
      </p:sp>
      <p:sp>
        <p:nvSpPr>
          <p:cNvPr id="10" name="TextBox 9"/>
          <p:cNvSpPr txBox="1"/>
          <p:nvPr/>
        </p:nvSpPr>
        <p:spPr>
          <a:xfrm>
            <a:off x="914400" y="297180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Change how you measure AI success from “deployed” to “adopted and delivering value.”</a:t>
            </a:r>
          </a:p>
        </p:txBody>
      </p:sp>
      <p:sp>
        <p:nvSpPr>
          <p:cNvPr id="11" name="TextBox 10"/>
          <p:cNvSpPr txBox="1"/>
          <p:nvPr/>
        </p:nvSpPr>
        <p:spPr>
          <a:xfrm>
            <a:off x="914400" y="329184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Rewrite KPIs for the current AI portfolio. Add adoption metrics. Remove vanity metrics.</a:t>
            </a:r>
          </a:p>
        </p:txBody>
      </p:sp>
      <p:sp>
        <p:nvSpPr>
          <p:cNvPr id="12" name="TextBox 11"/>
          <p:cNvSpPr txBox="1"/>
          <p:nvPr/>
        </p:nvSpPr>
        <p:spPr>
          <a:xfrm>
            <a:off x="914400" y="361188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Business Unit Leads  |  Within 30 days</a:t>
            </a:r>
          </a:p>
        </p:txBody>
      </p:sp>
      <p:sp>
        <p:nvSpPr>
          <p:cNvPr id="13" name="Rectangle 12"/>
          <p:cNvSpPr/>
          <p:nvPr/>
        </p:nvSpPr>
        <p:spPr>
          <a:xfrm>
            <a:off x="548640" y="411480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16052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3. Make Leadership Visible</a:t>
            </a:r>
          </a:p>
        </p:txBody>
      </p:sp>
      <p:sp>
        <p:nvSpPr>
          <p:cNvPr id="15" name="TextBox 14"/>
          <p:cNvSpPr txBox="1"/>
          <p:nvPr/>
        </p:nvSpPr>
        <p:spPr>
          <a:xfrm>
            <a:off x="914400" y="448056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Executives use the tools, share what they learned, and admit what didn’t work.</a:t>
            </a:r>
          </a:p>
        </p:txBody>
      </p:sp>
      <p:sp>
        <p:nvSpPr>
          <p:cNvPr id="16" name="TextBox 15"/>
          <p:cNvSpPr txBox="1"/>
          <p:nvPr/>
        </p:nvSpPr>
        <p:spPr>
          <a:xfrm>
            <a:off x="914400" y="480060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One executive shares an AI experiment (success or failure) at the next all-hands. Publicly.</a:t>
            </a:r>
          </a:p>
        </p:txBody>
      </p:sp>
      <p:sp>
        <p:nvSpPr>
          <p:cNvPr id="17" name="TextBox 16"/>
          <p:cNvSpPr txBox="1"/>
          <p:nvPr/>
        </p:nvSpPr>
        <p:spPr>
          <a:xfrm>
            <a:off x="914400" y="512064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C-Suite  |  Next all-hands</a:t>
            </a:r>
          </a:p>
        </p:txBody>
      </p:sp>
      <p:sp>
        <p:nvSpPr>
          <p:cNvPr id="18" name="Rectangle 17"/>
          <p:cNvSpPr/>
          <p:nvPr/>
        </p:nvSpPr>
        <p:spPr>
          <a:xfrm>
            <a:off x="548640" y="5669280"/>
            <a:ext cx="10972800" cy="5029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715000"/>
            <a:ext cx="10058400" cy="292388"/>
          </a:xfrm>
          <a:prstGeom prst="rect">
            <a:avLst/>
          </a:prstGeom>
          <a:noFill/>
        </p:spPr>
        <p:txBody>
          <a:bodyPr wrap="square">
            <a:spAutoFit/>
          </a:bodyPr>
          <a:lstStyle/>
          <a:p>
            <a:pPr algn="l">
              <a:defRPr sz="1300" b="1" i="1">
                <a:solidFill>
                  <a:srgbClr val="FFFFFF"/>
                </a:solidFill>
                <a:latin typeface="Helvetica Neue"/>
              </a:defRPr>
            </a:pPr>
            <a:r>
              <a:rPr dirty="0">
                <a:latin typeface="Wallace Sans Light" pitchFamily="2" charset="0"/>
              </a:rPr>
              <a:t>The question is not whether you’ve invested in AI. The question is whether you’ve invested in the human system required to make it work.</a:t>
            </a:r>
          </a:p>
        </p:txBody>
      </p:sp>
      <p:sp>
        <p:nvSpPr>
          <p:cNvPr id="20" name="TextBox 1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1" name="TextBox 2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Wallace Sans Light" pitchFamily="2" charset="0"/>
              </a:rPr>
              <a:t>Next Steps</a:t>
            </a:r>
          </a:p>
        </p:txBody>
      </p:sp>
      <p:graphicFrame>
        <p:nvGraphicFramePr>
          <p:cNvPr id="3" name="Table 2"/>
          <p:cNvGraphicFramePr>
            <a:graphicFrameLocks noGrp="1"/>
          </p:cNvGraphicFramePr>
          <p:nvPr/>
        </p:nvGraphicFramePr>
        <p:xfrm>
          <a:off x="548640" y="1097280"/>
          <a:ext cx="10972800" cy="320040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3400">
                <a:tc>
                  <a:txBody>
                    <a:bodyPr/>
                    <a:lstStyle/>
                    <a:p>
                      <a:pPr>
                        <a:spcAft>
                          <a:spcPts val="200"/>
                        </a:spcAft>
                        <a:defRPr sz="1200" b="1">
                          <a:solidFill>
                            <a:srgbClr val="000050"/>
                          </a:solidFill>
                          <a:latin typeface="Helvetica Neue"/>
                        </a:defRPr>
                      </a:pPr>
                      <a:r>
                        <a:rPr b="0" i="0" dirty="0">
                          <a:latin typeface="Wallace Sans Light" pitchFamily="2" charset="0"/>
                        </a:rPr>
                        <a:t>Action</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Owner</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By When</a:t>
                      </a:r>
                    </a:p>
                  </a:txBody>
                  <a:tcPr>
                    <a:solidFill>
                      <a:srgbClr val="DDDDF8"/>
                    </a:solidFill>
                  </a:tcPr>
                </a:tc>
                <a:extLst>
                  <a:ext uri="{0D108BD9-81ED-4DB2-BD59-A6C34878D82A}">
                    <a16:rowId xmlns:a16="http://schemas.microsoft.com/office/drawing/2014/main" val="10000"/>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Circulate this deck and the cultural debt framework</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This week</a:t>
                      </a:r>
                    </a:p>
                  </a:txBody>
                  <a:tcPr>
                    <a:noFill/>
                  </a:tcPr>
                </a:tc>
                <a:extLst>
                  <a:ext uri="{0D108BD9-81ED-4DB2-BD59-A6C34878D82A}">
                    <a16:rowId xmlns:a16="http://schemas.microsoft.com/office/drawing/2014/main" val="10001"/>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Run cultural readiness assessment on current AI portfolio</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[Executive Sponsor] + HR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2"/>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Audit AI program KPIs — flag any measuring deployment without adoption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Business Unit Leads</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3"/>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Schedule leadership AI “show and tell”</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[C-Suite Champion]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Next all-hands</a:t>
                      </a:r>
                    </a:p>
                  </a:txBody>
                  <a:tcPr>
                    <a:noFill/>
                  </a:tcPr>
                </a:tc>
                <a:extLst>
                  <a:ext uri="{0D108BD9-81ED-4DB2-BD59-A6C34878D82A}">
                    <a16:rowId xmlns:a16="http://schemas.microsoft.com/office/drawing/2014/main" val="10004"/>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Reconvene to review findings and agree on debt paydown plan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 + Steering Committee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45 days</a:t>
                      </a:r>
                    </a:p>
                  </a:txBody>
                  <a:tcPr>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5" name="TextBox 4"/>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Wallace Sans Light" pitchFamily="2" charset="0"/>
              </a:rPr>
              <a:t>What We'll Explore Today</a:t>
            </a:r>
          </a:p>
        </p:txBody>
      </p:sp>
      <p:sp>
        <p:nvSpPr>
          <p:cNvPr id="3" name="TextBox 2"/>
          <p:cNvSpPr txBox="1"/>
          <p:nvPr/>
        </p:nvSpPr>
        <p:spPr>
          <a:xfrm>
            <a:off x="1097280" y="12801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01</a:t>
            </a:r>
          </a:p>
        </p:txBody>
      </p:sp>
      <p:sp>
        <p:nvSpPr>
          <p:cNvPr id="4" name="TextBox 3"/>
          <p:cNvSpPr txBox="1"/>
          <p:nvPr/>
        </p:nvSpPr>
        <p:spPr>
          <a:xfrm>
            <a:off x="2560320" y="12801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Numbers</a:t>
            </a:r>
          </a:p>
        </p:txBody>
      </p:sp>
      <p:sp>
        <p:nvSpPr>
          <p:cNvPr id="5" name="TextBox 4"/>
          <p:cNvSpPr txBox="1"/>
          <p:nvPr/>
        </p:nvSpPr>
        <p:spPr>
          <a:xfrm>
            <a:off x="2560320" y="16002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Why 70-85% of AI initiatives fail — and technology isn't the reason</a:t>
            </a:r>
          </a:p>
        </p:txBody>
      </p:sp>
      <p:sp>
        <p:nvSpPr>
          <p:cNvPr id="6" name="Rectangle 5"/>
          <p:cNvSpPr/>
          <p:nvPr/>
        </p:nvSpPr>
        <p:spPr>
          <a:xfrm>
            <a:off x="1097280" y="20116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1945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02</a:t>
            </a:r>
          </a:p>
        </p:txBody>
      </p:sp>
      <p:sp>
        <p:nvSpPr>
          <p:cNvPr id="8" name="TextBox 7"/>
          <p:cNvSpPr txBox="1"/>
          <p:nvPr/>
        </p:nvSpPr>
        <p:spPr>
          <a:xfrm>
            <a:off x="2560320" y="21945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Root Cause</a:t>
            </a:r>
          </a:p>
        </p:txBody>
      </p:sp>
      <p:sp>
        <p:nvSpPr>
          <p:cNvPr id="9" name="TextBox 8"/>
          <p:cNvSpPr txBox="1"/>
          <p:nvPr/>
        </p:nvSpPr>
        <p:spPr>
          <a:xfrm>
            <a:off x="2560320" y="25146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What cultural debt is, how it compounds, and why no one tracks it</a:t>
            </a:r>
          </a:p>
        </p:txBody>
      </p:sp>
      <p:sp>
        <p:nvSpPr>
          <p:cNvPr id="10" name="Rectangle 9"/>
          <p:cNvSpPr/>
          <p:nvPr/>
        </p:nvSpPr>
        <p:spPr>
          <a:xfrm>
            <a:off x="1097280" y="29260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1089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03</a:t>
            </a:r>
          </a:p>
        </p:txBody>
      </p:sp>
      <p:sp>
        <p:nvSpPr>
          <p:cNvPr id="12" name="TextBox 11"/>
          <p:cNvSpPr txBox="1"/>
          <p:nvPr/>
        </p:nvSpPr>
        <p:spPr>
          <a:xfrm>
            <a:off x="2560320" y="31089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Diagnosis</a:t>
            </a:r>
          </a:p>
        </p:txBody>
      </p:sp>
      <p:sp>
        <p:nvSpPr>
          <p:cNvPr id="13" name="TextBox 12"/>
          <p:cNvSpPr txBox="1"/>
          <p:nvPr/>
        </p:nvSpPr>
        <p:spPr>
          <a:xfrm>
            <a:off x="2560320" y="34290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Five cultural patterns that predict AI failure before launch</a:t>
            </a:r>
          </a:p>
        </p:txBody>
      </p:sp>
      <p:sp>
        <p:nvSpPr>
          <p:cNvPr id="14" name="Rectangle 13"/>
          <p:cNvSpPr/>
          <p:nvPr/>
        </p:nvSpPr>
        <p:spPr>
          <a:xfrm>
            <a:off x="1097280" y="38404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0233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04</a:t>
            </a:r>
          </a:p>
        </p:txBody>
      </p:sp>
      <p:sp>
        <p:nvSpPr>
          <p:cNvPr id="16" name="TextBox 15"/>
          <p:cNvSpPr txBox="1"/>
          <p:nvPr/>
        </p:nvSpPr>
        <p:spPr>
          <a:xfrm>
            <a:off x="2560320" y="40233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Path Forward</a:t>
            </a:r>
          </a:p>
        </p:txBody>
      </p:sp>
      <p:sp>
        <p:nvSpPr>
          <p:cNvPr id="17" name="TextBox 16"/>
          <p:cNvSpPr txBox="1"/>
          <p:nvPr/>
        </p:nvSpPr>
        <p:spPr>
          <a:xfrm>
            <a:off x="2560320" y="43434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What organizations that break the cycle do differently</a:t>
            </a:r>
          </a:p>
        </p:txBody>
      </p:sp>
      <p:sp>
        <p:nvSpPr>
          <p:cNvPr id="18" name="Rectangle 17"/>
          <p:cNvSpPr/>
          <p:nvPr/>
        </p:nvSpPr>
        <p:spPr>
          <a:xfrm>
            <a:off x="1097280" y="47548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49377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05</a:t>
            </a:r>
          </a:p>
        </p:txBody>
      </p:sp>
      <p:sp>
        <p:nvSpPr>
          <p:cNvPr id="20" name="TextBox 19"/>
          <p:cNvSpPr txBox="1"/>
          <p:nvPr/>
        </p:nvSpPr>
        <p:spPr>
          <a:xfrm>
            <a:off x="2560320" y="49377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Actions</a:t>
            </a:r>
          </a:p>
        </p:txBody>
      </p:sp>
      <p:sp>
        <p:nvSpPr>
          <p:cNvPr id="21" name="TextBox 20"/>
          <p:cNvSpPr txBox="1"/>
          <p:nvPr/>
        </p:nvSpPr>
        <p:spPr>
          <a:xfrm>
            <a:off x="2560320" y="52578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Three things you can do this quarter to start paying down cultural debt</a:t>
            </a:r>
          </a:p>
        </p:txBody>
      </p:sp>
      <p:sp>
        <p:nvSpPr>
          <p:cNvPr id="22" name="TextBox 21"/>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3" name="TextBox 22"/>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70-85% of AI Initiatives Fail </a:t>
            </a:r>
            <a:r>
              <a:rPr lang="en-US" dirty="0">
                <a:latin typeface="Wallace Sans Light" pitchFamily="2" charset="0"/>
              </a:rPr>
              <a:t>&amp;</a:t>
            </a:r>
            <a:r>
              <a:rPr dirty="0">
                <a:latin typeface="Wallace Sans Light" pitchFamily="2" charset="0"/>
              </a:rPr>
              <a:t> Technology Isn’t the Reason</a:t>
            </a:r>
          </a:p>
        </p:txBody>
      </p:sp>
      <p:sp>
        <p:nvSpPr>
          <p:cNvPr id="3" name="TextBox 2"/>
          <p:cNvSpPr txBox="1"/>
          <p:nvPr/>
        </p:nvSpPr>
        <p:spPr>
          <a:xfrm>
            <a:off x="548640" y="914400"/>
            <a:ext cx="10972800" cy="307777"/>
          </a:xfrm>
          <a:prstGeom prst="rect">
            <a:avLst/>
          </a:prstGeom>
          <a:noFill/>
        </p:spPr>
        <p:txBody>
          <a:bodyPr wrap="square">
            <a:spAutoFit/>
          </a:bodyPr>
          <a:lstStyle/>
          <a:p>
            <a:pPr algn="l">
              <a:defRPr sz="1400" b="0" i="0">
                <a:solidFill>
                  <a:srgbClr val="1A1A1A"/>
                </a:solidFill>
                <a:latin typeface="Helvetica Neue"/>
              </a:defRPr>
            </a:pPr>
            <a:r>
              <a:rPr dirty="0">
                <a:latin typeface="Wallace Sans Light" pitchFamily="2" charset="0"/>
              </a:rPr>
              <a:t>The technology works. The organization doesn’t change.</a:t>
            </a:r>
          </a:p>
        </p:txBody>
      </p:sp>
      <p:sp>
        <p:nvSpPr>
          <p:cNvPr id="4" name="TextBox 3"/>
          <p:cNvSpPr txBox="1"/>
          <p:nvPr/>
        </p:nvSpPr>
        <p:spPr>
          <a:xfrm>
            <a:off x="54864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70-85%</a:t>
            </a:r>
          </a:p>
        </p:txBody>
      </p:sp>
      <p:sp>
        <p:nvSpPr>
          <p:cNvPr id="5" name="TextBox 4"/>
          <p:cNvSpPr txBox="1"/>
          <p:nvPr/>
        </p:nvSpPr>
        <p:spPr>
          <a:xfrm>
            <a:off x="54864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 to deliver</a:t>
            </a:r>
            <a:br>
              <a:rPr dirty="0">
                <a:latin typeface="Wallace Sans Light" pitchFamily="2" charset="0"/>
              </a:rPr>
            </a:br>
            <a:r>
              <a:rPr dirty="0">
                <a:latin typeface="Wallace Sans Light" pitchFamily="2" charset="0"/>
              </a:rPr>
              <a:t>expected value</a:t>
            </a:r>
          </a:p>
        </p:txBody>
      </p:sp>
      <p:sp>
        <p:nvSpPr>
          <p:cNvPr id="6" name="TextBox 5"/>
          <p:cNvSpPr txBox="1"/>
          <p:nvPr/>
        </p:nvSpPr>
        <p:spPr>
          <a:xfrm>
            <a:off x="54864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latin typeface="Wallace Sans Light" pitchFamily="2" charset="0"/>
              </a:rPr>
              <a:t>Consistent across industries,</a:t>
            </a:r>
            <a:br>
              <a:rPr sz="1400" dirty="0">
                <a:latin typeface="Wallace Sans Light" pitchFamily="2" charset="0"/>
              </a:rPr>
            </a:br>
            <a:r>
              <a:rPr sz="1400" dirty="0">
                <a:latin typeface="Wallace Sans Light" pitchFamily="2" charset="0"/>
              </a:rPr>
              <a:t>company sizes, and geographies</a:t>
            </a:r>
          </a:p>
        </p:txBody>
      </p:sp>
      <p:sp>
        <p:nvSpPr>
          <p:cNvPr id="7" name="TextBox 6"/>
          <p:cNvSpPr txBox="1"/>
          <p:nvPr/>
        </p:nvSpPr>
        <p:spPr>
          <a:xfrm>
            <a:off x="338328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&lt;15%</a:t>
            </a:r>
          </a:p>
        </p:txBody>
      </p:sp>
      <p:sp>
        <p:nvSpPr>
          <p:cNvPr id="8" name="TextBox 7"/>
          <p:cNvSpPr txBox="1"/>
          <p:nvPr/>
        </p:nvSpPr>
        <p:spPr>
          <a:xfrm>
            <a:off x="338328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Failures attributed</a:t>
            </a:r>
            <a:br>
              <a:rPr dirty="0">
                <a:latin typeface="Wallace Sans Light" pitchFamily="2" charset="0"/>
              </a:rPr>
            </a:br>
            <a:r>
              <a:rPr dirty="0">
                <a:latin typeface="Wallace Sans Light" pitchFamily="2" charset="0"/>
              </a:rPr>
              <a:t>to technology</a:t>
            </a:r>
          </a:p>
        </p:txBody>
      </p:sp>
      <p:sp>
        <p:nvSpPr>
          <p:cNvPr id="9" name="TextBox 8"/>
          <p:cNvSpPr txBox="1"/>
          <p:nvPr/>
        </p:nvSpPr>
        <p:spPr>
          <a:xfrm>
            <a:off x="3383280" y="3383280"/>
            <a:ext cx="2560320" cy="954107"/>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Models work. Infrastructure works.</a:t>
            </a:r>
            <a:br>
              <a:rPr sz="1400" dirty="0">
                <a:solidFill>
                  <a:srgbClr val="1A1A1A"/>
                </a:solidFill>
                <a:latin typeface="Wallace Sans Light" pitchFamily="2" charset="0"/>
              </a:rPr>
            </a:br>
            <a:r>
              <a:rPr sz="1400" dirty="0">
                <a:solidFill>
                  <a:srgbClr val="1A1A1A"/>
                </a:solidFill>
                <a:latin typeface="Wallace Sans Light" pitchFamily="2" charset="0"/>
              </a:rPr>
              <a:t>The organization doesn’t adopt</a:t>
            </a:r>
            <a:r>
              <a:rPr dirty="0">
                <a:latin typeface="Wallace Sans Light" pitchFamily="2" charset="0"/>
              </a:rPr>
              <a:t>.</a:t>
            </a:r>
          </a:p>
        </p:txBody>
      </p:sp>
      <p:sp>
        <p:nvSpPr>
          <p:cNvPr id="10" name="TextBox 9"/>
          <p:cNvSpPr txBox="1"/>
          <p:nvPr/>
        </p:nvSpPr>
        <p:spPr>
          <a:xfrm>
            <a:off x="6217920" y="105156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#1 Cause</a:t>
            </a:r>
          </a:p>
        </p:txBody>
      </p:sp>
      <p:sp>
        <p:nvSpPr>
          <p:cNvPr id="11" name="TextBox 10"/>
          <p:cNvSpPr txBox="1"/>
          <p:nvPr/>
        </p:nvSpPr>
        <p:spPr>
          <a:xfrm>
            <a:off x="621792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Organizational and</a:t>
            </a:r>
            <a:br>
              <a:rPr dirty="0">
                <a:latin typeface="Wallace Sans Light" pitchFamily="2" charset="0"/>
              </a:rPr>
            </a:br>
            <a:r>
              <a:rPr dirty="0">
                <a:latin typeface="Wallace Sans Light" pitchFamily="2" charset="0"/>
              </a:rPr>
              <a:t>cultural resistance</a:t>
            </a:r>
          </a:p>
        </p:txBody>
      </p:sp>
      <p:sp>
        <p:nvSpPr>
          <p:cNvPr id="12" name="TextBox 11"/>
          <p:cNvSpPr txBox="1"/>
          <p:nvPr/>
        </p:nvSpPr>
        <p:spPr>
          <a:xfrm>
            <a:off x="621792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Change resistance, skill gaps,</a:t>
            </a:r>
            <a:br>
              <a:rPr sz="1400" dirty="0">
                <a:solidFill>
                  <a:srgbClr val="1A1A1A"/>
                </a:solidFill>
                <a:latin typeface="Wallace Sans Light" pitchFamily="2" charset="0"/>
              </a:rPr>
            </a:br>
            <a:r>
              <a:rPr sz="1400" dirty="0">
                <a:solidFill>
                  <a:srgbClr val="1A1A1A"/>
                </a:solidFill>
                <a:latin typeface="Wallace Sans Light" pitchFamily="2" charset="0"/>
              </a:rPr>
              <a:t>misaligned incentives, lack of trust</a:t>
            </a:r>
          </a:p>
        </p:txBody>
      </p:sp>
      <p:sp>
        <p:nvSpPr>
          <p:cNvPr id="13" name="TextBox 12"/>
          <p:cNvSpPr txBox="1"/>
          <p:nvPr/>
        </p:nvSpPr>
        <p:spPr>
          <a:xfrm>
            <a:off x="905256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$4.6T</a:t>
            </a:r>
          </a:p>
        </p:txBody>
      </p:sp>
      <p:sp>
        <p:nvSpPr>
          <p:cNvPr id="14" name="TextBox 13"/>
          <p:cNvSpPr txBox="1"/>
          <p:nvPr/>
        </p:nvSpPr>
        <p:spPr>
          <a:xfrm>
            <a:off x="905256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Projected global AI</a:t>
            </a:r>
            <a:br>
              <a:rPr dirty="0">
                <a:latin typeface="Wallace Sans Light" pitchFamily="2" charset="0"/>
              </a:rPr>
            </a:br>
            <a:r>
              <a:rPr dirty="0">
                <a:latin typeface="Wallace Sans Light" pitchFamily="2" charset="0"/>
              </a:rPr>
              <a:t>investment by 2027</a:t>
            </a:r>
          </a:p>
        </p:txBody>
      </p:sp>
      <p:sp>
        <p:nvSpPr>
          <p:cNvPr id="15" name="TextBox 14"/>
          <p:cNvSpPr txBox="1"/>
          <p:nvPr/>
        </p:nvSpPr>
        <p:spPr>
          <a:xfrm>
            <a:off x="9052560" y="3503369"/>
            <a:ext cx="2560320" cy="523220"/>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The majority at risk of</a:t>
            </a:r>
            <a:br>
              <a:rPr sz="1400" dirty="0">
                <a:solidFill>
                  <a:srgbClr val="1A1A1A"/>
                </a:solidFill>
                <a:latin typeface="Wallace Sans Light" pitchFamily="2" charset="0"/>
              </a:rPr>
            </a:br>
            <a:r>
              <a:rPr sz="1400" dirty="0">
                <a:solidFill>
                  <a:srgbClr val="1A1A1A"/>
                </a:solidFill>
                <a:latin typeface="Wallace Sans Light" pitchFamily="2" charset="0"/>
              </a:rPr>
              <a:t>delivering no return</a:t>
            </a:r>
          </a:p>
        </p:txBody>
      </p:sp>
      <p:sp>
        <p:nvSpPr>
          <p:cNvPr id="16" name="Rectangle 15"/>
          <p:cNvSpPr/>
          <p:nvPr/>
        </p:nvSpPr>
        <p:spPr>
          <a:xfrm>
            <a:off x="548640" y="461384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33600" y="470528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The gap between AI capability and organizational readiness is where value dies.</a:t>
            </a:r>
          </a:p>
        </p:txBody>
      </p:sp>
      <p:sp>
        <p:nvSpPr>
          <p:cNvPr id="18" name="TextBox 17"/>
          <p:cNvSpPr txBox="1"/>
          <p:nvPr/>
        </p:nvSpPr>
        <p:spPr>
          <a:xfrm>
            <a:off x="548640" y="5669280"/>
            <a:ext cx="10972800" cy="230832"/>
          </a:xfrm>
          <a:prstGeom prst="rect">
            <a:avLst/>
          </a:prstGeom>
          <a:noFill/>
        </p:spPr>
        <p:txBody>
          <a:bodyPr wrap="square">
            <a:spAutoFit/>
          </a:bodyPr>
          <a:lstStyle/>
          <a:p>
            <a:pPr algn="l">
              <a:defRPr sz="900" b="0" i="1">
                <a:solidFill>
                  <a:srgbClr val="888888"/>
                </a:solidFill>
                <a:latin typeface="Helvetica Neue"/>
              </a:defRPr>
            </a:pPr>
            <a:r>
              <a:rPr dirty="0">
                <a:latin typeface="Wallace Sans Light" pitchFamily="2" charset="0"/>
              </a:rPr>
              <a:t>Sources: McKinsey (2023); BCG AI Adoption Survey (2024); IDC AI Spending Guide (2025)</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Cultural Debt Compounds Like Technical Debt — But No One Tracks It</a:t>
            </a:r>
          </a:p>
        </p:txBody>
      </p:sp>
      <p:sp>
        <p:nvSpPr>
          <p:cNvPr id="3" name="Rectangle 2"/>
          <p:cNvSpPr/>
          <p:nvPr/>
        </p:nvSpPr>
        <p:spPr>
          <a:xfrm>
            <a:off x="548640" y="1188720"/>
            <a:ext cx="5303520" cy="3474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80160"/>
            <a:ext cx="4754880" cy="400110"/>
          </a:xfrm>
          <a:prstGeom prst="rect">
            <a:avLst/>
          </a:prstGeom>
          <a:noFill/>
        </p:spPr>
        <p:txBody>
          <a:bodyPr wrap="square">
            <a:spAutoFit/>
          </a:bodyPr>
          <a:lstStyle/>
          <a:p>
            <a:pPr algn="l">
              <a:defRPr sz="2000" b="1" i="0">
                <a:solidFill>
                  <a:srgbClr val="000050"/>
                </a:solidFill>
                <a:latin typeface="Helvetica Neue"/>
              </a:defRPr>
            </a:pPr>
            <a:r>
              <a:rPr dirty="0">
                <a:latin typeface="Wallace Sans Light" pitchFamily="2" charset="0"/>
              </a:rPr>
              <a:t>Technical Debt</a:t>
            </a:r>
          </a:p>
        </p:txBody>
      </p:sp>
      <p:sp>
        <p:nvSpPr>
          <p:cNvPr id="5" name="TextBox 4"/>
          <p:cNvSpPr txBox="1"/>
          <p:nvPr/>
        </p:nvSpPr>
        <p:spPr>
          <a:xfrm>
            <a:off x="822960" y="18288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code that create future rework</a:t>
            </a:r>
          </a:p>
        </p:txBody>
      </p:sp>
      <p:sp>
        <p:nvSpPr>
          <p:cNvPr id="6" name="TextBox 5"/>
          <p:cNvSpPr txBox="1"/>
          <p:nvPr/>
        </p:nvSpPr>
        <p:spPr>
          <a:xfrm>
            <a:off x="82296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Visible in code reviews, build times, bug rates</a:t>
            </a:r>
          </a:p>
        </p:txBody>
      </p:sp>
      <p:sp>
        <p:nvSpPr>
          <p:cNvPr id="7" name="TextBox 6"/>
          <p:cNvSpPr txBox="1"/>
          <p:nvPr/>
        </p:nvSpPr>
        <p:spPr>
          <a:xfrm>
            <a:off x="82296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Tracked, measured, budgeted for</a:t>
            </a:r>
          </a:p>
        </p:txBody>
      </p:sp>
      <p:sp>
        <p:nvSpPr>
          <p:cNvPr id="8" name="TextBox 7"/>
          <p:cNvSpPr txBox="1"/>
          <p:nvPr/>
        </p:nvSpPr>
        <p:spPr>
          <a:xfrm>
            <a:off x="82296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system complexity grows</a:t>
            </a:r>
          </a:p>
        </p:txBody>
      </p:sp>
      <p:sp>
        <p:nvSpPr>
          <p:cNvPr id="9" name="TextBox 8"/>
          <p:cNvSpPr txBox="1"/>
          <p:nvPr/>
        </p:nvSpPr>
        <p:spPr>
          <a:xfrm>
            <a:off x="82296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refactor the code</a:t>
            </a:r>
          </a:p>
        </p:txBody>
      </p:sp>
      <p:sp>
        <p:nvSpPr>
          <p:cNvPr id="10" name="Rectangle 9"/>
          <p:cNvSpPr/>
          <p:nvPr/>
        </p:nvSpPr>
        <p:spPr>
          <a:xfrm>
            <a:off x="6217920" y="1188720"/>
            <a:ext cx="5303520" cy="347472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280160"/>
            <a:ext cx="4754880" cy="400110"/>
          </a:xfrm>
          <a:prstGeom prst="rect">
            <a:avLst/>
          </a:prstGeom>
          <a:noFill/>
        </p:spPr>
        <p:txBody>
          <a:bodyPr wrap="square">
            <a:spAutoFit/>
          </a:bodyPr>
          <a:lstStyle/>
          <a:p>
            <a:pPr algn="l">
              <a:defRPr sz="2000" b="1" i="0">
                <a:solidFill>
                  <a:srgbClr val="000050"/>
                </a:solidFill>
                <a:latin typeface="Helvetica Neue"/>
              </a:defRPr>
            </a:pPr>
            <a:r>
              <a:rPr dirty="0">
                <a:latin typeface="Wallace Sans Light" pitchFamily="2" charset="0"/>
              </a:rPr>
              <a:t>Cultural Debt</a:t>
            </a:r>
          </a:p>
        </p:txBody>
      </p:sp>
      <p:sp>
        <p:nvSpPr>
          <p:cNvPr id="12" name="TextBox 11"/>
          <p:cNvSpPr txBox="1"/>
          <p:nvPr/>
        </p:nvSpPr>
        <p:spPr>
          <a:xfrm>
            <a:off x="6492240" y="1828800"/>
            <a:ext cx="4754880" cy="492443"/>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change management that create future resistance</a:t>
            </a:r>
          </a:p>
        </p:txBody>
      </p:sp>
      <p:sp>
        <p:nvSpPr>
          <p:cNvPr id="13" name="TextBox 12"/>
          <p:cNvSpPr txBox="1"/>
          <p:nvPr/>
        </p:nvSpPr>
        <p:spPr>
          <a:xfrm>
            <a:off x="649224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Invisible until the next initiative stalls</a:t>
            </a:r>
          </a:p>
        </p:txBody>
      </p:sp>
      <p:sp>
        <p:nvSpPr>
          <p:cNvPr id="14" name="TextBox 13"/>
          <p:cNvSpPr txBox="1"/>
          <p:nvPr/>
        </p:nvSpPr>
        <p:spPr>
          <a:xfrm>
            <a:off x="649224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Untracked, unmeasured, unbudgeted</a:t>
            </a:r>
          </a:p>
        </p:txBody>
      </p:sp>
      <p:sp>
        <p:nvSpPr>
          <p:cNvPr id="15" name="TextBox 14"/>
          <p:cNvSpPr txBox="1"/>
          <p:nvPr/>
        </p:nvSpPr>
        <p:spPr>
          <a:xfrm>
            <a:off x="649224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organizational cynicism grows</a:t>
            </a:r>
          </a:p>
        </p:txBody>
      </p:sp>
      <p:sp>
        <p:nvSpPr>
          <p:cNvPr id="16" name="TextBox 15"/>
          <p:cNvSpPr txBox="1"/>
          <p:nvPr/>
        </p:nvSpPr>
        <p:spPr>
          <a:xfrm>
            <a:off x="649224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rebuild trust, realign incentives, invest in people</a:t>
            </a:r>
          </a:p>
        </p:txBody>
      </p:sp>
      <p:sp>
        <p:nvSpPr>
          <p:cNvPr id="17" name="Rectangle 16"/>
          <p:cNvSpPr/>
          <p:nvPr/>
        </p:nvSpPr>
        <p:spPr>
          <a:xfrm>
            <a:off x="548640" y="493776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029200"/>
            <a:ext cx="10058400" cy="323165"/>
          </a:xfrm>
          <a:prstGeom prst="rect">
            <a:avLst/>
          </a:prstGeom>
          <a:noFill/>
        </p:spPr>
        <p:txBody>
          <a:bodyPr wrap="square">
            <a:spAutoFit/>
          </a:bodyPr>
          <a:lstStyle/>
          <a:p>
            <a:pPr algn="l">
              <a:defRPr sz="1500" b="1" i="1">
                <a:solidFill>
                  <a:srgbClr val="FFFFFF"/>
                </a:solidFill>
                <a:latin typeface="Helvetica Neue"/>
              </a:defRPr>
            </a:pPr>
            <a:r>
              <a:rPr dirty="0">
                <a:latin typeface="Wallace Sans Light" pitchFamily="2" charset="0"/>
              </a:rPr>
              <a:t>Cultural debt accrues every time an organization deploys technology without investing in the humans who must adopt it.</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AI Initiative Makes the Next One Harder</a:t>
            </a:r>
          </a:p>
        </p:txBody>
      </p:sp>
      <p:sp>
        <p:nvSpPr>
          <p:cNvPr id="3" name="Rectangle 2"/>
          <p:cNvSpPr/>
          <p:nvPr/>
        </p:nvSpPr>
        <p:spPr>
          <a:xfrm>
            <a:off x="13716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AI Initiative</a:t>
            </a:r>
            <a:br>
              <a:rPr dirty="0">
                <a:latin typeface="Wallace Sans Light" pitchFamily="2" charset="0"/>
              </a:rPr>
            </a:br>
            <a:r>
              <a:rPr dirty="0">
                <a:latin typeface="Wallace Sans Light" pitchFamily="2" charset="0"/>
              </a:rPr>
              <a:t>Launched</a:t>
            </a:r>
          </a:p>
        </p:txBody>
      </p:sp>
      <p:sp>
        <p:nvSpPr>
          <p:cNvPr id="5" name="Rectangle 4"/>
          <p:cNvSpPr/>
          <p:nvPr/>
        </p:nvSpPr>
        <p:spPr>
          <a:xfrm>
            <a:off x="45720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634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Adoption</a:t>
            </a:r>
            <a:br>
              <a:rPr dirty="0">
                <a:latin typeface="Wallace Sans Light" pitchFamily="2" charset="0"/>
              </a:rPr>
            </a:br>
            <a:r>
              <a:rPr dirty="0">
                <a:latin typeface="Wallace Sans Light" pitchFamily="2" charset="0"/>
              </a:rPr>
              <a:t>Stalls</a:t>
            </a:r>
          </a:p>
        </p:txBody>
      </p:sp>
      <p:sp>
        <p:nvSpPr>
          <p:cNvPr id="7" name="Rectangle 6"/>
          <p:cNvSpPr/>
          <p:nvPr/>
        </p:nvSpPr>
        <p:spPr>
          <a:xfrm>
            <a:off x="77724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Leadership</a:t>
            </a:r>
            <a:br>
              <a:rPr dirty="0">
                <a:latin typeface="Wallace Sans Light" pitchFamily="2" charset="0"/>
              </a:rPr>
            </a:br>
            <a:r>
              <a:rPr dirty="0">
                <a:latin typeface="Wallace Sans Light" pitchFamily="2" charset="0"/>
              </a:rPr>
              <a:t>Declares Failure</a:t>
            </a:r>
          </a:p>
        </p:txBody>
      </p:sp>
      <p:sp>
        <p:nvSpPr>
          <p:cNvPr id="9" name="Rectangle 8"/>
          <p:cNvSpPr/>
          <p:nvPr/>
        </p:nvSpPr>
        <p:spPr>
          <a:xfrm>
            <a:off x="77724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Cynicism</a:t>
            </a:r>
            <a:br>
              <a:rPr dirty="0">
                <a:latin typeface="Wallace Sans Light" pitchFamily="2" charset="0"/>
              </a:rPr>
            </a:br>
            <a:r>
              <a:rPr dirty="0">
                <a:latin typeface="Wallace Sans Light" pitchFamily="2" charset="0"/>
              </a:rPr>
              <a:t>Deepens</a:t>
            </a:r>
          </a:p>
        </p:txBody>
      </p:sp>
      <p:sp>
        <p:nvSpPr>
          <p:cNvPr id="11" name="Rectangle 10"/>
          <p:cNvSpPr/>
          <p:nvPr/>
        </p:nvSpPr>
        <p:spPr>
          <a:xfrm>
            <a:off x="45720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Shadow Processes</a:t>
            </a:r>
            <a:br>
              <a:rPr dirty="0">
                <a:latin typeface="Wallace Sans Light" pitchFamily="2" charset="0"/>
              </a:rPr>
            </a:br>
            <a:r>
              <a:rPr dirty="0">
                <a:latin typeface="Wallace Sans Light" pitchFamily="2" charset="0"/>
              </a:rPr>
              <a:t>Harden</a:t>
            </a:r>
          </a:p>
        </p:txBody>
      </p:sp>
      <p:sp>
        <p:nvSpPr>
          <p:cNvPr id="13" name="Rectangle 12"/>
          <p:cNvSpPr/>
          <p:nvPr/>
        </p:nvSpPr>
        <p:spPr>
          <a:xfrm>
            <a:off x="13716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Next Initiative Faces</a:t>
            </a:r>
            <a:br>
              <a:rPr dirty="0">
                <a:latin typeface="Wallace Sans Light" pitchFamily="2" charset="0"/>
              </a:rPr>
            </a:br>
            <a:r>
              <a:rPr dirty="0">
                <a:latin typeface="Wallace Sans Light" pitchFamily="2" charset="0"/>
              </a:rPr>
              <a:t>Higher Resistance</a:t>
            </a:r>
          </a:p>
        </p:txBody>
      </p:sp>
      <p:sp>
        <p:nvSpPr>
          <p:cNvPr id="15" name="TextBox 14"/>
          <p:cNvSpPr txBox="1"/>
          <p:nvPr/>
        </p:nvSpPr>
        <p:spPr>
          <a:xfrm>
            <a:off x="39319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6" name="TextBox 15"/>
          <p:cNvSpPr txBox="1"/>
          <p:nvPr/>
        </p:nvSpPr>
        <p:spPr>
          <a:xfrm>
            <a:off x="71323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7" name="TextBox 16"/>
          <p:cNvSpPr txBox="1"/>
          <p:nvPr/>
        </p:nvSpPr>
        <p:spPr>
          <a:xfrm>
            <a:off x="8778240" y="2862072"/>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8" name="TextBox 17"/>
          <p:cNvSpPr txBox="1"/>
          <p:nvPr/>
        </p:nvSpPr>
        <p:spPr>
          <a:xfrm>
            <a:off x="71323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9" name="TextBox 18"/>
          <p:cNvSpPr txBox="1"/>
          <p:nvPr/>
        </p:nvSpPr>
        <p:spPr>
          <a:xfrm>
            <a:off x="39319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0" name="TextBox 19"/>
          <p:cNvSpPr txBox="1"/>
          <p:nvPr/>
        </p:nvSpPr>
        <p:spPr>
          <a:xfrm>
            <a:off x="1645920" y="29260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1" name="Rectangle 20"/>
          <p:cNvSpPr/>
          <p:nvPr/>
        </p:nvSpPr>
        <p:spPr>
          <a:xfrm>
            <a:off x="548640" y="4846320"/>
            <a:ext cx="10972800" cy="1188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937760"/>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1:</a:t>
            </a:r>
          </a:p>
        </p:txBody>
      </p:sp>
      <p:sp>
        <p:nvSpPr>
          <p:cNvPr id="23" name="TextBox 22"/>
          <p:cNvSpPr txBox="1"/>
          <p:nvPr/>
        </p:nvSpPr>
        <p:spPr>
          <a:xfrm>
            <a:off x="2286000" y="4937760"/>
            <a:ext cx="8686800" cy="307777"/>
          </a:xfrm>
          <a:prstGeom prst="rect">
            <a:avLst/>
          </a:prstGeom>
          <a:noFill/>
        </p:spPr>
        <p:txBody>
          <a:bodyPr wrap="square">
            <a:spAutoFit/>
          </a:bodyPr>
          <a:lstStyle/>
          <a:p>
            <a:pPr algn="l">
              <a:defRPr sz="1100" b="0" i="0">
                <a:solidFill>
                  <a:srgbClr val="1A1A1A"/>
                </a:solidFill>
                <a:latin typeface="Helvetica Neue"/>
              </a:defRPr>
            </a:pPr>
            <a:r>
              <a:rPr sz="1400" dirty="0">
                <a:latin typeface="Wallace Sans Light" pitchFamily="2" charset="0"/>
              </a:rPr>
              <a:t>Healthy skepticism </a:t>
            </a:r>
            <a:r>
              <a:rPr lang="en-US" sz="1400" dirty="0">
                <a:latin typeface="Wallace Sans Light" pitchFamily="2" charset="0"/>
              </a:rPr>
              <a:t>; </a:t>
            </a:r>
            <a:r>
              <a:rPr sz="1400" dirty="0">
                <a:latin typeface="Wallace Sans Light" pitchFamily="2" charset="0"/>
              </a:rPr>
              <a:t> “Let’s see if this works”</a:t>
            </a:r>
          </a:p>
        </p:txBody>
      </p:sp>
      <p:sp>
        <p:nvSpPr>
          <p:cNvPr id="24" name="TextBox 23"/>
          <p:cNvSpPr txBox="1"/>
          <p:nvPr/>
        </p:nvSpPr>
        <p:spPr>
          <a:xfrm>
            <a:off x="914400" y="5193792"/>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2:</a:t>
            </a:r>
          </a:p>
        </p:txBody>
      </p:sp>
      <p:sp>
        <p:nvSpPr>
          <p:cNvPr id="25" name="TextBox 24"/>
          <p:cNvSpPr txBox="1"/>
          <p:nvPr/>
        </p:nvSpPr>
        <p:spPr>
          <a:xfrm>
            <a:off x="2286000" y="5193792"/>
            <a:ext cx="8686800" cy="307777"/>
          </a:xfrm>
          <a:prstGeom prst="rect">
            <a:avLst/>
          </a:prstGeom>
          <a:noFill/>
        </p:spPr>
        <p:txBody>
          <a:bodyPr wrap="square">
            <a:spAutoFit/>
          </a:bodyPr>
          <a:lstStyle/>
          <a:p>
            <a:pPr>
              <a:defRPr sz="1100" b="0" i="0">
                <a:solidFill>
                  <a:srgbClr val="1A1A1A"/>
                </a:solidFill>
                <a:latin typeface="Helvetica Neue"/>
              </a:defRPr>
            </a:pPr>
            <a:r>
              <a:rPr sz="1400" dirty="0">
                <a:solidFill>
                  <a:srgbClr val="1A1A1A"/>
                </a:solidFill>
                <a:latin typeface="Wallace Sans Light" pitchFamily="2" charset="0"/>
              </a:rPr>
              <a:t>Active resistance </a:t>
            </a:r>
            <a:r>
              <a:rPr lang="en-US" sz="1400" dirty="0">
                <a:solidFill>
                  <a:srgbClr val="1A1A1A"/>
                </a:solidFill>
                <a:latin typeface="Wallace Sans Light" pitchFamily="2" charset="0"/>
              </a:rPr>
              <a:t>; </a:t>
            </a:r>
            <a:r>
              <a:rPr sz="1400" dirty="0">
                <a:solidFill>
                  <a:srgbClr val="1A1A1A"/>
                </a:solidFill>
                <a:latin typeface="Wallace Sans Light" pitchFamily="2" charset="0"/>
              </a:rPr>
              <a:t>“We tried this before”</a:t>
            </a:r>
          </a:p>
        </p:txBody>
      </p:sp>
      <p:sp>
        <p:nvSpPr>
          <p:cNvPr id="26" name="TextBox 25"/>
          <p:cNvSpPr txBox="1"/>
          <p:nvPr/>
        </p:nvSpPr>
        <p:spPr>
          <a:xfrm>
            <a:off x="914400" y="5449824"/>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3:</a:t>
            </a:r>
          </a:p>
        </p:txBody>
      </p:sp>
      <p:sp>
        <p:nvSpPr>
          <p:cNvPr id="27" name="TextBox 26"/>
          <p:cNvSpPr txBox="1"/>
          <p:nvPr/>
        </p:nvSpPr>
        <p:spPr>
          <a:xfrm>
            <a:off x="2286000" y="5449824"/>
            <a:ext cx="8686800" cy="307777"/>
          </a:xfrm>
          <a:prstGeom prst="rect">
            <a:avLst/>
          </a:prstGeom>
          <a:noFill/>
        </p:spPr>
        <p:txBody>
          <a:bodyPr wrap="square">
            <a:spAutoFit/>
          </a:bodyPr>
          <a:lstStyle/>
          <a:p>
            <a:pPr>
              <a:defRPr sz="1100" b="0" i="0">
                <a:solidFill>
                  <a:srgbClr val="1A1A1A"/>
                </a:solidFill>
                <a:latin typeface="Helvetica Neue"/>
              </a:defRPr>
            </a:pPr>
            <a:r>
              <a:rPr sz="1400" dirty="0">
                <a:solidFill>
                  <a:srgbClr val="1A1A1A"/>
                </a:solidFill>
                <a:latin typeface="Wallace Sans Light" pitchFamily="2" charset="0"/>
              </a:rPr>
              <a:t>Organizational antibodies </a:t>
            </a:r>
            <a:r>
              <a:rPr lang="en-US" sz="1400" dirty="0">
                <a:solidFill>
                  <a:srgbClr val="1A1A1A"/>
                </a:solidFill>
                <a:latin typeface="Wallace Sans Light" pitchFamily="2" charset="0"/>
              </a:rPr>
              <a:t>; </a:t>
            </a:r>
            <a:r>
              <a:rPr sz="1400" dirty="0">
                <a:solidFill>
                  <a:srgbClr val="1A1A1A"/>
                </a:solidFill>
                <a:latin typeface="Wallace Sans Light" pitchFamily="2" charset="0"/>
              </a:rPr>
              <a:t>“AI doesn’t work here”</a:t>
            </a:r>
          </a:p>
        </p:txBody>
      </p:sp>
      <p:sp>
        <p:nvSpPr>
          <p:cNvPr id="28" name="TextBox 27"/>
          <p:cNvSpPr txBox="1"/>
          <p:nvPr/>
        </p:nvSpPr>
        <p:spPr>
          <a:xfrm>
            <a:off x="914400" y="5705856"/>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4:</a:t>
            </a:r>
          </a:p>
        </p:txBody>
      </p:sp>
      <p:sp>
        <p:nvSpPr>
          <p:cNvPr id="29" name="TextBox 28"/>
          <p:cNvSpPr txBox="1"/>
          <p:nvPr/>
        </p:nvSpPr>
        <p:spPr>
          <a:xfrm>
            <a:off x="2286000" y="5705856"/>
            <a:ext cx="8686800" cy="307777"/>
          </a:xfrm>
          <a:prstGeom prst="rect">
            <a:avLst/>
          </a:prstGeom>
          <a:noFill/>
        </p:spPr>
        <p:txBody>
          <a:bodyPr wrap="square">
            <a:spAutoFit/>
          </a:bodyPr>
          <a:lstStyle/>
          <a:p>
            <a:pPr>
              <a:defRPr sz="1100" b="0" i="0">
                <a:solidFill>
                  <a:srgbClr val="1A1A1A"/>
                </a:solidFill>
                <a:latin typeface="Helvetica Neue"/>
              </a:defRPr>
            </a:pPr>
            <a:r>
              <a:rPr sz="1400" dirty="0">
                <a:solidFill>
                  <a:srgbClr val="1A1A1A"/>
                </a:solidFill>
                <a:latin typeface="Wallace Sans Light" pitchFamily="2" charset="0"/>
              </a:rPr>
              <a:t>Structural inability </a:t>
            </a:r>
            <a:r>
              <a:rPr lang="en-US" sz="1400" dirty="0">
                <a:solidFill>
                  <a:srgbClr val="1A1A1A"/>
                </a:solidFill>
                <a:latin typeface="Wallace Sans Light" pitchFamily="2" charset="0"/>
              </a:rPr>
              <a:t>; </a:t>
            </a:r>
            <a:r>
              <a:rPr sz="1400" dirty="0">
                <a:solidFill>
                  <a:srgbClr val="1A1A1A"/>
                </a:solidFill>
                <a:latin typeface="Wallace Sans Light" pitchFamily="2" charset="0"/>
              </a:rPr>
              <a:t>the best people have stopped engaging</a:t>
            </a:r>
          </a:p>
        </p:txBody>
      </p:sp>
      <p:sp>
        <p:nvSpPr>
          <p:cNvPr id="30" name="TextBox 2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1" name="TextBox 3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Every Failed AI Initiative Makes the Next One Harder</a:t>
            </a:r>
          </a:p>
        </p:txBody>
      </p:sp>
      <p:sp>
        <p:nvSpPr>
          <p:cNvPr id="3" name="Rectangle 2"/>
          <p:cNvSpPr/>
          <p:nvPr/>
        </p:nvSpPr>
        <p:spPr>
          <a:xfrm>
            <a:off x="13716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AI Initiative</a:t>
            </a:r>
            <a:br>
              <a:rPr dirty="0">
                <a:latin typeface="Wallace Sans Light" pitchFamily="2" charset="0"/>
              </a:rPr>
            </a:br>
            <a:r>
              <a:rPr dirty="0">
                <a:latin typeface="Wallace Sans Light" pitchFamily="2" charset="0"/>
              </a:rPr>
              <a:t>Launched</a:t>
            </a:r>
          </a:p>
        </p:txBody>
      </p:sp>
      <p:sp>
        <p:nvSpPr>
          <p:cNvPr id="5" name="Rectangle 4"/>
          <p:cNvSpPr/>
          <p:nvPr/>
        </p:nvSpPr>
        <p:spPr>
          <a:xfrm>
            <a:off x="45720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634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Adoption</a:t>
            </a:r>
            <a:br>
              <a:rPr dirty="0">
                <a:latin typeface="Wallace Sans Light" pitchFamily="2" charset="0"/>
              </a:rPr>
            </a:br>
            <a:r>
              <a:rPr dirty="0">
                <a:latin typeface="Wallace Sans Light" pitchFamily="2" charset="0"/>
              </a:rPr>
              <a:t>Stalls</a:t>
            </a:r>
          </a:p>
        </p:txBody>
      </p:sp>
      <p:sp>
        <p:nvSpPr>
          <p:cNvPr id="7" name="Rectangle 6"/>
          <p:cNvSpPr/>
          <p:nvPr/>
        </p:nvSpPr>
        <p:spPr>
          <a:xfrm>
            <a:off x="77724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Leadership</a:t>
            </a:r>
            <a:br>
              <a:rPr dirty="0">
                <a:latin typeface="Wallace Sans Light" pitchFamily="2" charset="0"/>
              </a:rPr>
            </a:br>
            <a:r>
              <a:rPr dirty="0">
                <a:latin typeface="Wallace Sans Light" pitchFamily="2" charset="0"/>
              </a:rPr>
              <a:t>Declares Failure</a:t>
            </a:r>
          </a:p>
        </p:txBody>
      </p:sp>
      <p:sp>
        <p:nvSpPr>
          <p:cNvPr id="9" name="Rectangle 8"/>
          <p:cNvSpPr/>
          <p:nvPr/>
        </p:nvSpPr>
        <p:spPr>
          <a:xfrm>
            <a:off x="77724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Cynicism</a:t>
            </a:r>
            <a:br>
              <a:rPr dirty="0">
                <a:latin typeface="Wallace Sans Light" pitchFamily="2" charset="0"/>
              </a:rPr>
            </a:br>
            <a:r>
              <a:rPr dirty="0">
                <a:latin typeface="Wallace Sans Light" pitchFamily="2" charset="0"/>
              </a:rPr>
              <a:t>Deepens</a:t>
            </a:r>
          </a:p>
        </p:txBody>
      </p:sp>
      <p:sp>
        <p:nvSpPr>
          <p:cNvPr id="11" name="Rectangle 10"/>
          <p:cNvSpPr/>
          <p:nvPr/>
        </p:nvSpPr>
        <p:spPr>
          <a:xfrm>
            <a:off x="45720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Shadow Processes</a:t>
            </a:r>
            <a:br>
              <a:rPr dirty="0">
                <a:latin typeface="Wallace Sans Light" pitchFamily="2" charset="0"/>
              </a:rPr>
            </a:br>
            <a:r>
              <a:rPr dirty="0">
                <a:latin typeface="Wallace Sans Light" pitchFamily="2" charset="0"/>
              </a:rPr>
              <a:t>Harden</a:t>
            </a:r>
          </a:p>
        </p:txBody>
      </p:sp>
      <p:sp>
        <p:nvSpPr>
          <p:cNvPr id="13" name="Rectangle 12"/>
          <p:cNvSpPr/>
          <p:nvPr/>
        </p:nvSpPr>
        <p:spPr>
          <a:xfrm>
            <a:off x="13716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Next Initiative Faces</a:t>
            </a:r>
            <a:br>
              <a:rPr dirty="0">
                <a:latin typeface="Wallace Sans Light" pitchFamily="2" charset="0"/>
              </a:rPr>
            </a:br>
            <a:r>
              <a:rPr dirty="0">
                <a:latin typeface="Wallace Sans Light" pitchFamily="2" charset="0"/>
              </a:rPr>
              <a:t>Higher Resistance</a:t>
            </a:r>
          </a:p>
        </p:txBody>
      </p:sp>
      <p:sp>
        <p:nvSpPr>
          <p:cNvPr id="15" name="TextBox 14"/>
          <p:cNvSpPr txBox="1"/>
          <p:nvPr/>
        </p:nvSpPr>
        <p:spPr>
          <a:xfrm>
            <a:off x="39319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6" name="TextBox 15"/>
          <p:cNvSpPr txBox="1"/>
          <p:nvPr/>
        </p:nvSpPr>
        <p:spPr>
          <a:xfrm>
            <a:off x="71323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7" name="TextBox 16"/>
          <p:cNvSpPr txBox="1"/>
          <p:nvPr/>
        </p:nvSpPr>
        <p:spPr>
          <a:xfrm>
            <a:off x="8778240" y="2862072"/>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8" name="TextBox 17"/>
          <p:cNvSpPr txBox="1"/>
          <p:nvPr/>
        </p:nvSpPr>
        <p:spPr>
          <a:xfrm>
            <a:off x="71323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9" name="TextBox 18"/>
          <p:cNvSpPr txBox="1"/>
          <p:nvPr/>
        </p:nvSpPr>
        <p:spPr>
          <a:xfrm>
            <a:off x="39319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0" name="TextBox 19"/>
          <p:cNvSpPr txBox="1"/>
          <p:nvPr/>
        </p:nvSpPr>
        <p:spPr>
          <a:xfrm>
            <a:off x="1645920" y="29260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1" name="Rectangle 20"/>
          <p:cNvSpPr/>
          <p:nvPr/>
        </p:nvSpPr>
        <p:spPr>
          <a:xfrm>
            <a:off x="548640" y="4846320"/>
            <a:ext cx="10972800" cy="1188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937760"/>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1:</a:t>
            </a:r>
          </a:p>
        </p:txBody>
      </p:sp>
      <p:sp>
        <p:nvSpPr>
          <p:cNvPr id="23" name="TextBox 22"/>
          <p:cNvSpPr txBox="1"/>
          <p:nvPr/>
        </p:nvSpPr>
        <p:spPr>
          <a:xfrm>
            <a:off x="2286000" y="4937760"/>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Healthy skepticism — “Let’s see if this works”</a:t>
            </a:r>
          </a:p>
        </p:txBody>
      </p:sp>
      <p:sp>
        <p:nvSpPr>
          <p:cNvPr id="24" name="TextBox 23"/>
          <p:cNvSpPr txBox="1"/>
          <p:nvPr/>
        </p:nvSpPr>
        <p:spPr>
          <a:xfrm>
            <a:off x="914400" y="5193792"/>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2:</a:t>
            </a:r>
          </a:p>
        </p:txBody>
      </p:sp>
      <p:sp>
        <p:nvSpPr>
          <p:cNvPr id="25" name="TextBox 24"/>
          <p:cNvSpPr txBox="1"/>
          <p:nvPr/>
        </p:nvSpPr>
        <p:spPr>
          <a:xfrm>
            <a:off x="2286000" y="5193792"/>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Active resistance — “We tried this before”</a:t>
            </a:r>
          </a:p>
        </p:txBody>
      </p:sp>
      <p:sp>
        <p:nvSpPr>
          <p:cNvPr id="26" name="TextBox 25"/>
          <p:cNvSpPr txBox="1"/>
          <p:nvPr/>
        </p:nvSpPr>
        <p:spPr>
          <a:xfrm>
            <a:off x="914400" y="5449824"/>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3:</a:t>
            </a:r>
          </a:p>
        </p:txBody>
      </p:sp>
      <p:sp>
        <p:nvSpPr>
          <p:cNvPr id="27" name="TextBox 26"/>
          <p:cNvSpPr txBox="1"/>
          <p:nvPr/>
        </p:nvSpPr>
        <p:spPr>
          <a:xfrm>
            <a:off x="2286000" y="5449824"/>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Organizational antibodies — “AI doesn’t work here”</a:t>
            </a:r>
          </a:p>
        </p:txBody>
      </p:sp>
      <p:sp>
        <p:nvSpPr>
          <p:cNvPr id="28" name="TextBox 27"/>
          <p:cNvSpPr txBox="1"/>
          <p:nvPr/>
        </p:nvSpPr>
        <p:spPr>
          <a:xfrm>
            <a:off x="914400" y="5705856"/>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4:</a:t>
            </a:r>
          </a:p>
        </p:txBody>
      </p:sp>
      <p:sp>
        <p:nvSpPr>
          <p:cNvPr id="29" name="TextBox 28"/>
          <p:cNvSpPr txBox="1"/>
          <p:nvPr/>
        </p:nvSpPr>
        <p:spPr>
          <a:xfrm>
            <a:off x="2286000" y="5705856"/>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Structural inability — the best people have stopped engaging</a:t>
            </a:r>
          </a:p>
        </p:txBody>
      </p:sp>
      <p:sp>
        <p:nvSpPr>
          <p:cNvPr id="30" name="TextBox 2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1" name="TextBox 3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Five Cultural Patterns Predict AI Failure Before Launch</a:t>
            </a:r>
          </a:p>
        </p:txBody>
      </p:sp>
      <p:graphicFrame>
        <p:nvGraphicFramePr>
          <p:cNvPr id="3" name="Table 2"/>
          <p:cNvGraphicFramePr>
            <a:graphicFrameLocks noGrp="1"/>
          </p:cNvGraphicFramePr>
          <p:nvPr/>
        </p:nvGraphicFramePr>
        <p:xfrm>
          <a:off x="548640" y="1097280"/>
          <a:ext cx="10972800"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85800">
                <a:tc>
                  <a:txBody>
                    <a:bodyPr/>
                    <a:lstStyle/>
                    <a:p>
                      <a:pPr>
                        <a:spcAft>
                          <a:spcPts val="200"/>
                        </a:spcAft>
                        <a:defRPr sz="1200" b="1">
                          <a:solidFill>
                            <a:srgbClr val="000050"/>
                          </a:solidFill>
                          <a:latin typeface="Helvetica Neue"/>
                        </a:defRPr>
                      </a:pPr>
                      <a:r>
                        <a:rPr b="0" i="0" dirty="0">
                          <a:latin typeface="Wallace Sans Light" pitchFamily="2" charset="0"/>
                        </a:rPr>
                        <a:t>Pattern</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What It Looks Like</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What It Costs</a:t>
                      </a:r>
                    </a:p>
                  </a:txBody>
                  <a:tcPr>
                    <a:solidFill>
                      <a:srgbClr val="DDDDF8"/>
                    </a:solidFill>
                  </a:tcPr>
                </a:tc>
                <a:extLst>
                  <a:ext uri="{0D108BD9-81ED-4DB2-BD59-A6C34878D82A}">
                    <a16:rowId xmlns:a16="http://schemas.microsoft.com/office/drawing/2014/main" val="10000"/>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Permission Culture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Teams wait for approval before experimenting</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Innovation dies in committee; competitors move faster</a:t>
                      </a:r>
                    </a:p>
                  </a:txBody>
                  <a:tcPr>
                    <a:noFill/>
                  </a:tcPr>
                </a:tc>
                <a:extLst>
                  <a:ext uri="{0D108BD9-81ED-4DB2-BD59-A6C34878D82A}">
                    <a16:rowId xmlns:a16="http://schemas.microsoft.com/office/drawing/2014/main" val="10001"/>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Metric Misalignment</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AI success measured by deployment, not adoption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Teams ship models no one uses; declare victory anyway</a:t>
                      </a:r>
                    </a:p>
                  </a:txBody>
                  <a:tcPr>
                    <a:noFill/>
                  </a:tcPr>
                </a:tc>
                <a:extLst>
                  <a:ext uri="{0D108BD9-81ED-4DB2-BD59-A6C34878D82A}">
                    <a16:rowId xmlns:a16="http://schemas.microsoft.com/office/drawing/2014/main" val="10002"/>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Invisible Middle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Middle management neither sponsors nor blocks — they wait</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Initiatives lose momentum in the layer that controls execution</a:t>
                      </a:r>
                    </a:p>
                  </a:txBody>
                  <a:tcPr>
                    <a:noFill/>
                  </a:tcPr>
                </a:tc>
                <a:extLst>
                  <a:ext uri="{0D108BD9-81ED-4DB2-BD59-A6C34878D82A}">
                    <a16:rowId xmlns:a16="http://schemas.microsoft.com/office/drawing/2014/main" val="10003"/>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Skills Theater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Training programs check boxes but don’t build capability</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Teams attend workshops, return to old workflows Monday morning</a:t>
                      </a:r>
                    </a:p>
                  </a:txBody>
                  <a:tcPr>
                    <a:noFill/>
                  </a:tcPr>
                </a:tc>
                <a:extLst>
                  <a:ext uri="{0D108BD9-81ED-4DB2-BD59-A6C34878D82A}">
                    <a16:rowId xmlns:a16="http://schemas.microsoft.com/office/drawing/2014/main" val="10004"/>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Trust Deficit</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“AI will replace us” narrative goes unaddressed</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Best talent disengages or leaves; adoption becomes coercion</a:t>
                      </a:r>
                    </a:p>
                  </a:txBody>
                  <a:tcPr>
                    <a:noFill/>
                  </a:tcPr>
                </a:tc>
                <a:extLst>
                  <a:ext uri="{0D108BD9-81ED-4DB2-BD59-A6C34878D82A}">
                    <a16:rowId xmlns:a16="http://schemas.microsoft.com/office/drawing/2014/main" val="10005"/>
                  </a:ext>
                </a:extLst>
              </a:tr>
            </a:tbl>
          </a:graphicData>
        </a:graphic>
      </p:graphicFrame>
      <p:sp>
        <p:nvSpPr>
          <p:cNvPr id="4" name="Rectangle 3"/>
          <p:cNvSpPr/>
          <p:nvPr/>
        </p:nvSpPr>
        <p:spPr>
          <a:xfrm>
            <a:off x="548640" y="539496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486400"/>
            <a:ext cx="10058400" cy="307777"/>
          </a:xfrm>
          <a:prstGeom prst="rect">
            <a:avLst/>
          </a:prstGeom>
          <a:noFill/>
        </p:spPr>
        <p:txBody>
          <a:bodyPr wrap="square">
            <a:spAutoFit/>
          </a:bodyPr>
          <a:lstStyle/>
          <a:p>
            <a:pPr algn="l">
              <a:defRPr sz="1400" b="1" i="0">
                <a:solidFill>
                  <a:srgbClr val="000050"/>
                </a:solidFill>
                <a:latin typeface="Helvetica Neue"/>
              </a:defRPr>
            </a:pPr>
            <a:r>
              <a:rPr dirty="0">
                <a:latin typeface="Wallace Sans Light" pitchFamily="2" charset="0"/>
              </a:rPr>
              <a:t>If even two of these patterns are present, the initiative is at risk before a single model is trained.</a:t>
            </a:r>
          </a:p>
        </p:txBody>
      </p:sp>
      <p:sp>
        <p:nvSpPr>
          <p:cNvPr id="6" name="TextBox 5"/>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Organizations That Break the Cycle Invest in Culture Before Code</a:t>
            </a:r>
          </a:p>
        </p:txBody>
      </p:sp>
      <p:graphicFrame>
        <p:nvGraphicFramePr>
          <p:cNvPr id="3" name="Table 2"/>
          <p:cNvGraphicFramePr>
            <a:graphicFrameLocks noGrp="1"/>
          </p:cNvGraphicFramePr>
          <p:nvPr/>
        </p:nvGraphicFramePr>
        <p:xfrm>
          <a:off x="548640" y="1097280"/>
          <a:ext cx="10972800" cy="34747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pPr>
                        <a:spcAft>
                          <a:spcPts val="200"/>
                        </a:spcAft>
                        <a:defRPr sz="1100" b="1">
                          <a:solidFill>
                            <a:srgbClr val="000050"/>
                          </a:solidFill>
                          <a:latin typeface="Helvetica Neue"/>
                        </a:defRPr>
                      </a:pPr>
                      <a:r>
                        <a:rPr b="0" i="0" dirty="0">
                          <a:latin typeface="Wallace Sans Light" pitchFamily="2" charset="0"/>
                        </a:rPr>
                        <a:t>What They Do</a:t>
                      </a:r>
                    </a:p>
                  </a:txBody>
                  <a:tcPr>
                    <a:solidFill>
                      <a:srgbClr val="DDDDF8"/>
                    </a:solidFill>
                  </a:tcPr>
                </a:tc>
                <a:tc>
                  <a:txBody>
                    <a:bodyPr/>
                    <a:lstStyle/>
                    <a:p>
                      <a:pPr>
                        <a:spcAft>
                          <a:spcPts val="200"/>
                        </a:spcAft>
                        <a:defRPr sz="1100" b="1">
                          <a:solidFill>
                            <a:srgbClr val="000050"/>
                          </a:solidFill>
                          <a:latin typeface="Helvetica Neue"/>
                        </a:defRPr>
                      </a:pPr>
                      <a:r>
                        <a:rPr b="0" i="0" dirty="0">
                          <a:latin typeface="Wallace Sans Light" pitchFamily="2" charset="0"/>
                        </a:rPr>
                        <a:t>Why It Works</a:t>
                      </a:r>
                    </a:p>
                  </a:txBody>
                  <a:tcPr>
                    <a:solidFill>
                      <a:srgbClr val="DDDDF8"/>
                    </a:solidFill>
                  </a:tcPr>
                </a:tc>
                <a:tc>
                  <a:txBody>
                    <a:bodyPr/>
                    <a:lstStyle/>
                    <a:p>
                      <a:pPr>
                        <a:spcAft>
                          <a:spcPts val="200"/>
                        </a:spcAft>
                        <a:defRPr sz="1100" b="1">
                          <a:solidFill>
                            <a:srgbClr val="000050"/>
                          </a:solidFill>
                          <a:latin typeface="Helvetica Neue"/>
                        </a:defRPr>
                      </a:pPr>
                      <a:r>
                        <a:rPr b="0" i="0" dirty="0">
                          <a:latin typeface="Wallace Sans Light" pitchFamily="2" charset="0"/>
                        </a:rPr>
                        <a:t>Evidence</a:t>
                      </a:r>
                    </a:p>
                  </a:txBody>
                  <a:tcPr>
                    <a:solidFill>
                      <a:srgbClr val="DDDDF8"/>
                    </a:solidFill>
                  </a:tcPr>
                </a:tc>
                <a:extLst>
                  <a:ext uri="{0D108BD9-81ED-4DB2-BD59-A6C34878D82A}">
                    <a16:rowId xmlns:a16="http://schemas.microsoft.com/office/drawing/2014/main" val="10000"/>
                  </a:ext>
                </a:extLst>
              </a:tr>
              <a:tr h="868680">
                <a:tc>
                  <a:txBody>
                    <a:bodyPr/>
                    <a:lstStyle/>
                    <a:p>
                      <a:pPr>
                        <a:spcAft>
                          <a:spcPts val="200"/>
                        </a:spcAft>
                        <a:defRPr sz="1100">
                          <a:solidFill>
                            <a:srgbClr val="1A1A1A"/>
                          </a:solidFill>
                          <a:latin typeface="Helvetica Neue"/>
                        </a:defRPr>
                      </a:pPr>
                      <a:r>
                        <a:rPr b="0" i="0" dirty="0">
                          <a:latin typeface="Wallace Sans Light" pitchFamily="2" charset="0"/>
                        </a:rPr>
                        <a:t>Psychological safety first —</a:t>
                      </a:r>
                    </a:p>
                    <a:p>
                      <a:pPr>
                        <a:spcAft>
                          <a:spcPts val="200"/>
                        </a:spcAft>
                        <a:defRPr sz="1100">
                          <a:solidFill>
                            <a:srgbClr val="1A1A1A"/>
                          </a:solidFill>
                          <a:latin typeface="Helvetica Neue"/>
                        </a:defRPr>
                      </a:pPr>
                      <a:r>
                        <a:rPr b="0" i="0" dirty="0">
                          <a:latin typeface="Wallace Sans Light" pitchFamily="2" charset="0"/>
                        </a:rPr>
                        <a:t>create space for experimentation</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People adopt what they help build; fear</a:t>
                      </a:r>
                    </a:p>
                    <a:p>
                      <a:pPr>
                        <a:spcAft>
                          <a:spcPts val="200"/>
                        </a:spcAft>
                        <a:defRPr sz="1100">
                          <a:solidFill>
                            <a:srgbClr val="1A1A1A"/>
                          </a:solidFill>
                          <a:latin typeface="Helvetica Neue"/>
                        </a:defRPr>
                      </a:pPr>
                      <a:r>
                        <a:rPr b="0" i="0" dirty="0">
                          <a:latin typeface="Wallace Sans Light" pitchFamily="2" charset="0"/>
                        </a:rPr>
                        <a:t>of failure kills adoption faster than bad tech</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Google Project Aristotle: psychological</a:t>
                      </a:r>
                    </a:p>
                    <a:p>
                      <a:pPr>
                        <a:spcAft>
                          <a:spcPts val="200"/>
                        </a:spcAft>
                        <a:defRPr sz="1100">
                          <a:solidFill>
                            <a:srgbClr val="1A1A1A"/>
                          </a:solidFill>
                          <a:latin typeface="Helvetica Neue"/>
                        </a:defRPr>
                      </a:pPr>
                      <a:r>
                        <a:rPr b="0" i="0" dirty="0">
                          <a:latin typeface="Wallace Sans Light" pitchFamily="2" charset="0"/>
                        </a:rPr>
                        <a:t>safety is #1 predictor of team effectiveness</a:t>
                      </a:r>
                    </a:p>
                  </a:txBody>
                  <a:tcPr>
                    <a:noFill/>
                  </a:tcPr>
                </a:tc>
                <a:extLst>
                  <a:ext uri="{0D108BD9-81ED-4DB2-BD59-A6C34878D82A}">
                    <a16:rowId xmlns:a16="http://schemas.microsoft.com/office/drawing/2014/main" val="10001"/>
                  </a:ext>
                </a:extLst>
              </a:tr>
              <a:tr h="868680">
                <a:tc>
                  <a:txBody>
                    <a:bodyPr/>
                    <a:lstStyle/>
                    <a:p>
                      <a:pPr>
                        <a:spcAft>
                          <a:spcPts val="200"/>
                        </a:spcAft>
                        <a:defRPr sz="1100">
                          <a:solidFill>
                            <a:srgbClr val="1A1A1A"/>
                          </a:solidFill>
                          <a:latin typeface="Helvetica Neue"/>
                        </a:defRPr>
                      </a:pPr>
                      <a:r>
                        <a:rPr b="0" i="0" dirty="0">
                          <a:latin typeface="Wallace Sans Light" pitchFamily="2" charset="0"/>
                        </a:rPr>
                        <a:t>Aligned incentives — measure</a:t>
                      </a:r>
                    </a:p>
                    <a:p>
                      <a:pPr>
                        <a:spcAft>
                          <a:spcPts val="200"/>
                        </a:spcAft>
                        <a:defRPr sz="1100">
                          <a:solidFill>
                            <a:srgbClr val="1A1A1A"/>
                          </a:solidFill>
                          <a:latin typeface="Helvetica Neue"/>
                        </a:defRPr>
                      </a:pPr>
                      <a:r>
                        <a:rPr b="0" i="0" dirty="0">
                          <a:latin typeface="Wallace Sans Light" pitchFamily="2" charset="0"/>
                        </a:rPr>
                        <a:t>adoption and impact, not deployment</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What gets measured gets done; if the metric</a:t>
                      </a:r>
                    </a:p>
                    <a:p>
                      <a:pPr>
                        <a:spcAft>
                          <a:spcPts val="200"/>
                        </a:spcAft>
                        <a:defRPr sz="1100">
                          <a:solidFill>
                            <a:srgbClr val="1A1A1A"/>
                          </a:solidFill>
                          <a:latin typeface="Helvetica Neue"/>
                        </a:defRPr>
                      </a:pPr>
                      <a:r>
                        <a:rPr b="0" i="0" dirty="0">
                          <a:latin typeface="Wallace Sans Light" pitchFamily="2" charset="0"/>
                        </a:rPr>
                        <a:t>is “model deployed” nobody owns adoption</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Microsoft AI transformation: shifted KPIs</a:t>
                      </a:r>
                    </a:p>
                    <a:p>
                      <a:pPr>
                        <a:spcAft>
                          <a:spcPts val="200"/>
                        </a:spcAft>
                        <a:defRPr sz="1100">
                          <a:solidFill>
                            <a:srgbClr val="1A1A1A"/>
                          </a:solidFill>
                          <a:latin typeface="Helvetica Neue"/>
                        </a:defRPr>
                      </a:pPr>
                      <a:r>
                        <a:rPr b="0" i="0" dirty="0">
                          <a:latin typeface="Wallace Sans Light" pitchFamily="2" charset="0"/>
                        </a:rPr>
                        <a:t>from deployment to outcome — adoption +40%</a:t>
                      </a:r>
                    </a:p>
                  </a:txBody>
                  <a:tcPr>
                    <a:noFill/>
                  </a:tcPr>
                </a:tc>
                <a:extLst>
                  <a:ext uri="{0D108BD9-81ED-4DB2-BD59-A6C34878D82A}">
                    <a16:rowId xmlns:a16="http://schemas.microsoft.com/office/drawing/2014/main" val="10002"/>
                  </a:ext>
                </a:extLst>
              </a:tr>
              <a:tr h="868680">
                <a:tc>
                  <a:txBody>
                    <a:bodyPr/>
                    <a:lstStyle/>
                    <a:p>
                      <a:pPr>
                        <a:spcAft>
                          <a:spcPts val="200"/>
                        </a:spcAft>
                        <a:defRPr sz="1100">
                          <a:solidFill>
                            <a:srgbClr val="1A1A1A"/>
                          </a:solidFill>
                          <a:latin typeface="Helvetica Neue"/>
                        </a:defRPr>
                      </a:pPr>
                      <a:r>
                        <a:rPr b="0" i="0" dirty="0">
                          <a:latin typeface="Wallace Sans Light" pitchFamily="2" charset="0"/>
                        </a:rPr>
                        <a:t>Visible leadership commitment —</a:t>
                      </a:r>
                    </a:p>
                    <a:p>
                      <a:pPr>
                        <a:spcAft>
                          <a:spcPts val="200"/>
                        </a:spcAft>
                        <a:defRPr sz="1100">
                          <a:solidFill>
                            <a:srgbClr val="1A1A1A"/>
                          </a:solidFill>
                          <a:latin typeface="Helvetica Neue"/>
                        </a:defRPr>
                      </a:pPr>
                      <a:r>
                        <a:rPr b="0" i="0" dirty="0">
                          <a:latin typeface="Wallace Sans Light" pitchFamily="2" charset="0"/>
                        </a:rPr>
                        <a:t>leaders use the tools publicly</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Permission flows downward; if the VP doesn’t</a:t>
                      </a:r>
                    </a:p>
                    <a:p>
                      <a:pPr>
                        <a:spcAft>
                          <a:spcPts val="200"/>
                        </a:spcAft>
                        <a:defRPr sz="1100">
                          <a:solidFill>
                            <a:srgbClr val="1A1A1A"/>
                          </a:solidFill>
                          <a:latin typeface="Helvetica Neue"/>
                        </a:defRPr>
                      </a:pPr>
                      <a:r>
                        <a:rPr b="0" i="0" dirty="0">
                          <a:latin typeface="Wallace Sans Light" pitchFamily="2" charset="0"/>
                        </a:rPr>
                        <a:t>use it, the team won’t either</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MIT CISR: executive engagement is the</a:t>
                      </a:r>
                    </a:p>
                    <a:p>
                      <a:pPr>
                        <a:spcAft>
                          <a:spcPts val="200"/>
                        </a:spcAft>
                        <a:defRPr sz="1100">
                          <a:solidFill>
                            <a:srgbClr val="1A1A1A"/>
                          </a:solidFill>
                          <a:latin typeface="Helvetica Neue"/>
                        </a:defRPr>
                      </a:pPr>
                      <a:r>
                        <a:rPr b="0" i="0" dirty="0">
                          <a:latin typeface="Wallace Sans Light" pitchFamily="2" charset="0"/>
                        </a:rPr>
                        <a:t>strongest predictor of transformation success</a:t>
                      </a:r>
                    </a:p>
                  </a:txBody>
                  <a:tcPr>
                    <a:noFill/>
                  </a:tcPr>
                </a:tc>
                <a:extLst>
                  <a:ext uri="{0D108BD9-81ED-4DB2-BD59-A6C34878D82A}">
                    <a16:rowId xmlns:a16="http://schemas.microsoft.com/office/drawing/2014/main" val="10003"/>
                  </a:ext>
                </a:extLst>
              </a:tr>
            </a:tbl>
          </a:graphicData>
        </a:graphic>
      </p:graphicFrame>
      <p:sp>
        <p:nvSpPr>
          <p:cNvPr id="4" name="Rectangle 3"/>
          <p:cNvSpPr/>
          <p:nvPr/>
        </p:nvSpPr>
        <p:spPr>
          <a:xfrm>
            <a:off x="548640" y="4846320"/>
            <a:ext cx="10972800" cy="109728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937760"/>
            <a:ext cx="10058400" cy="292388"/>
          </a:xfrm>
          <a:prstGeom prst="rect">
            <a:avLst/>
          </a:prstGeom>
          <a:noFill/>
        </p:spPr>
        <p:txBody>
          <a:bodyPr wrap="square">
            <a:spAutoFit/>
          </a:bodyPr>
          <a:lstStyle/>
          <a:p>
            <a:pPr algn="l">
              <a:defRPr sz="1300" b="0" i="0">
                <a:solidFill>
                  <a:srgbClr val="9999CC"/>
                </a:solidFill>
                <a:latin typeface="Helvetica Neue"/>
              </a:defRPr>
            </a:pPr>
            <a:r>
              <a:rPr dirty="0">
                <a:latin typeface="Wallace Sans Light" pitchFamily="2" charset="0"/>
              </a:rPr>
              <a:t>The common thread:</a:t>
            </a:r>
          </a:p>
        </p:txBody>
      </p:sp>
      <p:sp>
        <p:nvSpPr>
          <p:cNvPr id="6" name="TextBox 5"/>
          <p:cNvSpPr txBox="1"/>
          <p:nvPr/>
        </p:nvSpPr>
        <p:spPr>
          <a:xfrm>
            <a:off x="914400" y="530352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They treat culture as infrastructure — something you build and maintain — not as a side effect of technology deployment.</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61665"/>
          </a:xfrm>
          <a:prstGeom prst="rect">
            <a:avLst/>
          </a:prstGeom>
          <a:noFill/>
        </p:spPr>
        <p:txBody>
          <a:bodyPr wrap="square">
            <a:spAutoFit/>
          </a:bodyPr>
          <a:lstStyle/>
          <a:p>
            <a:pPr algn="l">
              <a:defRPr sz="2400" b="0" i="0">
                <a:solidFill>
                  <a:srgbClr val="000050"/>
                </a:solidFill>
                <a:latin typeface="Helvetica Neue"/>
              </a:defRPr>
            </a:pPr>
            <a:r>
              <a:rPr dirty="0">
                <a:latin typeface="Wallace Sans Light" pitchFamily="2" charset="0"/>
              </a:rPr>
              <a:t>The Shift Requires People, Process, and Technology — In That Order</a:t>
            </a:r>
          </a:p>
        </p:txBody>
      </p:sp>
      <p:sp>
        <p:nvSpPr>
          <p:cNvPr id="3" name="TextBox 2"/>
          <p:cNvSpPr txBox="1"/>
          <p:nvPr/>
        </p:nvSpPr>
        <p:spPr>
          <a:xfrm>
            <a:off x="548640" y="822960"/>
            <a:ext cx="10972800" cy="307777"/>
          </a:xfrm>
          <a:prstGeom prst="rect">
            <a:avLst/>
          </a:prstGeom>
          <a:noFill/>
        </p:spPr>
        <p:txBody>
          <a:bodyPr wrap="square">
            <a:spAutoFit/>
          </a:bodyPr>
          <a:lstStyle/>
          <a:p>
            <a:pPr algn="l">
              <a:defRPr sz="1400" b="1" i="0">
                <a:solidFill>
                  <a:srgbClr val="3333AA"/>
                </a:solidFill>
                <a:latin typeface="Helvetica Neue"/>
              </a:defRPr>
            </a:pPr>
            <a:r>
              <a:rPr dirty="0">
                <a:latin typeface="Wallace Sans Light" pitchFamily="2" charset="0"/>
              </a:rPr>
              <a:t>Most organizations invest in reverse order. That sequence is the source of cultural debt.</a:t>
            </a:r>
          </a:p>
        </p:txBody>
      </p:sp>
      <p:sp>
        <p:nvSpPr>
          <p:cNvPr id="4" name="Rectangle 3"/>
          <p:cNvSpPr/>
          <p:nvPr/>
        </p:nvSpPr>
        <p:spPr>
          <a:xfrm>
            <a:off x="548640" y="1371600"/>
            <a:ext cx="3474720" cy="41148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People</a:t>
            </a:r>
          </a:p>
        </p:txBody>
      </p:sp>
      <p:sp>
        <p:nvSpPr>
          <p:cNvPr id="6" name="TextBox 5"/>
          <p:cNvSpPr txBox="1"/>
          <p:nvPr/>
        </p:nvSpPr>
        <p:spPr>
          <a:xfrm>
            <a:off x="731520" y="1965960"/>
            <a:ext cx="3108960" cy="246221"/>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AI as threat → To: AI as multiplier</a:t>
            </a:r>
          </a:p>
        </p:txBody>
      </p:sp>
      <p:sp>
        <p:nvSpPr>
          <p:cNvPr id="7" name="TextBox 6"/>
          <p:cNvSpPr txBox="1"/>
          <p:nvPr/>
        </p:nvSpPr>
        <p:spPr>
          <a:xfrm>
            <a:off x="731520" y="23774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Invest in capability, not just training. Redefine roles around Human + AI.</a:t>
            </a:r>
          </a:p>
        </p:txBody>
      </p:sp>
      <p:sp>
        <p:nvSpPr>
          <p:cNvPr id="8" name="TextBox 7"/>
          <p:cNvSpPr txBox="1"/>
          <p:nvPr/>
        </p:nvSpPr>
        <p:spPr>
          <a:xfrm>
            <a:off x="731520" y="2880360"/>
            <a:ext cx="3108960" cy="246221"/>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Skills theater → To: Apprenticeship</a:t>
            </a:r>
          </a:p>
        </p:txBody>
      </p:sp>
      <p:sp>
        <p:nvSpPr>
          <p:cNvPr id="9" name="TextBox 8"/>
          <p:cNvSpPr txBox="1"/>
          <p:nvPr/>
        </p:nvSpPr>
        <p:spPr>
          <a:xfrm>
            <a:off x="731520" y="32918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Learn by doing, not by slide deck. Build internal multipliers.</a:t>
            </a:r>
          </a:p>
        </p:txBody>
      </p:sp>
      <p:sp>
        <p:nvSpPr>
          <p:cNvPr id="10" name="Rectangle 9"/>
          <p:cNvSpPr/>
          <p:nvPr/>
        </p:nvSpPr>
        <p:spPr>
          <a:xfrm>
            <a:off x="4206240" y="1371600"/>
            <a:ext cx="3474720" cy="41148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463040"/>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Process</a:t>
            </a:r>
          </a:p>
        </p:txBody>
      </p:sp>
      <p:sp>
        <p:nvSpPr>
          <p:cNvPr id="12" name="TextBox 11"/>
          <p:cNvSpPr txBox="1"/>
          <p:nvPr/>
        </p:nvSpPr>
        <p:spPr>
          <a:xfrm>
            <a:off x="4389120" y="1965960"/>
            <a:ext cx="3108960" cy="411480"/>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Deploy then adopt → To: Co-design then deploy</a:t>
            </a:r>
          </a:p>
        </p:txBody>
      </p:sp>
      <p:sp>
        <p:nvSpPr>
          <p:cNvPr id="13" name="TextBox 12"/>
          <p:cNvSpPr txBox="1"/>
          <p:nvPr/>
        </p:nvSpPr>
        <p:spPr>
          <a:xfrm>
            <a:off x="4389120" y="23774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Embed adoption into delivery. Measure outcomes, not outputs.</a:t>
            </a:r>
          </a:p>
        </p:txBody>
      </p:sp>
      <p:sp>
        <p:nvSpPr>
          <p:cNvPr id="14" name="TextBox 13"/>
          <p:cNvSpPr txBox="1"/>
          <p:nvPr/>
        </p:nvSpPr>
        <p:spPr>
          <a:xfrm>
            <a:off x="4389120" y="2880360"/>
            <a:ext cx="3108960" cy="246221"/>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IT-led → To: Business-led, IT-enabled</a:t>
            </a:r>
          </a:p>
        </p:txBody>
      </p:sp>
      <p:sp>
        <p:nvSpPr>
          <p:cNvPr id="15" name="TextBox 14"/>
          <p:cNvSpPr txBox="1"/>
          <p:nvPr/>
        </p:nvSpPr>
        <p:spPr>
          <a:xfrm>
            <a:off x="4389120" y="32918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Business owns the outcome. Technology teams enable.</a:t>
            </a:r>
          </a:p>
        </p:txBody>
      </p:sp>
      <p:sp>
        <p:nvSpPr>
          <p:cNvPr id="16" name="Rectangle 15"/>
          <p:cNvSpPr/>
          <p:nvPr/>
        </p:nvSpPr>
        <p:spPr>
          <a:xfrm>
            <a:off x="7863840" y="1371600"/>
            <a:ext cx="3474720" cy="41148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0" y="1463040"/>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Technology</a:t>
            </a:r>
          </a:p>
        </p:txBody>
      </p:sp>
      <p:sp>
        <p:nvSpPr>
          <p:cNvPr id="18" name="TextBox 17"/>
          <p:cNvSpPr txBox="1"/>
          <p:nvPr/>
        </p:nvSpPr>
        <p:spPr>
          <a:xfrm>
            <a:off x="8046720" y="1965960"/>
            <a:ext cx="3108960" cy="411480"/>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Build it, they will come → To: Build what they asked for</a:t>
            </a:r>
          </a:p>
        </p:txBody>
      </p:sp>
      <p:sp>
        <p:nvSpPr>
          <p:cNvPr id="19" name="TextBox 18"/>
          <p:cNvSpPr txBox="1"/>
          <p:nvPr/>
        </p:nvSpPr>
        <p:spPr>
          <a:xfrm>
            <a:off x="8046720" y="23774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Meet people where they are. Integrate into existing workflows.</a:t>
            </a:r>
          </a:p>
        </p:txBody>
      </p:sp>
      <p:sp>
        <p:nvSpPr>
          <p:cNvPr id="20" name="TextBox 19"/>
          <p:cNvSpPr txBox="1"/>
          <p:nvPr/>
        </p:nvSpPr>
        <p:spPr>
          <a:xfrm>
            <a:off x="8046720" y="2880360"/>
            <a:ext cx="3108960" cy="411480"/>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Centralized tools → To: Contextual guardrails</a:t>
            </a:r>
          </a:p>
        </p:txBody>
      </p:sp>
      <p:sp>
        <p:nvSpPr>
          <p:cNvPr id="21" name="TextBox 20"/>
          <p:cNvSpPr txBox="1"/>
          <p:nvPr/>
        </p:nvSpPr>
        <p:spPr>
          <a:xfrm>
            <a:off x="8046720" y="32918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Responsible AI at platform level. Teams focus on value.</a:t>
            </a:r>
          </a:p>
        </p:txBody>
      </p:sp>
      <p:sp>
        <p:nvSpPr>
          <p:cNvPr id="22" name="Rectangle 21"/>
          <p:cNvSpPr/>
          <p:nvPr/>
        </p:nvSpPr>
        <p:spPr>
          <a:xfrm>
            <a:off x="548640" y="5669280"/>
            <a:ext cx="10972800" cy="4572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715000"/>
            <a:ext cx="10058400" cy="292388"/>
          </a:xfrm>
          <a:prstGeom prst="rect">
            <a:avLst/>
          </a:prstGeom>
          <a:noFill/>
        </p:spPr>
        <p:txBody>
          <a:bodyPr wrap="square">
            <a:spAutoFit/>
          </a:bodyPr>
          <a:lstStyle/>
          <a:p>
            <a:pPr algn="l">
              <a:defRPr sz="1300" b="1" i="0">
                <a:solidFill>
                  <a:srgbClr val="FFFFFF"/>
                </a:solidFill>
                <a:latin typeface="Helvetica Neue"/>
              </a:defRPr>
            </a:pPr>
            <a:r>
              <a:rPr dirty="0">
                <a:latin typeface="Wallace Sans Light" pitchFamily="2" charset="0"/>
              </a:rPr>
              <a:t>Start with People (Q1)  |  Redesign Process around adoption (Q2)  |  Then select Technology (Q3)</a:t>
            </a:r>
          </a:p>
        </p:txBody>
      </p:sp>
      <p:sp>
        <p:nvSpPr>
          <p:cNvPr id="24" name="TextBox 23"/>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5" name="TextBox 24"/>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Cultural Debt Grows Quarterly — Every Delay Compounds the Cost</a:t>
            </a:r>
          </a:p>
        </p:txBody>
      </p:sp>
      <p:sp>
        <p:nvSpPr>
          <p:cNvPr id="3" name="Rectangle 2"/>
          <p:cNvSpPr/>
          <p:nvPr/>
        </p:nvSpPr>
        <p:spPr>
          <a:xfrm>
            <a:off x="548640" y="1371600"/>
            <a:ext cx="2560320" cy="32004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1</a:t>
            </a:r>
          </a:p>
        </p:txBody>
      </p:sp>
      <p:sp>
        <p:nvSpPr>
          <p:cNvPr id="5" name="TextBox 4"/>
          <p:cNvSpPr txBox="1"/>
          <p:nvPr/>
        </p:nvSpPr>
        <p:spPr>
          <a:xfrm>
            <a:off x="73152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Skepticism</a:t>
            </a:r>
          </a:p>
        </p:txBody>
      </p:sp>
      <p:sp>
        <p:nvSpPr>
          <p:cNvPr id="6" name="TextBox 5"/>
          <p:cNvSpPr txBox="1"/>
          <p:nvPr/>
        </p:nvSpPr>
        <p:spPr>
          <a:xfrm>
            <a:off x="73152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“Let’s wait and see”</a:t>
            </a:r>
          </a:p>
        </p:txBody>
      </p:sp>
      <p:sp>
        <p:nvSpPr>
          <p:cNvPr id="7" name="TextBox 6"/>
          <p:cNvSpPr txBox="1"/>
          <p:nvPr/>
        </p:nvSpPr>
        <p:spPr>
          <a:xfrm>
            <a:off x="73152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Low cost to address</a:t>
            </a:r>
          </a:p>
        </p:txBody>
      </p:sp>
      <p:sp>
        <p:nvSpPr>
          <p:cNvPr id="8" name="Rectangle 7"/>
          <p:cNvSpPr/>
          <p:nvPr/>
        </p:nvSpPr>
        <p:spPr>
          <a:xfrm>
            <a:off x="3383280" y="1371600"/>
            <a:ext cx="2560320" cy="320040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2</a:t>
            </a:r>
          </a:p>
        </p:txBody>
      </p:sp>
      <p:sp>
        <p:nvSpPr>
          <p:cNvPr id="10" name="TextBox 9"/>
          <p:cNvSpPr txBox="1"/>
          <p:nvPr/>
        </p:nvSpPr>
        <p:spPr>
          <a:xfrm>
            <a:off x="356616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Resistance</a:t>
            </a:r>
          </a:p>
        </p:txBody>
      </p:sp>
      <p:sp>
        <p:nvSpPr>
          <p:cNvPr id="11" name="TextBox 10"/>
          <p:cNvSpPr txBox="1"/>
          <p:nvPr/>
        </p:nvSpPr>
        <p:spPr>
          <a:xfrm>
            <a:off x="356616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“This didn’t work last time”</a:t>
            </a:r>
          </a:p>
        </p:txBody>
      </p:sp>
      <p:sp>
        <p:nvSpPr>
          <p:cNvPr id="12" name="TextBox 11"/>
          <p:cNvSpPr txBox="1"/>
          <p:nvPr/>
        </p:nvSpPr>
        <p:spPr>
          <a:xfrm>
            <a:off x="356616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Moderate cost</a:t>
            </a:r>
          </a:p>
        </p:txBody>
      </p:sp>
      <p:sp>
        <p:nvSpPr>
          <p:cNvPr id="13" name="Rectangle 12"/>
          <p:cNvSpPr/>
          <p:nvPr/>
        </p:nvSpPr>
        <p:spPr>
          <a:xfrm>
            <a:off x="6217920" y="1371600"/>
            <a:ext cx="2560320" cy="3200400"/>
          </a:xfrm>
          <a:prstGeom prst="rect">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4</a:t>
            </a:r>
          </a:p>
        </p:txBody>
      </p:sp>
      <p:sp>
        <p:nvSpPr>
          <p:cNvPr id="15" name="TextBox 14"/>
          <p:cNvSpPr txBox="1"/>
          <p:nvPr/>
        </p:nvSpPr>
        <p:spPr>
          <a:xfrm>
            <a:off x="640080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Antibodies</a:t>
            </a:r>
          </a:p>
        </p:txBody>
      </p:sp>
      <p:sp>
        <p:nvSpPr>
          <p:cNvPr id="16" name="TextBox 15"/>
          <p:cNvSpPr txBox="1"/>
          <p:nvPr/>
        </p:nvSpPr>
        <p:spPr>
          <a:xfrm>
            <a:off x="640080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“AI isn’t for us”</a:t>
            </a:r>
          </a:p>
        </p:txBody>
      </p:sp>
      <p:sp>
        <p:nvSpPr>
          <p:cNvPr id="17" name="TextBox 16"/>
          <p:cNvSpPr txBox="1"/>
          <p:nvPr/>
        </p:nvSpPr>
        <p:spPr>
          <a:xfrm>
            <a:off x="6400800" y="3291840"/>
            <a:ext cx="2194560" cy="430887"/>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High cost — requires visible reset</a:t>
            </a:r>
          </a:p>
        </p:txBody>
      </p:sp>
      <p:sp>
        <p:nvSpPr>
          <p:cNvPr id="18" name="Rectangle 17"/>
          <p:cNvSpPr/>
          <p:nvPr/>
        </p:nvSpPr>
        <p:spPr>
          <a:xfrm>
            <a:off x="9052560" y="1371600"/>
            <a:ext cx="2560320" cy="3200400"/>
          </a:xfrm>
          <a:prstGeom prst="rect">
            <a:avLst/>
          </a:prstGeom>
          <a:solidFill>
            <a:srgbClr val="FFC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Year 2</a:t>
            </a:r>
          </a:p>
        </p:txBody>
      </p:sp>
      <p:sp>
        <p:nvSpPr>
          <p:cNvPr id="20" name="TextBox 19"/>
          <p:cNvSpPr txBox="1"/>
          <p:nvPr/>
        </p:nvSpPr>
        <p:spPr>
          <a:xfrm>
            <a:off x="9235440" y="1920240"/>
            <a:ext cx="2194560" cy="769441"/>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Structural Lock-in</a:t>
            </a:r>
          </a:p>
        </p:txBody>
      </p:sp>
      <p:sp>
        <p:nvSpPr>
          <p:cNvPr id="21" name="TextBox 20"/>
          <p:cNvSpPr txBox="1"/>
          <p:nvPr/>
        </p:nvSpPr>
        <p:spPr>
          <a:xfrm>
            <a:off x="9235440" y="2560320"/>
            <a:ext cx="2194560" cy="457200"/>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The best people stopped engaging</a:t>
            </a:r>
          </a:p>
        </p:txBody>
      </p:sp>
      <p:sp>
        <p:nvSpPr>
          <p:cNvPr id="22" name="TextBox 21"/>
          <p:cNvSpPr txBox="1"/>
          <p:nvPr/>
        </p:nvSpPr>
        <p:spPr>
          <a:xfrm>
            <a:off x="923544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Requires org redesign</a:t>
            </a:r>
          </a:p>
        </p:txBody>
      </p:sp>
      <p:sp>
        <p:nvSpPr>
          <p:cNvPr id="23" name="TextBox 22"/>
          <p:cNvSpPr txBox="1"/>
          <p:nvPr/>
        </p:nvSpPr>
        <p:spPr>
          <a:xfrm>
            <a:off x="310896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4" name="TextBox 23"/>
          <p:cNvSpPr txBox="1"/>
          <p:nvPr/>
        </p:nvSpPr>
        <p:spPr>
          <a:xfrm>
            <a:off x="594360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5" name="TextBox 24"/>
          <p:cNvSpPr txBox="1"/>
          <p:nvPr/>
        </p:nvSpPr>
        <p:spPr>
          <a:xfrm>
            <a:off x="877824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6" name="Rectangle 25"/>
          <p:cNvSpPr/>
          <p:nvPr/>
        </p:nvSpPr>
        <p:spPr>
          <a:xfrm>
            <a:off x="548640" y="4937760"/>
            <a:ext cx="10972800" cy="9144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029200"/>
            <a:ext cx="10058400" cy="320040"/>
          </a:xfrm>
          <a:prstGeom prst="rect">
            <a:avLst/>
          </a:prstGeom>
          <a:noFill/>
        </p:spPr>
        <p:txBody>
          <a:bodyPr wrap="square">
            <a:spAutoFit/>
          </a:bodyPr>
          <a:lstStyle/>
          <a:p>
            <a:pPr algn="l">
              <a:defRPr sz="1400" b="0" i="0">
                <a:solidFill>
                  <a:srgbClr val="9999CC"/>
                </a:solidFill>
                <a:latin typeface="Helvetica Neue"/>
              </a:defRPr>
            </a:pPr>
            <a:r>
              <a:rPr dirty="0">
                <a:latin typeface="Wallace Sans Light" pitchFamily="2" charset="0"/>
              </a:rPr>
              <a:t>The math is simple:</a:t>
            </a:r>
          </a:p>
        </p:txBody>
      </p:sp>
      <p:sp>
        <p:nvSpPr>
          <p:cNvPr id="28" name="TextBox 27"/>
          <p:cNvSpPr txBox="1"/>
          <p:nvPr/>
        </p:nvSpPr>
        <p:spPr>
          <a:xfrm>
            <a:off x="914400" y="539496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Addressing cultural debt in Q1 costs a leadership conversation. Addressing it in Year 2 costs a transformation program.</a:t>
            </a:r>
          </a:p>
        </p:txBody>
      </p:sp>
      <p:sp>
        <p:nvSpPr>
          <p:cNvPr id="29" name="TextBox 2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0" name="TextBox 2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Three Actions to Start Paying Down Cultural Debt Today</a:t>
            </a:r>
          </a:p>
        </p:txBody>
      </p:sp>
      <p:sp>
        <p:nvSpPr>
          <p:cNvPr id="3" name="Rectangle 2"/>
          <p:cNvSpPr/>
          <p:nvPr/>
        </p:nvSpPr>
        <p:spPr>
          <a:xfrm>
            <a:off x="548640" y="109728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14300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1. Audit the Cultural Balance Sheet</a:t>
            </a:r>
          </a:p>
        </p:txBody>
      </p:sp>
      <p:sp>
        <p:nvSpPr>
          <p:cNvPr id="5" name="TextBox 4"/>
          <p:cNvSpPr txBox="1"/>
          <p:nvPr/>
        </p:nvSpPr>
        <p:spPr>
          <a:xfrm>
            <a:off x="914400" y="146304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Run a cultural readiness assessment before the next AI investment. Name the debt.</a:t>
            </a:r>
          </a:p>
        </p:txBody>
      </p:sp>
      <p:sp>
        <p:nvSpPr>
          <p:cNvPr id="6" name="TextBox 5"/>
          <p:cNvSpPr txBox="1"/>
          <p:nvPr/>
        </p:nvSpPr>
        <p:spPr>
          <a:xfrm>
            <a:off x="914400" y="178308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Survey team sentiment on AI. Map the last 3 failed initiatives. Identify failure patterns.</a:t>
            </a:r>
          </a:p>
        </p:txBody>
      </p:sp>
      <p:sp>
        <p:nvSpPr>
          <p:cNvPr id="7" name="TextBox 6"/>
          <p:cNvSpPr txBox="1"/>
          <p:nvPr/>
        </p:nvSpPr>
        <p:spPr>
          <a:xfrm>
            <a:off x="914400" y="210312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Executive Sponsor + HR  |  Within 30 days</a:t>
            </a:r>
          </a:p>
        </p:txBody>
      </p:sp>
      <p:sp>
        <p:nvSpPr>
          <p:cNvPr id="8" name="Rectangle 7"/>
          <p:cNvSpPr/>
          <p:nvPr/>
        </p:nvSpPr>
        <p:spPr>
          <a:xfrm>
            <a:off x="548640" y="2606040"/>
            <a:ext cx="10972800" cy="132588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65176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2. Realign the Scorecard</a:t>
            </a:r>
          </a:p>
        </p:txBody>
      </p:sp>
      <p:sp>
        <p:nvSpPr>
          <p:cNvPr id="10" name="TextBox 9"/>
          <p:cNvSpPr txBox="1"/>
          <p:nvPr/>
        </p:nvSpPr>
        <p:spPr>
          <a:xfrm>
            <a:off x="914400" y="297180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Change how you measure AI success from “deployed” to “adopted and delivering value.”</a:t>
            </a:r>
          </a:p>
        </p:txBody>
      </p:sp>
      <p:sp>
        <p:nvSpPr>
          <p:cNvPr id="11" name="TextBox 10"/>
          <p:cNvSpPr txBox="1"/>
          <p:nvPr/>
        </p:nvSpPr>
        <p:spPr>
          <a:xfrm>
            <a:off x="914400" y="329184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Rewrite KPIs for the current AI portfolio. Add adoption metrics. Remove vanity metrics.</a:t>
            </a:r>
          </a:p>
        </p:txBody>
      </p:sp>
      <p:sp>
        <p:nvSpPr>
          <p:cNvPr id="12" name="TextBox 11"/>
          <p:cNvSpPr txBox="1"/>
          <p:nvPr/>
        </p:nvSpPr>
        <p:spPr>
          <a:xfrm>
            <a:off x="914400" y="361188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Business Unit Leads  |  Within 30 days</a:t>
            </a:r>
          </a:p>
        </p:txBody>
      </p:sp>
      <p:sp>
        <p:nvSpPr>
          <p:cNvPr id="13" name="Rectangle 12"/>
          <p:cNvSpPr/>
          <p:nvPr/>
        </p:nvSpPr>
        <p:spPr>
          <a:xfrm>
            <a:off x="548640" y="411480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16052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3. Make Leadership Visible</a:t>
            </a:r>
          </a:p>
        </p:txBody>
      </p:sp>
      <p:sp>
        <p:nvSpPr>
          <p:cNvPr id="15" name="TextBox 14"/>
          <p:cNvSpPr txBox="1"/>
          <p:nvPr/>
        </p:nvSpPr>
        <p:spPr>
          <a:xfrm>
            <a:off x="914400" y="448056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Executives use the tools, share what they learned, and admit what didn’t work.</a:t>
            </a:r>
          </a:p>
        </p:txBody>
      </p:sp>
      <p:sp>
        <p:nvSpPr>
          <p:cNvPr id="16" name="TextBox 15"/>
          <p:cNvSpPr txBox="1"/>
          <p:nvPr/>
        </p:nvSpPr>
        <p:spPr>
          <a:xfrm>
            <a:off x="914400" y="480060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One executive shares an AI experiment (success or failure) at the next all-hands. Publicly.</a:t>
            </a:r>
          </a:p>
        </p:txBody>
      </p:sp>
      <p:sp>
        <p:nvSpPr>
          <p:cNvPr id="17" name="TextBox 16"/>
          <p:cNvSpPr txBox="1"/>
          <p:nvPr/>
        </p:nvSpPr>
        <p:spPr>
          <a:xfrm>
            <a:off x="914400" y="512064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C-Suite  |  Next all-hands</a:t>
            </a:r>
          </a:p>
        </p:txBody>
      </p:sp>
      <p:sp>
        <p:nvSpPr>
          <p:cNvPr id="18" name="Rectangle 17"/>
          <p:cNvSpPr/>
          <p:nvPr/>
        </p:nvSpPr>
        <p:spPr>
          <a:xfrm>
            <a:off x="548640" y="5669280"/>
            <a:ext cx="10972800" cy="5029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715000"/>
            <a:ext cx="10058400" cy="292388"/>
          </a:xfrm>
          <a:prstGeom prst="rect">
            <a:avLst/>
          </a:prstGeom>
          <a:noFill/>
        </p:spPr>
        <p:txBody>
          <a:bodyPr wrap="square">
            <a:spAutoFit/>
          </a:bodyPr>
          <a:lstStyle/>
          <a:p>
            <a:pPr algn="l">
              <a:defRPr sz="1300" b="1" i="1">
                <a:solidFill>
                  <a:srgbClr val="FFFFFF"/>
                </a:solidFill>
                <a:latin typeface="Helvetica Neue"/>
              </a:defRPr>
            </a:pPr>
            <a:r>
              <a:rPr dirty="0">
                <a:latin typeface="Wallace Sans Light" pitchFamily="2" charset="0"/>
              </a:rPr>
              <a:t>The question is not whether you’ve invested in AI. The question is whether you’ve invested in the human system required to make it work.</a:t>
            </a:r>
          </a:p>
        </p:txBody>
      </p:sp>
      <p:sp>
        <p:nvSpPr>
          <p:cNvPr id="20" name="TextBox 1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1" name="TextBox 2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Wallace Sans Light" pitchFamily="2" charset="0"/>
              </a:rPr>
              <a:t>Next Steps</a:t>
            </a:r>
          </a:p>
        </p:txBody>
      </p:sp>
      <p:graphicFrame>
        <p:nvGraphicFramePr>
          <p:cNvPr id="3" name="Table 2"/>
          <p:cNvGraphicFramePr>
            <a:graphicFrameLocks noGrp="1"/>
          </p:cNvGraphicFramePr>
          <p:nvPr/>
        </p:nvGraphicFramePr>
        <p:xfrm>
          <a:off x="548640" y="1097280"/>
          <a:ext cx="10972800" cy="320040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3400">
                <a:tc>
                  <a:txBody>
                    <a:bodyPr/>
                    <a:lstStyle/>
                    <a:p>
                      <a:pPr>
                        <a:spcAft>
                          <a:spcPts val="200"/>
                        </a:spcAft>
                        <a:defRPr sz="1200" b="1">
                          <a:solidFill>
                            <a:srgbClr val="000050"/>
                          </a:solidFill>
                          <a:latin typeface="Helvetica Neue"/>
                        </a:defRPr>
                      </a:pPr>
                      <a:r>
                        <a:rPr b="0" i="0" dirty="0">
                          <a:latin typeface="Wallace Sans Light" pitchFamily="2" charset="0"/>
                        </a:rPr>
                        <a:t>Action</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Owner</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By When</a:t>
                      </a:r>
                    </a:p>
                  </a:txBody>
                  <a:tcPr>
                    <a:solidFill>
                      <a:srgbClr val="DDDDF8"/>
                    </a:solidFill>
                  </a:tcPr>
                </a:tc>
                <a:extLst>
                  <a:ext uri="{0D108BD9-81ED-4DB2-BD59-A6C34878D82A}">
                    <a16:rowId xmlns:a16="http://schemas.microsoft.com/office/drawing/2014/main" val="10000"/>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Circulate this deck and the cultural debt framework</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This week</a:t>
                      </a:r>
                    </a:p>
                  </a:txBody>
                  <a:tcPr>
                    <a:noFill/>
                  </a:tcPr>
                </a:tc>
                <a:extLst>
                  <a:ext uri="{0D108BD9-81ED-4DB2-BD59-A6C34878D82A}">
                    <a16:rowId xmlns:a16="http://schemas.microsoft.com/office/drawing/2014/main" val="10001"/>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Run cultural readiness assessment on current AI portfolio</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[Executive Sponsor] + HR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2"/>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Audit AI program KPIs — flag any measuring deployment without adoption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Business Unit Leads</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3"/>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Schedule leadership AI “show and tell”</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[C-Suite Champion]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Next all-hands</a:t>
                      </a:r>
                    </a:p>
                  </a:txBody>
                  <a:tcPr>
                    <a:noFill/>
                  </a:tcPr>
                </a:tc>
                <a:extLst>
                  <a:ext uri="{0D108BD9-81ED-4DB2-BD59-A6C34878D82A}">
                    <a16:rowId xmlns:a16="http://schemas.microsoft.com/office/drawing/2014/main" val="10004"/>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Reconvene to review findings and agree on debt paydown plan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 + Steering Committee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45 days</a:t>
                      </a:r>
                    </a:p>
                  </a:txBody>
                  <a:tcPr>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5" name="TextBox 4"/>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11</a:t>
            </a:r>
          </a:p>
        </p:txBody>
      </p:sp>
    </p:spTree>
  </p:cSld>
  <p:clrMapOvr>
    <a:masterClrMapping/>
  </p:clrMapOvr>
</p:sld>
</file>

<file path=ppt/theme/theme1.xml><?xml version="1.0" encoding="utf-8"?>
<a:theme xmlns:a="http://schemas.openxmlformats.org/drawingml/2006/main" name="Abbott">
  <a:themeElements>
    <a:clrScheme name="Custom 6">
      <a:dk1>
        <a:srgbClr val="191919"/>
      </a:dk1>
      <a:lt1>
        <a:srgbClr val="FFFFFF"/>
      </a:lt1>
      <a:dk2>
        <a:srgbClr val="96A3F5"/>
      </a:dk2>
      <a:lt2>
        <a:srgbClr val="D6DBFC"/>
      </a:lt2>
      <a:accent1>
        <a:srgbClr val="000075"/>
      </a:accent1>
      <a:accent2>
        <a:srgbClr val="2E4AED"/>
      </a:accent2>
      <a:accent3>
        <a:srgbClr val="00BFDE"/>
      </a:accent3>
      <a:accent4>
        <a:srgbClr val="8054F2"/>
      </a:accent4>
      <a:accent5>
        <a:srgbClr val="FF2652"/>
      </a:accent5>
      <a:accent6>
        <a:srgbClr val="FFBF21"/>
      </a:accent6>
      <a:hlink>
        <a:srgbClr val="2E4AED"/>
      </a:hlink>
      <a:folHlink>
        <a:srgbClr val="520000"/>
      </a:folHlink>
    </a:clrScheme>
    <a:fontScheme name="Abbott">
      <a:majorFont>
        <a:latin typeface="Wallace Serif Light"/>
        <a:ea typeface=""/>
        <a:cs typeface=""/>
      </a:majorFont>
      <a:minorFont>
        <a:latin typeface="Wallace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_Jan_2026_Abbott_PPT_General_Color 2" id="{C37CFE19-B45F-4B01-BEE2-E9C823176D11}" vid="{C15D688F-1431-4F53-A2DF-CD3BF76B22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B5C81FAE16A04DBA113D395607B7E8" ma:contentTypeVersion="16" ma:contentTypeDescription="Create a new document." ma:contentTypeScope="" ma:versionID="dafe36405e15e5e1f8223ccf750b6bb4">
  <xsd:schema xmlns:xsd="http://www.w3.org/2001/XMLSchema" xmlns:xs="http://www.w3.org/2001/XMLSchema" xmlns:p="http://schemas.microsoft.com/office/2006/metadata/properties" xmlns:ns2="17b85e4b-b412-4cf0-9d20-c39076f3a645" xmlns:ns3="0778fe8e-7f63-4a25-9da3-6d7eb34b62a8" targetNamespace="http://schemas.microsoft.com/office/2006/metadata/properties" ma:root="true" ma:fieldsID="7b26c4443a2f8b8590b5bf5848b17a1e" ns2:_="" ns3:_="">
    <xsd:import namespace="17b85e4b-b412-4cf0-9d20-c39076f3a645"/>
    <xsd:import namespace="0778fe8e-7f63-4a25-9da3-6d7eb34b62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b85e4b-b412-4cf0-9d20-c39076f3a6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940c914-643f-4df2-b20a-c5bc47cd009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778fe8e-7f63-4a25-9da3-6d7eb34b62a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f7d3bc3-4391-455a-9068-1d2f09440efa}" ma:internalName="TaxCatchAll" ma:showField="CatchAllData" ma:web="0778fe8e-7f63-4a25-9da3-6d7eb34b62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7b85e4b-b412-4cf0-9d20-c39076f3a645">
      <Terms xmlns="http://schemas.microsoft.com/office/infopath/2007/PartnerControls"/>
    </lcf76f155ced4ddcb4097134ff3c332f>
    <TaxCatchAll xmlns="0778fe8e-7f63-4a25-9da3-6d7eb34b62a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2AB7FF-71B8-41BC-9A4A-AEC5DA0620EA}">
  <ds:schemaRefs>
    <ds:schemaRef ds:uri="0778fe8e-7f63-4a25-9da3-6d7eb34b62a8"/>
    <ds:schemaRef ds:uri="17b85e4b-b412-4cf0-9d20-c39076f3a64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C6491-E96F-4DF0-BA0D-CEF9C0DF2950}">
  <ds:schemaRefs>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purl.org/dc/elements/1.1/"/>
    <ds:schemaRef ds:uri="http://schemas.openxmlformats.org/package/2006/metadata/core-properties"/>
    <ds:schemaRef ds:uri="0778fe8e-7f63-4a25-9da3-6d7eb34b62a8"/>
    <ds:schemaRef ds:uri="17b85e4b-b412-4cf0-9d20-c39076f3a645"/>
    <ds:schemaRef ds:uri="http://purl.org/dc/terms/"/>
  </ds:schemaRefs>
</ds:datastoreItem>
</file>

<file path=customXml/itemProps3.xml><?xml version="1.0" encoding="utf-8"?>
<ds:datastoreItem xmlns:ds="http://schemas.openxmlformats.org/officeDocument/2006/customXml" ds:itemID="{94BD3005-DCEC-4919-8FF3-F40A90EE3D48}">
  <ds:schemaRefs>
    <ds:schemaRef ds:uri="http://schemas.microsoft.com/sharepoint/v3/contenttype/forms"/>
  </ds:schemaRefs>
</ds:datastoreItem>
</file>

<file path=docMetadata/LabelInfo.xml><?xml version="1.0" encoding="utf-8"?>
<clbl:labelList xmlns:clbl="http://schemas.microsoft.com/office/2020/mipLabelMetadata">
  <clbl:label id="{5b268d57-2a6f-4e04-b0de-6938583d5ebc}" enabled="0" method="" siteId="{5b268d57-2a6f-4e04-b0de-6938583d5ebc}" removed="1"/>
</clbl:labelList>
</file>

<file path=docProps/app.xml><?xml version="1.0" encoding="utf-8"?>
<Properties xmlns="http://schemas.openxmlformats.org/officeDocument/2006/extended-properties" xmlns:vt="http://schemas.openxmlformats.org/officeDocument/2006/docPropsVTypes">
  <Template>Abbott</Template>
  <TotalTime>4446</TotalTime>
  <Words>4973</Words>
  <Application>Microsoft Macintosh PowerPoint</Application>
  <PresentationFormat>Widescreen</PresentationFormat>
  <Paragraphs>646</Paragraphs>
  <Slides>24</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Wallace Sans Light</vt:lpstr>
      <vt:lpstr>Abbott Wallace Sans</vt:lpstr>
      <vt:lpstr>Wallace Serif</vt:lpstr>
      <vt:lpstr>Arial</vt:lpstr>
      <vt:lpstr>Wallace Sans BETA</vt:lpstr>
      <vt:lpstr>Wallace Sans BETA Light</vt:lpstr>
      <vt:lpstr>Wallace Serif Light</vt:lpstr>
      <vt:lpstr>Aptos</vt:lpstr>
      <vt:lpstr>Abbott Wallace Sans Light</vt:lpstr>
      <vt:lpstr>Wallace Sans</vt:lpstr>
      <vt:lpstr>Abbott</vt:lpstr>
      <vt:lpstr>The Hidden Balance Sheet  Cultural Debt with AI &amp; what it can Cost You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Aways</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Wood, Nick</dc:creator>
  <cp:keywords/>
  <dc:description/>
  <cp:lastModifiedBy>Gundlapalli, Lalitha</cp:lastModifiedBy>
  <cp:revision>5</cp:revision>
  <cp:lastPrinted>2026-01-22T06:28:33Z</cp:lastPrinted>
  <dcterms:created xsi:type="dcterms:W3CDTF">2026-01-15T19:10:05Z</dcterms:created>
  <dcterms:modified xsi:type="dcterms:W3CDTF">2026-04-30T19:22:48Z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0x01010023B5C81FAE16A04DBA113D395607B7E8</vt:lpwstr>
  </property>
  <property fmtid="{D5CDD505-2E9C-101B-9397-08002B2CF9AE}" pid="3" name="MediaServiceImageTags">
    <vt:lpwstr/>
  </property>
</Properties>
</file>